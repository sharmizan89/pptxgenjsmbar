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customXml" Target="../customXml/item1.xml"/><Relationship Id="rId9" Type="http://schemas.openxmlformats.org/officeDocument/2006/relationships/customXml" Target="../customXml/item2.xml"/><Relationship Id="rId10"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no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no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noFill/>
        </p:spPr>
        <p:txBody>
          <a:bodyPr anchor="ctr"/>
          <a:lstStyle>
            <a:lvl1pPr marL="0" indent="0" algn="ctr">
              <a:buNone/>
              <a:defRPr/>
            </a:lvl1pPr>
          </a:lstStyle>
          <a:p>
            <a:r>
              <a:rPr lang="en-US"/>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6" type="body" hasCustomPrompt="1"/>
          </p:nvPr>
        </p:nvSpPr>
        <p:spPr/>
        <p:txBody>
          <a:bodyPr/>
          <a:lstStyle/>
          <a:p>
            <a:r>
              <a:rPr lang="en-US" dirty="0"/>
              <a:t>[Left subtitle test]</a:t>
            </a:r>
            <a:endParaRPr lang="en-US" dirty="0"/>
          </a:p>
        </p:txBody>
      </p:sp>
      <p:sp>
        <p:nvSpPr>
          <p:cNvPr id="3" name="Text 0"/>
          <p:cNvSpPr/>
          <p:nvPr>
            <p:ph idx="22" type="body" hasCustomPrompt="1"/>
          </p:nvPr>
        </p:nvSpPr>
        <p:spPr/>
        <p:txBody>
          <a:bodyPr/>
          <a:lstStyle/>
          <a:p>
            <a:r>
              <a:rPr lang="en-US" dirty="0"/>
              <a:t>[Left content test]</a:t>
            </a:r>
            <a:endParaRPr lang="en-US" dirty="0"/>
          </a:p>
        </p:txBody>
      </p:sp>
      <p:sp>
        <p:nvSpPr>
          <p:cNvPr id="4" name="Text 0"/>
          <p:cNvSpPr/>
          <p:nvPr>
            <p:ph idx="24" type="ftr" hasCustomPrompt="1"/>
          </p:nvPr>
        </p:nvSpPr>
        <p:spPr/>
        <p:txBody>
          <a:bodyPr/>
          <a:lstStyle/>
          <a:p>
            <a:pPr indent="0" marL="0">
              <a:buNone/>
            </a:pPr>
            <a:endParaRPr lang="en-US" dirty="0"/>
          </a:p>
        </p:txBody>
      </p:sp>
      <p:sp>
        <p:nvSpPr>
          <p:cNvPr id="5" name="Text 0"/>
          <p:cNvSpPr/>
          <p:nvPr>
            <p:ph idx="12" type="sldNum" hasCustomPrompt="1"/>
          </p:nvPr>
        </p:nvSpPr>
        <p:spPr/>
        <p:txBody>
          <a:bodyPr/>
          <a:lstStyle/>
          <a:p>
            <a:pPr indent="0" marL="0">
              <a:buNone/>
            </a:pPr>
            <a:endParaRPr lang="en-US" dirty="0"/>
          </a:p>
        </p:txBody>
      </p:sp>
      <p:sp>
        <p:nvSpPr>
          <p:cNvPr id="6" name="Text 0"/>
          <p:cNvSpPr/>
          <p:nvPr>
            <p:ph type="title" hasCustomPrompt="1"/>
          </p:nvPr>
        </p:nvSpPr>
        <p:spPr/>
        <p:txBody>
          <a:bodyPr/>
          <a:lstStyle/>
          <a:p>
            <a:pPr indent="0" marL="0">
              <a:buNone/>
            </a:pPr>
            <a:endParaRPr lang="en-US" dirty="0"/>
          </a:p>
        </p:txBody>
      </p:sp>
      <p:sp>
        <p:nvSpPr>
          <p:cNvPr id="7" name="Text 0"/>
          <p:cNvSpPr/>
          <p:nvPr>
            <p:ph idx="13" type="body" hasCustomPrompt="1"/>
          </p:nvPr>
        </p:nvSpPr>
        <p:spPr/>
        <p:txBody>
          <a:bodyPr/>
          <a:lstStyle/>
          <a:p>
            <a:pPr indent="0" marL="0">
              <a:buNone/>
            </a:pPr>
            <a:endParaRPr lang="en-US" dirty="0"/>
          </a:p>
        </p:txBody>
      </p:sp>
      <p:sp>
        <p:nvSpPr>
          <p:cNvPr id="8" name="Text 0"/>
          <p:cNvSpPr/>
          <p:nvPr>
            <p:ph idx="19" type="body" hasCustomPrompt="1"/>
          </p:nvPr>
        </p:nvSpPr>
        <p:spPr/>
        <p:txBody>
          <a:bodyPr/>
          <a:lstStyle/>
          <a:p>
            <a:pPr indent="0" marL="0">
              <a:buNone/>
            </a:pPr>
            <a:endParaRPr lang="en-US" dirty="0"/>
          </a:p>
        </p:txBody>
      </p:sp>
      <p:sp>
        <p:nvSpPr>
          <p:cNvPr id="9" name="Text 0"/>
          <p:cNvSpPr/>
          <p:nvPr>
            <p:ph idx="20" type="body" hasCustomPrompt="1"/>
          </p:nvPr>
        </p:nvSpPr>
        <p:spPr/>
        <p:txBody>
          <a:bodyPr/>
          <a:lstStyle/>
          <a:p>
            <a:pPr indent="0" marL="0">
              <a:buNone/>
            </a:pPr>
            <a:endParaRPr lang="en-US" dirty="0"/>
          </a:p>
        </p:txBody>
      </p:sp>
      <p:sp>
        <p:nvSpPr>
          <p:cNvPr id="10" name="Text 0"/>
          <p:cNvSpPr/>
          <p:nvPr>
            <p:ph idx="15" type="body" hasCustomPrompt="1"/>
          </p:nvPr>
        </p:nvSpPr>
        <p:spPr/>
        <p:txBody>
          <a:bodyPr/>
          <a:lstStyle/>
          <a:p>
            <a:pPr indent="0" marL="0">
              <a:buNone/>
            </a:pPr>
            <a:endParaRPr lang="en-US"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