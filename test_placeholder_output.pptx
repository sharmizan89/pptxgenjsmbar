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customXml" Target="../customXml/item1.xml"/><Relationship Id="rId12" Type="http://schemas.openxmlformats.org/officeDocument/2006/relationships/customXml" Target="../customXml/item2.xml"/><Relationship Id="rId13"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[Sidebar: </a:t>
            </a:r>
            <a:r>
              <a:rPr lang="en-US" sz="1600" b="0" i="0">
                <a:solidFill>
                  <a:schemeClr val="tx1"/>
                </a:solidFill>
                <a:effectLst/>
                <a:latin typeface="arial" panose="020B0604020202020204" pitchFamily="34" charset="0"/>
              </a:rPr>
              <a:t>A short article placed alongside a main article and containing additional or explanatory material</a:t>
            </a:r>
            <a:r>
              <a:rPr lang="en-US"/>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66928" y="342900"/>
            <a:ext cx="11072535" cy="460551"/>
          </a:xfrm>
        </p:spPr>
        <p:txBody>
          <a:bodyPr/>
          <a:lstStyle/>
          <a:p>
            <a:r>
              <a:rPr lang="en-US"/>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Photo Blac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5BDC1762-C160-436E-A662-EB8DFA9B0D52}"/>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8" y="342900"/>
            <a:ext cx="5029200" cy="460551"/>
          </a:xfrm>
        </p:spPr>
        <p:txBody>
          <a:bodyPr/>
          <a:lstStyle>
            <a:lvl1pPr>
              <a:defRPr>
                <a:solidFill>
                  <a:schemeClr val="bg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7" y="899026"/>
            <a:ext cx="5029200" cy="278706"/>
          </a:xfrm>
          <a:prstGeom prst="rect">
            <a:avLst/>
          </a:prstGeom>
        </p:spPr>
        <p:txBody>
          <a:bodyPr/>
          <a:lstStyle>
            <a:lvl1pPr marL="0" indent="0">
              <a:buNone/>
              <a:defRPr sz="1800" b="0">
                <a:solidFill>
                  <a:schemeClr val="bg1"/>
                </a:solidFill>
                <a:latin typeface="+mn-lt"/>
              </a:defRPr>
            </a:lvl1pPr>
            <a:lvl2pPr marL="169863" indent="0">
              <a:buNone/>
              <a:defRPr/>
            </a:lvl2pPr>
          </a:lstStyle>
          <a:p>
            <a:pPr lvl="0"/>
            <a:r>
              <a:rPr lang="en-US"/>
              <a:t>[Sub-headline]</a:t>
            </a:r>
          </a:p>
        </p:txBody>
      </p:sp>
      <p:sp>
        <p:nvSpPr>
          <p:cNvPr id="11" name="Text Placeholder 2">
            <a:extLst>
              <a:ext uri="{FF2B5EF4-FFF2-40B4-BE49-F238E27FC236}">
                <a16:creationId xmlns:a16="http://schemas.microsoft.com/office/drawing/2014/main" id="{8EB16B89-7E3C-44A4-A187-AEB2FBABC140}"/>
              </a:ext>
            </a:extLst>
          </p:cNvPr>
          <p:cNvSpPr>
            <a:spLocks noGrp="1"/>
          </p:cNvSpPr>
          <p:nvPr>
            <p:ph type="body" sz="quarter" idx="22" hasCustomPrompt="1"/>
          </p:nvPr>
        </p:nvSpPr>
        <p:spPr>
          <a:xfrm>
            <a:off x="566737" y="1261872"/>
            <a:ext cx="5029200" cy="433020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8" name="Rectangle 17">
            <a:extLst>
              <a:ext uri="{FF2B5EF4-FFF2-40B4-BE49-F238E27FC236}">
                <a16:creationId xmlns:a16="http://schemas.microsoft.com/office/drawing/2014/main" id="{47EB1F00-2439-4253-A589-54010E4BBC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
        <p:nvSpPr>
          <p:cNvPr id="27" name="Footnote">
            <a:extLst>
              <a:ext uri="{FF2B5EF4-FFF2-40B4-BE49-F238E27FC236}">
                <a16:creationId xmlns:a16="http://schemas.microsoft.com/office/drawing/2014/main" id="{BC72EC15-8B35-4605-A3A1-D682493CE35C}"/>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solidFill>
                  <a:schemeClr val="bg1"/>
                </a:solidFill>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165650854"/>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Photo Bl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FDFEBAF8-EEFB-4D95-AA38-225A850C5D36}"/>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 uri="{C183D7F6-B498-43B3-948B-1728B52AA6E4}">
                <adec:decorative xmlns:adec="http://schemas.microsoft.com/office/drawing/2017/decorative" val="0"/>
              </a:ext>
            </a:extLst>
          </p:cNvPr>
          <p:cNvSpPr>
            <a:spLocks noGrp="1"/>
          </p:cNvSpPr>
          <p:nvPr>
            <p:ph type="body" sz="quarter" idx="18" hasCustomPrompt="1"/>
          </p:nvPr>
        </p:nvSpPr>
        <p:spPr>
          <a:xfrm>
            <a:off x="567039"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7" name="Text Placeholder 2">
            <a:extLst>
              <a:ext uri="{FF2B5EF4-FFF2-40B4-BE49-F238E27FC236}">
                <a16:creationId xmlns:a16="http://schemas.microsoft.com/office/drawing/2014/main" id="{A7275159-CD4F-4CFC-A979-703107544995}"/>
              </a:ext>
            </a:extLst>
          </p:cNvPr>
          <p:cNvSpPr>
            <a:spLocks noGrp="1"/>
          </p:cNvSpPr>
          <p:nvPr>
            <p:ph type="body" sz="quarter" idx="22" hasCustomPrompt="1"/>
          </p:nvPr>
        </p:nvSpPr>
        <p:spPr>
          <a:xfrm>
            <a:off x="566739" y="1261872"/>
            <a:ext cx="5029200" cy="4330202"/>
          </a:xfrm>
          <a:prstGeom prst="rect">
            <a:avLst/>
          </a:prstGeom>
        </p:spPr>
        <p:txBody>
          <a:bodyPr/>
          <a:lstStyle>
            <a:lvl1pPr>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7" name="Footnote">
            <a:extLst>
              <a:ext uri="{FF2B5EF4-FFF2-40B4-BE49-F238E27FC236}">
                <a16:creationId xmlns:a16="http://schemas.microsoft.com/office/drawing/2014/main" id="{09DBF7F0-F472-44D3-9A30-10D3C2163727}"/>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20" name="Rectangle 19">
            <a:extLst>
              <a:ext uri="{FF2B5EF4-FFF2-40B4-BE49-F238E27FC236}">
                <a16:creationId xmlns:a16="http://schemas.microsoft.com/office/drawing/2014/main" id="{9DCE4C1C-6690-45DD-A224-49D7897300FB}"/>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401696197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tx1"/>
                </a:solidFill>
                <a:latin typeface="+mn-lt"/>
              </a:rPr>
              <a:t>© 2026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a:t>[Click respective icon to insert CHART or TABLE </a:t>
            </a:r>
            <a:br>
              <a:rPr lang="en-US"/>
            </a:br>
            <a:r>
              <a:rPr lang="en-US"/>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a:t>[Click respective icon to add CHART or TABLE </a:t>
            </a:r>
            <a:br>
              <a:rPr lang="en-US"/>
            </a:br>
            <a:r>
              <a:rPr lang="en-US"/>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Photo">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FAE9242-AE57-42CB-99F5-9AFC9B96251A}"/>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Picture Placeholder 7">
            <a:extLst>
              <a:ext uri="{FF2B5EF4-FFF2-40B4-BE49-F238E27FC236}">
                <a16:creationId xmlns:a16="http://schemas.microsoft.com/office/drawing/2014/main" id="{BF7B47CD-8901-46EE-AB48-D0A3C468D400}"/>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a:blipFill>
            <a:blip r:embed="rId2"/>
            <a:stretch>
              <a:fillRect/>
            </a:stretch>
          </a:blipFill>
        </p:spPr>
        <p:txBody>
          <a:bodyPr anchor="ctr"/>
          <a:lstStyle>
            <a:lvl1pPr marL="0" indent="0" algn="ctr">
              <a:buNone/>
              <a:defRPr/>
            </a:lvl1pPr>
          </a:lstStyle>
          <a:p>
            <a:r>
              <a:rPr lang="en-US"/>
              <a:t>[Click to insert photo and then “Send to back” to place photo in background and add statement text]</a:t>
            </a:r>
          </a:p>
        </p:txBody>
      </p:sp>
      <p:sp>
        <p:nvSpPr>
          <p:cNvPr id="6" name="Rectangle 5">
            <a:extLst>
              <a:ext uri="{FF2B5EF4-FFF2-40B4-BE49-F238E27FC236}">
                <a16:creationId xmlns:a16="http://schemas.microsoft.com/office/drawing/2014/main" id="{B578FD19-AE96-4C05-B985-606DD59F77A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565210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a:blipFill>
            <a:blip r:embed="rId3"/>
            <a:stretch>
              <a:fillRect/>
            </a:stretch>
          </a:blipFill>
        </p:spPr>
        <p:txBody>
          <a:bodyPr anchor="ctr"/>
          <a:lstStyle>
            <a:lvl1pPr marL="0" indent="0" algn="ctr">
              <a:buNone/>
              <a:defRPr/>
            </a:lvl1pPr>
          </a:lstStyle>
          <a:p>
            <a:r>
              <a:rPr lang="en-US"/>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a:blipFill>
            <a:blip r:embed="rId3"/>
            <a:stretch>
              <a:fillRect/>
            </a:stretch>
          </a:blipFill>
        </p:spPr>
        <p:txBody>
          <a:bodyPr anchor="ctr"/>
          <a:lstStyle>
            <a:lvl1pPr marL="0" indent="0" algn="ctr">
              <a:buNone/>
              <a:defRPr/>
            </a:lvl1pPr>
          </a:lstStyle>
          <a:p>
            <a:r>
              <a:rPr lang="en-US"/>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a:solidFill>
                  <a:schemeClr val="tx1"/>
                </a:solidFill>
              </a:rPr>
              <a:t>These layouts for Heritage </a:t>
            </a:r>
            <a:br>
              <a:rPr lang="en-US" sz="8800" b="1">
                <a:solidFill>
                  <a:schemeClr val="tx1"/>
                </a:solidFill>
              </a:rPr>
            </a:br>
            <a:r>
              <a:rPr lang="en-US" sz="8800" b="1">
                <a:solidFill>
                  <a:schemeClr val="tx1"/>
                </a:solidFill>
              </a:rPr>
              <a:t>IHS Markit </a:t>
            </a:r>
          </a:p>
          <a:p>
            <a:pPr algn="ctr"/>
            <a:r>
              <a:rPr lang="en-US" sz="8800" b="1">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ERA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40817412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Horizon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31406616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Platt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7120887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ERA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1541635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Horizon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9075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latt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2592153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a:blipFill>
            <a:blip r:embed="rId2"/>
            <a:stretch>
              <a:fillRect/>
            </a:stretch>
          </a:blipFill>
        </p:spPr>
        <p:txBody>
          <a:bodyPr anchor="ctr"/>
          <a:lstStyle>
            <a:lvl1pPr marL="0" indent="0" algn="ctr">
              <a:buNone/>
              <a:defRPr/>
            </a:lvl1pPr>
          </a:lstStyle>
          <a:p>
            <a:r>
              <a:rPr lang="en-US"/>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a:t>[Click to add content items]</a:t>
            </a:r>
          </a:p>
          <a:p>
            <a:pPr lvl="1"/>
            <a:r>
              <a:rPr lang="en-US"/>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a:solidFill>
                  <a:schemeClr val="tx1"/>
                </a:solidFill>
              </a:rPr>
              <a:t>Disclaimers</a:t>
            </a:r>
          </a:p>
          <a:p>
            <a:pPr algn="ctr"/>
            <a:r>
              <a:rPr lang="en-US" sz="7200" b="1">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8397"/>
            <a:ext cx="11077576" cy="4401205"/>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Energy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5296"/>
            <a:ext cx="11077576" cy="4555093"/>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hlinkClick r:id="rId2">
                  <a:extLst>
                    <a:ext uri="{A12FA001-AC4F-418D-AE19-62706E023703}">
                      <ahyp:hlinkClr xmlns:ahyp="http://schemas.microsoft.com/office/drawing/2018/hyperlinkcolor" val="tx"/>
                    </a:ext>
                  </a:extLst>
                </a:hlinkClick>
              </a:rPr>
              <a:t>support.energy@spglobal.com</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888515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2733"/>
            <a:ext cx="11077576" cy="3392532"/>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7360"/>
            <a:ext cx="11077576" cy="3659784"/>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lang="en-US" sz="10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499802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 id="2147483058" r:id="rId58"/>
    <p:sldLayoutId id="2147483059" r:id="rId59"/>
    <p:sldLayoutId id="2147483060" r:id="rId60"/>
    <p:sldLayoutId id="2147483061" r:id="rId61"/>
    <p:sldLayoutId id="2147483062" r:id="rId62"/>
    <p:sldLayoutId id="2147483063" r:id="rId63"/>
    <p:sldLayoutId id="2147483064" r:id="rId64"/>
    <p:sldLayoutId id="2147483065" r:id="rId65"/>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type="title" hasCustomPrompt="1"/>
          </p:nvPr>
        </p:nvSpPr>
        <p:spPr/>
        <p:txBody>
          <a:bodyPr/>
          <a:lstStyle/>
          <a:p>
            <a:r>
              <a:rPr lang="en-US" dirty="0"/>
              <a:t>Test Title using Title placeholder</a:t>
            </a:r>
            <a:endParaRPr lang="en-US" dirty="0"/>
          </a:p>
        </p:txBody>
      </p:sp>
      <p:sp>
        <p:nvSpPr>
          <p:cNvPr id="3" name="Text 0"/>
          <p:cNvSpPr/>
          <p:nvPr>
            <p:ph idx="17" type="body" hasCustomPrompt="1"/>
          </p:nvPr>
        </p:nvSpPr>
        <p:spPr/>
        <p:txBody>
          <a:bodyPr/>
          <a:lstStyle/>
          <a:p>
            <a:r>
              <a:rPr lang="en-US" dirty="0"/>
              <a:t>Test content using content placeholder</a:t>
            </a:r>
            <a:endParaRPr lang="en-US" dirty="0"/>
          </a:p>
        </p:txBody>
      </p:sp>
      <p:sp>
        <p:nvSpPr>
          <p:cNvPr id="4" name="Text 0"/>
          <p:cNvSpPr/>
          <p:nvPr>
            <p:ph idx="18" type="ftr" hasCustomPrompt="1"/>
          </p:nvPr>
        </p:nvSpPr>
        <p:spPr/>
        <p:txBody>
          <a:bodyPr/>
          <a:lstStyle/>
          <a:p>
            <a:pPr indent="0" marL="0">
              <a:buNone/>
            </a:pPr>
            <a:endParaRPr lang="en-US" dirty="0"/>
          </a:p>
        </p:txBody>
      </p:sp>
      <p:sp>
        <p:nvSpPr>
          <p:cNvPr id="5" name="Text 0"/>
          <p:cNvSpPr/>
          <p:nvPr>
            <p:ph idx="12" type="sldNum" hasCustomPrompt="1"/>
          </p:nvPr>
        </p:nvSpPr>
        <p:spPr/>
        <p:txBody>
          <a:bodyPr/>
          <a:lstStyle/>
          <a:p>
            <a:pPr indent="0" marL="0">
              <a:buNone/>
            </a:pPr>
            <a:endParaRPr lang="en-US" dirty="0"/>
          </a:p>
        </p:txBody>
      </p:sp>
      <p:sp>
        <p:nvSpPr>
          <p:cNvPr id="6" name="Text 0"/>
          <p:cNvSpPr/>
          <p:nvPr>
            <p:ph idx="15" type="body" hasCustomPrompt="1"/>
          </p:nvPr>
        </p:nvSpPr>
        <p:spPr/>
        <p:txBody>
          <a:bodyPr/>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type="title" hasCustomPrompt="1"/>
          </p:nvPr>
        </p:nvSpPr>
        <p:spPr/>
        <p:txBody>
          <a:bodyPr/>
          <a:lstStyle/>
          <a:p>
            <a:r>
              <a:rPr lang="en-US" dirty="0"/>
              <a:t>Test Title</a:t>
            </a:r>
            <a:endParaRPr lang="en-US" dirty="0"/>
          </a:p>
        </p:txBody>
      </p:sp>
      <p:sp>
        <p:nvSpPr>
          <p:cNvPr id="3" name="Text 0"/>
          <p:cNvSpPr/>
          <p:nvPr>
            <p:ph idx="13" type="body" hasCustomPrompt="1"/>
          </p:nvPr>
        </p:nvSpPr>
        <p:spPr/>
        <p:txBody>
          <a:bodyPr/>
          <a:lstStyle/>
          <a:p>
            <a:r>
              <a:rPr lang="en-US" dirty="0"/>
              <a:t>Test Sub-headline</a:t>
            </a:r>
            <a:endParaRPr lang="en-US" dirty="0"/>
          </a:p>
        </p:txBody>
      </p:sp>
      <p:sp>
        <p:nvSpPr>
          <p:cNvPr id="4" name="Text 0"/>
          <p:cNvSpPr/>
          <p:nvPr>
            <p:ph idx="17" type="body" hasCustomPrompt="1"/>
          </p:nvPr>
        </p:nvSpPr>
        <p:spPr/>
        <p:txBody>
          <a:bodyPr/>
          <a:lstStyle/>
          <a:p>
            <a:r>
              <a:rPr lang="en-US" dirty="0"/>
              <a:t>Test content</a:t>
            </a:r>
            <a:endParaRPr lang="en-US" dirty="0"/>
          </a:p>
        </p:txBody>
      </p:sp>
      <p:sp>
        <p:nvSpPr>
          <p:cNvPr id="5" name="Text 0"/>
          <p:cNvSpPr/>
          <p:nvPr>
            <p:ph idx="20" type="ftr" hasCustomPrompt="1"/>
          </p:nvPr>
        </p:nvSpPr>
        <p:spPr/>
        <p:txBody>
          <a:bodyPr/>
          <a:lstStyle/>
          <a:p>
            <a:pPr indent="0" marL="0">
              <a:buNone/>
            </a:pPr>
            <a:endParaRPr lang="en-US" dirty="0"/>
          </a:p>
        </p:txBody>
      </p:sp>
      <p:sp>
        <p:nvSpPr>
          <p:cNvPr id="6" name="Text 0"/>
          <p:cNvSpPr/>
          <p:nvPr>
            <p:ph idx="12" type="sldNum" hasCustomPrompt="1"/>
          </p:nvPr>
        </p:nvSpPr>
        <p:spPr/>
        <p:txBody>
          <a:bodyPr/>
          <a:lstStyle/>
          <a:p>
            <a:pPr indent="0" marL="0">
              <a:buNone/>
            </a:pPr>
            <a:endParaRPr lang="en-US" dirty="0"/>
          </a:p>
        </p:txBody>
      </p:sp>
      <p:sp>
        <p:nvSpPr>
          <p:cNvPr id="7" name="Text 0"/>
          <p:cNvSpPr/>
          <p:nvPr>
            <p:ph idx="15" type="body" hasCustomPrompt="1"/>
          </p:nvPr>
        </p:nvSpPr>
        <p:spPr/>
        <p:txBody>
          <a:bodyPr/>
          <a:lstStyle/>
          <a:p>
            <a:pPr indent="0" marL="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type="title" hasCustomPrompt="1"/>
          </p:nvPr>
        </p:nvSpPr>
        <p:spPr/>
        <p:txBody>
          <a:bodyPr/>
          <a:lstStyle/>
          <a:p>
            <a:r>
              <a:rPr lang="en-US" dirty="0"/>
              <a:t>Two Content Title</a:t>
            </a:r>
            <a:endParaRPr lang="en-US" dirty="0"/>
          </a:p>
        </p:txBody>
      </p:sp>
      <p:sp>
        <p:nvSpPr>
          <p:cNvPr id="3" name="Text 0"/>
          <p:cNvSpPr/>
          <p:nvPr>
            <p:ph idx="13" type="body" hasCustomPrompt="1"/>
          </p:nvPr>
        </p:nvSpPr>
        <p:spPr/>
        <p:txBody>
          <a:bodyPr/>
          <a:lstStyle/>
          <a:p>
            <a:r>
              <a:rPr lang="en-US" dirty="0"/>
              <a:t>Sub-headline text</a:t>
            </a:r>
            <a:endParaRPr lang="en-US" dirty="0"/>
          </a:p>
        </p:txBody>
      </p:sp>
      <p:sp>
        <p:nvSpPr>
          <p:cNvPr id="4" name="Text 0"/>
          <p:cNvSpPr/>
          <p:nvPr>
            <p:ph idx="16" type="body" hasCustomPrompt="1"/>
          </p:nvPr>
        </p:nvSpPr>
        <p:spPr/>
        <p:txBody>
          <a:bodyPr/>
          <a:lstStyle/>
          <a:p>
            <a:r>
              <a:rPr lang="en-US" dirty="0"/>
              <a:t>Left subtitle</a:t>
            </a:r>
            <a:endParaRPr lang="en-US" dirty="0"/>
          </a:p>
        </p:txBody>
      </p:sp>
      <p:sp>
        <p:nvSpPr>
          <p:cNvPr id="5" name="Text 0"/>
          <p:cNvSpPr/>
          <p:nvPr>
            <p:ph idx="22" type="body" hasCustomPrompt="1"/>
          </p:nvPr>
        </p:nvSpPr>
        <p:spPr/>
        <p:txBody>
          <a:bodyPr/>
          <a:lstStyle/>
          <a:p>
            <a:r>
              <a:rPr lang="en-US" dirty="0"/>
              <a:t>Left content</a:t>
            </a:r>
            <a:endParaRPr lang="en-US" dirty="0"/>
          </a:p>
        </p:txBody>
      </p:sp>
      <p:sp>
        <p:nvSpPr>
          <p:cNvPr id="6" name="Text 0"/>
          <p:cNvSpPr/>
          <p:nvPr>
            <p:ph idx="24" type="ftr" hasCustomPrompt="1"/>
          </p:nvPr>
        </p:nvSpPr>
        <p:spPr/>
        <p:txBody>
          <a:bodyPr/>
          <a:lstStyle/>
          <a:p>
            <a:pPr indent="0" marL="0">
              <a:buNone/>
            </a:pPr>
            <a:endParaRPr lang="en-US" dirty="0"/>
          </a:p>
        </p:txBody>
      </p:sp>
      <p:sp>
        <p:nvSpPr>
          <p:cNvPr id="7" name="Text 0"/>
          <p:cNvSpPr/>
          <p:nvPr>
            <p:ph idx="12" type="sldNum" hasCustomPrompt="1"/>
          </p:nvPr>
        </p:nvSpPr>
        <p:spPr/>
        <p:txBody>
          <a:bodyPr/>
          <a:lstStyle/>
          <a:p>
            <a:pPr indent="0" marL="0">
              <a:buNone/>
            </a:pPr>
            <a:endParaRPr lang="en-US" dirty="0"/>
          </a:p>
        </p:txBody>
      </p:sp>
      <p:sp>
        <p:nvSpPr>
          <p:cNvPr id="8" name="Text 0"/>
          <p:cNvSpPr/>
          <p:nvPr>
            <p:ph idx="15" type="body" hasCustomPrompt="1"/>
          </p:nvPr>
        </p:nvSpPr>
        <p:spPr/>
        <p:txBody>
          <a:bodyPr/>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type="title" hasCustomPrompt="1"/>
          </p:nvPr>
        </p:nvSpPr>
        <p:spPr/>
        <p:txBody>
          <a:bodyPr/>
          <a:lstStyle/>
          <a:p>
            <a:r>
              <a:rPr lang="en-US" dirty="0"/>
              <a:t>Title Only Layout Test</a:t>
            </a:r>
            <a:endParaRPr lang="en-US" dirty="0"/>
          </a:p>
        </p:txBody>
      </p:sp>
      <p:sp>
        <p:nvSpPr>
          <p:cNvPr id="3" name="Text 0"/>
          <p:cNvSpPr/>
          <p:nvPr>
            <p:ph idx="20" type="ftr" hasCustomPrompt="1"/>
          </p:nvPr>
        </p:nvSpPr>
        <p:spPr/>
        <p:txBody>
          <a:bodyPr/>
          <a:lstStyle/>
          <a:p>
            <a:pPr indent="0" marL="0">
              <a:buNone/>
            </a:pPr>
            <a:endParaRPr lang="en-US" dirty="0"/>
          </a:p>
        </p:txBody>
      </p:sp>
      <p:sp>
        <p:nvSpPr>
          <p:cNvPr id="4" name="Text 0"/>
          <p:cNvSpPr/>
          <p:nvPr>
            <p:ph idx="12" type="sldNum" hasCustomPrompt="1"/>
          </p:nvPr>
        </p:nvSpPr>
        <p:spPr/>
        <p:txBody>
          <a:bodyPr/>
          <a:lstStyle/>
          <a:p>
            <a:pPr indent="0" marL="0">
              <a:buNone/>
            </a:pPr>
            <a:endParaRPr lang="en-US" dirty="0"/>
          </a:p>
        </p:txBody>
      </p:sp>
      <p:sp>
        <p:nvSpPr>
          <p:cNvPr id="5" name="Text 0"/>
          <p:cNvSpPr/>
          <p:nvPr>
            <p:ph idx="13" type="body" hasCustomPrompt="1"/>
          </p:nvPr>
        </p:nvSpPr>
        <p:spPr/>
        <p:txBody>
          <a:bodyPr/>
          <a:lstStyle/>
          <a:p>
            <a:pPr indent="0" marL="0">
              <a:buNone/>
            </a:pPr>
            <a:endParaRPr lang="en-US" dirty="0"/>
          </a:p>
        </p:txBody>
      </p:sp>
      <p:sp>
        <p:nvSpPr>
          <p:cNvPr id="6" name="Text 0"/>
          <p:cNvSpPr/>
          <p:nvPr>
            <p:ph idx="15" type="body" hasCustomPrompt="1"/>
          </p:nvPr>
        </p:nvSpPr>
        <p:spPr/>
        <p:txBody>
          <a:bodyPr/>
          <a:lstStyle/>
          <a:p>
            <a:pPr indent="0" marL="0">
              <a:buNone/>
            </a:pPr>
            <a:endParaRPr lang="en-US" dirty="0"/>
          </a:p>
        </p:txBody>
      </p:sp>
    </p:spTree>
  </p:cSld>
  <p:clrMapOvr>
    <a:masterClrMapping/>
  </p:clrMapOvr>
</p:sld>
</file>

<file path=ppt/theme/theme1.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ppt/theme/theme2.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2C5AB5430BD29468005F138BAADFA30" ma:contentTypeVersion="15" ma:contentTypeDescription="Create a new document." ma:contentTypeScope="" ma:versionID="7de2ce1e39f42d4a99ebe0e0f8827e51">
  <xsd:schema xmlns:xsd="http://www.w3.org/2001/XMLSchema" xmlns:xs="http://www.w3.org/2001/XMLSchema" xmlns:p="http://schemas.microsoft.com/office/2006/metadata/properties" xmlns:ns2="a7b088f9-5bd5-4bdb-b5bc-dcadbd2c3ab5" xmlns:ns3="01a85018-e850-4e17-bfd2-3567c6643c53" targetNamespace="http://schemas.microsoft.com/office/2006/metadata/properties" ma:root="true" ma:fieldsID="7e13d9ee660cffcd5a275efdf1209c88" ns2:_="" ns3:_="">
    <xsd:import namespace="a7b088f9-5bd5-4bdb-b5bc-dcadbd2c3ab5"/>
    <xsd:import namespace="01a85018-e850-4e17-bfd2-3567c6643c5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3:SharedWithUsers" minOccurs="0"/>
                <xsd:element ref="ns3:SharedWithDetails" minOccurs="0"/>
                <xsd:element ref="ns2: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b088f9-5bd5-4bdb-b5bc-dcadbd2c3a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6f79bde-b34b-4e33-a562-f79c102b9a25"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Comments" ma:index="22" nillable="true" ma:displayName="Comments" ma:format="Dropdown" ma:internalName="Comm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1a85018-e850-4e17-bfd2-3567c6643c53"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abc1d86-633d-4d0d-b314-85c2f607d569}" ma:internalName="TaxCatchAll" ma:showField="CatchAllData" ma:web="01a85018-e850-4e17-bfd2-3567c6643c53">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omments xmlns="a7b088f9-5bd5-4bdb-b5bc-dcadbd2c3ab5" xsi:nil="true"/>
    <lcf76f155ced4ddcb4097134ff3c332f xmlns="a7b088f9-5bd5-4bdb-b5bc-dcadbd2c3ab5">
      <Terms xmlns="http://schemas.microsoft.com/office/infopath/2007/PartnerControls"/>
    </lcf76f155ced4ddcb4097134ff3c332f>
    <TaxCatchAll xmlns="01a85018-e850-4e17-bfd2-3567c6643c5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ECA40-D451-42EC-9D61-C2385E9DF4FE}">
  <ds:schemaRefs>
    <ds:schemaRef ds:uri="01a85018-e850-4e17-bfd2-3567c6643c53"/>
    <ds:schemaRef ds:uri="a7b088f9-5bd5-4bdb-b5bc-dcadbd2c3a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CBA47C7-53D1-4E5D-BD7E-65E7F707CBD7}">
  <ds:schemaRefs>
    <ds:schemaRef ds:uri="01a85018-e850-4e17-bfd2-3567c6643c53"/>
    <ds:schemaRef ds:uri="a7b088f9-5bd5-4bdb-b5bc-dcadbd2c3ab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EDP_2026_16x9_Energy</Template>
  <TotalTime>0</TotalTime>
  <Words>2021</Words>
  <Application>Microsoft Office PowerPoint</Application>
  <PresentationFormat>Widescreen</PresentationFormat>
  <Paragraphs>396</Paragraphs>
  <Slides>28</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Arial</vt:lpstr>
      <vt:lpstr>S-P Global EDP 2026 16-9</vt:lpstr>
      <vt:lpstr>S&amp;P Global Energy EDP PowerPoint template</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PowerPoint Presentation</vt:lpstr>
      <vt:lpstr>PowerPoint Presentation</vt:lpstr>
      <vt:lpstr>PowerPoint Presentation</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S&amp;P Global</dc:creator>
  <cp:lastModifiedBy>S&amp;P Global</cp:lastModifiedBy>
  <cp:revision>1</cp:revision>
  <dcterms:created xsi:type="dcterms:W3CDTF">2025-12-29T14:22:12Z</dcterms:created>
  <dcterms:modified xsi:type="dcterms:W3CDTF">2025-12-29T14:22:32Z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0x01010062C5AB5430BD29468005F138BAADFA30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