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customXml" Target="../customXml/item1.xml"/><Relationship Id="rId17" Type="http://schemas.openxmlformats.org/officeDocument/2006/relationships/customXml" Target="../customXml/item2.xml"/><Relationship Id="rId18" Type="http://schemas.openxmlformats.org/officeDocument/2006/relationships/customXml" Target="../customXml/item3.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opening title slide for the presentation on data center investment's macroeconomic impact. The slide establishes the professional tone and scope of the analysis. Key speaking points should include: Welcome and introduction to the strategic importance of data center investments in today's economy. Emphasize that this analysis examines how digital infrastructure spending has reached scales that materially impact national economic indicators. Set expectations that we'll explore investment volumes, economic ripple effects, and strategic implications for various stakeholders. Note the confidential nature of the insights and S&amp;P Global's unique perspective on this emerging macroeconomic trend.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executive summary slide establishes the foundational premise that data center investments have transcended their traditional technology sector boundaries to become a macroeconomic phenomenon. Key speaking points: Emphasize the transformation from niche to mainstream economic driver. Highlight the three primary catalysts: AI growth, cloud expansion, and digital transformation. Explain how infrastructure spending creates multiplier effects across the economy. Note that investment scales now influence national economic indicators. Set up the audience to understand why this trend requires attention from policymakers, investors, and business leaders beyond the technology sector. This slide should generate interest in the detailed analysis to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examines the comprehensive economic ripple effects created by data center investments across multiple sectors and supply chains. Key speaking points should include: Distinguish between direct and indirect economic impacts to show the full scope of influence. Emphasize the immediate job creation during construction phases and ongoing operational employment. Highlight the capital-intensive nature driving equipment procurement across multiple industries. Discuss real estate market impacts and competition for suitable sites. Explain supply chain effects across traditional industries like steel and concrete. Focus on energy sector implications as data centers become major power consumers. Note the cluster effects that attract related technology companies and create innovation hubs. This slide demonstrates why data center investments have macroeconomic significance beyond their immediate technology sector classification.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concluding slide synthesizes the strategic implications and provides actionable guidance for different stakeholder groups. Key speaking points should include: Emphasize the need to integrate data center trends into economic forecasting and planning. Address specific considerations for policymakers including infrastructure, energy, and workforce planning. Highlight the shift in investor perspective from technology to infrastructure investment classification. Discuss regional development strategies and competitive advantages of data center clustering. Address energy utility planning requirements and grid modernization needs. Note the need for new real estate analytical frameworks. Emphasize the intersection of technological change with macroeconomic implications. Conclude with the importance of coordinated approaches that recognize data centers as critical economic infrastructure. This slide should leave the audience with clear understanding of why data center investments matter for their specific roles and decision-making processes.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image" Target="../media/image-1001-1.png"/><Relationship Id="rId2"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7-1.png"/><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image" Target="../media/image-1009-1.png"/><Relationship Id="rId2"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image" Target="../media/image-1010-1.png"/><Relationship Id="rId2"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image" Target="../media/image-1011-1.png"/><Relationship Id="rId2"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image" Target="../media/image-1012-1.png"/><Relationship Id="rId2"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image" Target="../media/image-1013-1.png"/><Relationship Id="rId2"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image" Target="../media/image-1014-1.png"/><Relationship Id="rId2"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image" Target="../media/image-1016-1.png"/><Relationship Id="rId2"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image" Target="../media/image-1017-1.png"/><Relationship Id="rId2"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image" Target="../media/image-1018-1.png"/><Relationship Id="rId2"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image" Target="../media/image-1020-1.png"/><Relationship Id="rId2"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image" Target="../media/image-1021-1.png"/><Relationship Id="rId2"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image" Target="../media/image-1023-1.png"/><Relationship Id="rId2"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image" Target="../media/image-1024-1.png"/><Relationship Id="rId2"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image" Target="../media/image-1025-1.png"/><Relationship Id="rId2"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image" Target="../media/image-1026-1.png"/><Relationship Id="rId2"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image" Target="../media/image-1028-1.png"/><Relationship Id="rId2"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image" Target="../media/image-1029-1.png"/><Relationship Id="rId2"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image" Target="../media/image-1030-1.png"/><Relationship Id="rId2"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image" Target="../media/image-1032-1.png"/><Relationship Id="rId2"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image" Target="../media/image-1033-1.png"/><Relationship Id="rId2"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image" Target="../media/image-1034-1.png"/><Relationship Id="rId2"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image" Target="../media/image-1035-1.png"/><Relationship Id="rId2"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image" Target="../media/image-1037-1.png"/><Relationship Id="rId2"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image" Target="../media/image-1038-1.png"/><Relationship Id="rId2"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image" Target="../media/image-1039-1.png"/><Relationship Id="rId2"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image" Target="../media/image-1040-1.png"/><Relationship Id="rId2"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image" Target="../media/image-1041-1.png"/><Relationship Id="rId2"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image" Target="../media/image-1043-1.png"/><Relationship Id="rId2"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image" Target="../media/image-1047-1.png"/><Relationship Id="rId2"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image" Target="../media/image-1052-1.png"/><Relationship Id="rId2"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image" Target="../media/image-1053-1.png"/><Relationship Id="rId2"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image" Target="../media/image-1054-1.png"/><Relationship Id="rId2"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image" Target="../media/image-1056-1.png"/><Relationship Id="rId2"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image" Target="../media/image-1057-1.png"/><Relationship Id="rId2"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image" Target="../media/image-1058-1.png"/><Relationship Id="rId2"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image" Target="../media/image-1059-1.png"/><Relationship Id="rId2"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image" Target="../media/image-1066-1.jpeg"/><Relationship Id="rId2" Type="http://schemas.openxmlformats.org/officeDocument/2006/relationships/image" Target="../media/image-1066-2.png"/><Relationship Id="rId3"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image" Target="../media/image-1067-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 no subtitl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E553B1B-F09C-4BCE-B1ED-5F7876CB7175}"/>
              </a:ext>
            </a:extLst>
          </p:cNvPr>
          <p:cNvSpPr>
            <a:spLocks noGrp="1"/>
          </p:cNvSpPr>
          <p:nvPr>
            <p:ph type="ftr" sz="quarter" idx="18"/>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9" name="Title 6">
            <a:extLst>
              <a:ext uri="{FF2B5EF4-FFF2-40B4-BE49-F238E27FC236}">
                <a16:creationId xmlns:a16="http://schemas.microsoft.com/office/drawing/2014/main" id="{25C0A2CC-8C09-4333-9F19-4CE0A59F345F}"/>
              </a:ext>
            </a:extLst>
          </p:cNvPr>
          <p:cNvSpPr>
            <a:spLocks noGrp="1"/>
          </p:cNvSpPr>
          <p:nvPr>
            <p:ph type="title" hasCustomPrompt="1"/>
          </p:nvPr>
        </p:nvSpPr>
        <p:spPr>
          <a:xfrm>
            <a:off x="567040" y="347472"/>
            <a:ext cx="11060912" cy="826477"/>
          </a:xfrm>
        </p:spPr>
        <p:txBody>
          <a:bodyPr/>
          <a:lstStyle/>
          <a:p>
            <a:r>
              <a:rPr lang="en-US"/>
              <a:t>[Headline]</a:t>
            </a:r>
          </a:p>
        </p:txBody>
      </p:sp>
      <p:sp>
        <p:nvSpPr>
          <p:cNvPr id="3" name="Content Placeholder 2">
            <a:extLst>
              <a:ext uri="{FF2B5EF4-FFF2-40B4-BE49-F238E27FC236}">
                <a16:creationId xmlns:a16="http://schemas.microsoft.com/office/drawing/2014/main" id="{6765E0BB-9159-43DF-B78A-D878AD54B307}"/>
              </a:ext>
            </a:extLst>
          </p:cNvPr>
          <p:cNvSpPr>
            <a:spLocks noGrp="1"/>
          </p:cNvSpPr>
          <p:nvPr>
            <p:ph sz="quarter" idx="17" hasCustomPrompt="1"/>
          </p:nvPr>
        </p:nvSpPr>
        <p:spPr>
          <a:xfrm>
            <a:off x="567037" y="1257300"/>
            <a:ext cx="11064240" cy="434340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8" name="Footnote">
            <a:extLst>
              <a:ext uri="{FF2B5EF4-FFF2-40B4-BE49-F238E27FC236}">
                <a16:creationId xmlns:a16="http://schemas.microsoft.com/office/drawing/2014/main" id="{47493D5F-84BF-4940-A104-ECCA1C18969D}"/>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pic>
        <p:nvPicPr>
          <p:cNvPr id="100" name="Image 0" descr="https://snp-mediaportal.qbank.se/assets/deployedFiles/b1df7db893866364c914f2942049e8bf.png"/>
          <p:cNvPicPr>
            <a:picLocks noChangeAspect="1"/>
          </p:cNvPicPr>
          <p:nvPr/>
        </p:nvPicPr>
        <p:blipFill>
          <a:blip r:embed="rId1"/>
          <a:stretch>
            <a:fillRect/>
          </a:stretch>
        </p:blipFill>
        <p:spPr>
          <a:xfrm>
            <a:off x="466344" y="6281928"/>
            <a:ext cx="1572768" cy="557784"/>
          </a:xfrm>
          <a:prstGeom prst="rect">
            <a:avLst/>
          </a:prstGeom>
        </p:spPr>
      </p:pic>
    </p:spTree>
    <p:extLst>
      <p:ext uri="{BB962C8B-B14F-4D97-AF65-F5344CB8AC3E}">
        <p14:creationId xmlns:p14="http://schemas.microsoft.com/office/powerpoint/2010/main" val="28419247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w/Sub-headlin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3D8889F-920C-4319-AFB6-3C9009C9EE2D}"/>
              </a:ext>
            </a:extLst>
          </p:cNvPr>
          <p:cNvSpPr>
            <a:spLocks noGrp="1"/>
          </p:cNvSpPr>
          <p:nvPr>
            <p:ph type="ftr" sz="quarter" idx="20"/>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7039" y="342900"/>
            <a:ext cx="11062709" cy="460551"/>
          </a:xfrm>
        </p:spPr>
        <p:txBody>
          <a:bodyPr/>
          <a:lstStyle/>
          <a:p>
            <a:r>
              <a:rPr lang="en-US"/>
              <a:t>[Headline]</a:t>
            </a:r>
          </a:p>
        </p:txBody>
      </p:sp>
      <p:sp>
        <p:nvSpPr>
          <p:cNvPr id="9" name="Sub-headline">
            <a:extLst>
              <a:ext uri="{FF2B5EF4-FFF2-40B4-BE49-F238E27FC236}">
                <a16:creationId xmlns:a16="http://schemas.microsoft.com/office/drawing/2014/main" id="{43FE0DC3-F312-4660-86BD-A98328F26A4F}"/>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57300"/>
            <a:ext cx="11064240" cy="434340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0" name="Footnote">
            <a:extLst>
              <a:ext uri="{FF2B5EF4-FFF2-40B4-BE49-F238E27FC236}">
                <a16:creationId xmlns:a16="http://schemas.microsoft.com/office/drawing/2014/main" id="{9D7D1A86-6C0E-4CB8-9A24-2845A8A33E26}"/>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pic>
        <p:nvPicPr>
          <p:cNvPr id="100" name="Image 0" descr="https://snp-mediaportal.qbank.se/assets/deployedFiles/b1df7db893866364c914f2942049e8bf.png"/>
          <p:cNvPicPr>
            <a:picLocks noChangeAspect="1"/>
          </p:cNvPicPr>
          <p:nvPr/>
        </p:nvPicPr>
        <p:blipFill>
          <a:blip r:embed="rId1"/>
          <a:stretch>
            <a:fillRect/>
          </a:stretch>
        </p:blipFill>
        <p:spPr>
          <a:xfrm>
            <a:off x="466344" y="6281928"/>
            <a:ext cx="1572768" cy="557784"/>
          </a:xfrm>
          <a:prstGeom prst="rect">
            <a:avLst/>
          </a:prstGeom>
        </p:spPr>
      </p:pic>
    </p:spTree>
    <p:extLst>
      <p:ext uri="{BB962C8B-B14F-4D97-AF65-F5344CB8AC3E}">
        <p14:creationId xmlns:p14="http://schemas.microsoft.com/office/powerpoint/2010/main" val="167677089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w 2 Line Title and Sub-headlin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5468271-2A9D-4952-80BC-4A10FA385C0C}"/>
              </a:ext>
            </a:extLst>
          </p:cNvPr>
          <p:cNvSpPr>
            <a:spLocks noGrp="1"/>
          </p:cNvSpPr>
          <p:nvPr>
            <p:ph type="ftr" sz="quarter" idx="20"/>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7" name="Title 6">
            <a:extLst>
              <a:ext uri="{FF2B5EF4-FFF2-40B4-BE49-F238E27FC236}">
                <a16:creationId xmlns:a16="http://schemas.microsoft.com/office/drawing/2014/main" id="{9F6A52D2-B831-4A7E-B79F-CA60DD5AFA5B}"/>
              </a:ext>
            </a:extLst>
          </p:cNvPr>
          <p:cNvSpPr>
            <a:spLocks noGrp="1"/>
          </p:cNvSpPr>
          <p:nvPr>
            <p:ph type="title" hasCustomPrompt="1"/>
          </p:nvPr>
        </p:nvSpPr>
        <p:spPr>
          <a:xfrm>
            <a:off x="567039" y="342900"/>
            <a:ext cx="11062709" cy="826477"/>
          </a:xfrm>
        </p:spPr>
        <p:txBody>
          <a:bodyPr/>
          <a:lstStyle/>
          <a:p>
            <a:r>
              <a:rPr lang="en-US"/>
              <a:t>[Headline]</a:t>
            </a:r>
          </a:p>
        </p:txBody>
      </p:sp>
      <p:sp>
        <p:nvSpPr>
          <p:cNvPr id="8" name="Sub-headline">
            <a:extLst>
              <a:ext uri="{FF2B5EF4-FFF2-40B4-BE49-F238E27FC236}">
                <a16:creationId xmlns:a16="http://schemas.microsoft.com/office/drawing/2014/main" id="{D212CF22-B0A8-44E6-9016-A098DED0B9DC}"/>
              </a:ext>
            </a:extLst>
          </p:cNvPr>
          <p:cNvSpPr>
            <a:spLocks noGrp="1"/>
          </p:cNvSpPr>
          <p:nvPr>
            <p:ph type="body" sz="quarter" idx="13" hasCustomPrompt="1"/>
          </p:nvPr>
        </p:nvSpPr>
        <p:spPr>
          <a:xfrm>
            <a:off x="567039" y="1262525"/>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11" name="Content Placeholder 2">
            <a:extLst>
              <a:ext uri="{FF2B5EF4-FFF2-40B4-BE49-F238E27FC236}">
                <a16:creationId xmlns:a16="http://schemas.microsoft.com/office/drawing/2014/main" id="{3E5ACEF0-A41E-43CA-95FB-8893A51AFE9C}"/>
              </a:ext>
            </a:extLst>
          </p:cNvPr>
          <p:cNvSpPr>
            <a:spLocks noGrp="1"/>
          </p:cNvSpPr>
          <p:nvPr>
            <p:ph sz="quarter" idx="17" hasCustomPrompt="1"/>
          </p:nvPr>
        </p:nvSpPr>
        <p:spPr>
          <a:xfrm>
            <a:off x="567038" y="1638300"/>
            <a:ext cx="11067749" cy="396240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0" name="Footnote">
            <a:extLst>
              <a:ext uri="{FF2B5EF4-FFF2-40B4-BE49-F238E27FC236}">
                <a16:creationId xmlns:a16="http://schemas.microsoft.com/office/drawing/2014/main" id="{2AC03367-3865-46D6-B5A4-164C77CEC650}"/>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pic>
        <p:nvPicPr>
          <p:cNvPr id="100" name="Image 0" descr="https://snp-mediaportal.qbank.se/assets/deployedFiles/b1df7db893866364c914f2942049e8bf.png"/>
          <p:cNvPicPr>
            <a:picLocks noChangeAspect="1"/>
          </p:cNvPicPr>
          <p:nvPr/>
        </p:nvPicPr>
        <p:blipFill>
          <a:blip r:embed="rId1"/>
          <a:stretch>
            <a:fillRect/>
          </a:stretch>
        </p:blipFill>
        <p:spPr>
          <a:xfrm>
            <a:off x="466344" y="6281928"/>
            <a:ext cx="1572768" cy="557784"/>
          </a:xfrm>
          <a:prstGeom prst="rect">
            <a:avLst/>
          </a:prstGeom>
        </p:spPr>
      </p:pic>
    </p:spTree>
    <p:extLst>
      <p:ext uri="{BB962C8B-B14F-4D97-AF65-F5344CB8AC3E}">
        <p14:creationId xmlns:p14="http://schemas.microsoft.com/office/powerpoint/2010/main" val="2726644003"/>
      </p:ext>
    </p:extLst>
  </p:cSld>
  <p:clrMapOvr>
    <a:masterClrMapping/>
  </p:clrMapOvr>
  <p:extLst>
    <p:ext uri="{DCECCB84-F9BA-43D5-87BE-67443E8EF086}">
      <p15:sldGuideLst xmlns:p15="http://schemas.microsoft.com/office/powerpoint/2012/main">
        <p15:guide id="1" orient="horz" pos="1032" userDrawn="1">
          <p15:clr>
            <a:srgbClr val="FBAE40"/>
          </p15:clr>
        </p15:guide>
        <p15:guide id="2" orient="horz" pos="352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C2D41B5-9D75-401F-A700-D560FB70E174}"/>
              </a:ext>
            </a:extLst>
          </p:cNvPr>
          <p:cNvSpPr>
            <a:spLocks noGrp="1"/>
          </p:cNvSpPr>
          <p:nvPr>
            <p:ph type="ftr" sz="quarter" idx="22"/>
          </p:nvPr>
        </p:nvSpPr>
        <p:spPr/>
        <p:txBody>
          <a:bodyPr/>
          <a:lstStyle/>
          <a:p>
            <a:r>
              <a:rPr lang="en-US"/>
              <a:t>Section name (optional) / Title / Month 20YY</a:t>
            </a:r>
          </a:p>
        </p:txBody>
      </p:sp>
      <p:sp>
        <p:nvSpPr>
          <p:cNvPr id="7" name="Slide Number Placeholder 6"/>
          <p:cNvSpPr>
            <a:spLocks noGrp="1"/>
          </p:cNvSpPr>
          <p:nvPr>
            <p:ph type="sldNum" sz="quarter" idx="12"/>
          </p:nvPr>
        </p:nvSpPr>
        <p:spPr/>
        <p:txBody>
          <a:bodyPr/>
          <a:lstStyle/>
          <a:p>
            <a:fld id="{5CFA18E4-D58E-4B28-B105-28D9665A8EBC}" type="slidenum">
              <a:rPr lang="en-US" smtClean="0"/>
              <a:t>‹#›</a:t>
            </a:fld>
            <a:endParaRPr lang="en-US"/>
          </a:p>
        </p:txBody>
      </p:sp>
      <p:sp>
        <p:nvSpPr>
          <p:cNvPr id="14" name="Title 6">
            <a:extLst>
              <a:ext uri="{FF2B5EF4-FFF2-40B4-BE49-F238E27FC236}">
                <a16:creationId xmlns:a16="http://schemas.microsoft.com/office/drawing/2014/main" id="{5EA2658C-4D1F-4341-9FB3-AE639A5B7A6D}"/>
              </a:ext>
            </a:extLst>
          </p:cNvPr>
          <p:cNvSpPr>
            <a:spLocks noGrp="1"/>
          </p:cNvSpPr>
          <p:nvPr>
            <p:ph type="title" hasCustomPrompt="1"/>
          </p:nvPr>
        </p:nvSpPr>
        <p:spPr>
          <a:xfrm>
            <a:off x="567039" y="342900"/>
            <a:ext cx="11062709" cy="460551"/>
          </a:xfrm>
        </p:spPr>
        <p:txBody>
          <a:bodyPr/>
          <a:lstStyle/>
          <a:p>
            <a:r>
              <a:rPr lang="en-US"/>
              <a:t>[Headline]</a:t>
            </a:r>
          </a:p>
        </p:txBody>
      </p:sp>
      <p:sp>
        <p:nvSpPr>
          <p:cNvPr id="16" name="Sub-headline">
            <a:extLst>
              <a:ext uri="{FF2B5EF4-FFF2-40B4-BE49-F238E27FC236}">
                <a16:creationId xmlns:a16="http://schemas.microsoft.com/office/drawing/2014/main" id="{E1A85031-5F0D-460E-8199-AA7813EBCC9E}"/>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10" name="Content Placeholder 2">
            <a:extLst>
              <a:ext uri="{FF2B5EF4-FFF2-40B4-BE49-F238E27FC236}">
                <a16:creationId xmlns:a16="http://schemas.microsoft.com/office/drawing/2014/main" id="{8C01F00E-9845-424A-8079-B7849E9BF557}"/>
              </a:ext>
            </a:extLst>
          </p:cNvPr>
          <p:cNvSpPr>
            <a:spLocks noGrp="1"/>
          </p:cNvSpPr>
          <p:nvPr>
            <p:ph sz="quarter" idx="19" hasCustomPrompt="1"/>
          </p:nvPr>
        </p:nvSpPr>
        <p:spPr>
          <a:xfrm>
            <a:off x="567038" y="1257300"/>
            <a:ext cx="5029200" cy="4343398"/>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1" name="Content Placeholder 2">
            <a:extLst>
              <a:ext uri="{FF2B5EF4-FFF2-40B4-BE49-F238E27FC236}">
                <a16:creationId xmlns:a16="http://schemas.microsoft.com/office/drawing/2014/main" id="{4E7C4A77-7AC4-4038-B240-8D9582AC63B0}"/>
              </a:ext>
            </a:extLst>
          </p:cNvPr>
          <p:cNvSpPr>
            <a:spLocks noGrp="1"/>
          </p:cNvSpPr>
          <p:nvPr>
            <p:ph sz="quarter" idx="20" hasCustomPrompt="1"/>
          </p:nvPr>
        </p:nvSpPr>
        <p:spPr>
          <a:xfrm>
            <a:off x="6600547" y="1257300"/>
            <a:ext cx="5029200" cy="434340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2" name="Footnote">
            <a:extLst>
              <a:ext uri="{FF2B5EF4-FFF2-40B4-BE49-F238E27FC236}">
                <a16:creationId xmlns:a16="http://schemas.microsoft.com/office/drawing/2014/main" id="{1265A9EC-4B54-4E71-9950-83F2CC078114}"/>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pic>
        <p:nvPicPr>
          <p:cNvPr id="100" name="Image 0" descr="https://snp-mediaportal.qbank.se/assets/deployedFiles/b1df7db893866364c914f2942049e8bf.png"/>
          <p:cNvPicPr>
            <a:picLocks noChangeAspect="1"/>
          </p:cNvPicPr>
          <p:nvPr/>
        </p:nvPicPr>
        <p:blipFill>
          <a:blip r:embed="rId1"/>
          <a:stretch>
            <a:fillRect/>
          </a:stretch>
        </p:blipFill>
        <p:spPr>
          <a:xfrm>
            <a:off x="466344" y="6281928"/>
            <a:ext cx="1572768" cy="557784"/>
          </a:xfrm>
          <a:prstGeom prst="rect">
            <a:avLst/>
          </a:prstGeom>
        </p:spPr>
      </p:pic>
    </p:spTree>
    <p:extLst>
      <p:ext uri="{BB962C8B-B14F-4D97-AF65-F5344CB8AC3E}">
        <p14:creationId xmlns:p14="http://schemas.microsoft.com/office/powerpoint/2010/main" val="162773352"/>
      </p:ext>
    </p:extLst>
  </p:cSld>
  <p:clrMapOvr>
    <a:masterClrMapping/>
  </p:clrMapOvr>
  <p:extLst>
    <p:ext uri="{DCECCB84-F9BA-43D5-87BE-67443E8EF086}">
      <p15:sldGuideLst xmlns:p15="http://schemas.microsoft.com/office/powerpoint/2012/main">
        <p15:guide id="3" orient="horz" pos="792" userDrawn="1">
          <p15:clr>
            <a:srgbClr val="FBAE40"/>
          </p15:clr>
        </p15:guide>
        <p15:guide id="4" orient="horz" pos="352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 Subtitles ">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D18551D-791B-450D-BD0F-4EEC0603C07D}"/>
              </a:ext>
            </a:extLst>
          </p:cNvPr>
          <p:cNvSpPr>
            <a:spLocks noGrp="1"/>
          </p:cNvSpPr>
          <p:nvPr>
            <p:ph type="ftr" sz="quarter" idx="24"/>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15" name="Title 6">
            <a:extLst>
              <a:ext uri="{FF2B5EF4-FFF2-40B4-BE49-F238E27FC236}">
                <a16:creationId xmlns:a16="http://schemas.microsoft.com/office/drawing/2014/main" id="{58A82081-6A70-4E53-9668-8A704A416147}"/>
              </a:ext>
            </a:extLst>
          </p:cNvPr>
          <p:cNvSpPr>
            <a:spLocks noGrp="1"/>
          </p:cNvSpPr>
          <p:nvPr>
            <p:ph type="title" hasCustomPrompt="1"/>
          </p:nvPr>
        </p:nvSpPr>
        <p:spPr>
          <a:xfrm>
            <a:off x="567039" y="342900"/>
            <a:ext cx="11062709" cy="460551"/>
          </a:xfrm>
        </p:spPr>
        <p:txBody>
          <a:bodyPr/>
          <a:lstStyle/>
          <a:p>
            <a:r>
              <a:rPr lang="en-US"/>
              <a:t>[Headline]</a:t>
            </a:r>
          </a:p>
        </p:txBody>
      </p:sp>
      <p:sp>
        <p:nvSpPr>
          <p:cNvPr id="17" name="Sub-headline">
            <a:extLst>
              <a:ext uri="{FF2B5EF4-FFF2-40B4-BE49-F238E27FC236}">
                <a16:creationId xmlns:a16="http://schemas.microsoft.com/office/drawing/2014/main" id="{EDB95B89-2A33-48DD-AC3B-313AD82CB610}"/>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10" name="Subtitle Left">
            <a:extLst>
              <a:ext uri="{FF2B5EF4-FFF2-40B4-BE49-F238E27FC236}">
                <a16:creationId xmlns:a16="http://schemas.microsoft.com/office/drawing/2014/main" id="{8403981E-786C-4EF9-AF33-61C19C423EFE}"/>
              </a:ext>
            </a:extLst>
          </p:cNvPr>
          <p:cNvSpPr>
            <a:spLocks noGrp="1"/>
          </p:cNvSpPr>
          <p:nvPr>
            <p:ph type="body" sz="quarter" idx="16" hasCustomPrompt="1"/>
          </p:nvPr>
        </p:nvSpPr>
        <p:spPr>
          <a:xfrm>
            <a:off x="567038" y="1273308"/>
            <a:ext cx="5029200" cy="278706"/>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14" name="Content Placeholder 2">
            <a:extLst>
              <a:ext uri="{FF2B5EF4-FFF2-40B4-BE49-F238E27FC236}">
                <a16:creationId xmlns:a16="http://schemas.microsoft.com/office/drawing/2014/main" id="{FD4842E1-8DB4-4D2D-8B37-7306DA8AA400}"/>
              </a:ext>
            </a:extLst>
          </p:cNvPr>
          <p:cNvSpPr>
            <a:spLocks noGrp="1"/>
          </p:cNvSpPr>
          <p:nvPr>
            <p:ph sz="quarter" idx="22" hasCustomPrompt="1"/>
          </p:nvPr>
        </p:nvSpPr>
        <p:spPr>
          <a:xfrm>
            <a:off x="567038" y="1647590"/>
            <a:ext cx="5029200" cy="3915009"/>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1" name="Subtitle Right">
            <a:extLst>
              <a:ext uri="{FF2B5EF4-FFF2-40B4-BE49-F238E27FC236}">
                <a16:creationId xmlns:a16="http://schemas.microsoft.com/office/drawing/2014/main" id="{B61E0577-E2AB-4D15-B857-69F705573C64}"/>
              </a:ext>
            </a:extLst>
          </p:cNvPr>
          <p:cNvSpPr>
            <a:spLocks noGrp="1"/>
          </p:cNvSpPr>
          <p:nvPr>
            <p:ph type="body" sz="quarter" idx="19" hasCustomPrompt="1"/>
          </p:nvPr>
        </p:nvSpPr>
        <p:spPr>
          <a:xfrm>
            <a:off x="6602078" y="1273308"/>
            <a:ext cx="5029200" cy="278706"/>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18" name="Content Placeholder 2">
            <a:extLst>
              <a:ext uri="{FF2B5EF4-FFF2-40B4-BE49-F238E27FC236}">
                <a16:creationId xmlns:a16="http://schemas.microsoft.com/office/drawing/2014/main" id="{66F8253E-1094-4CA9-B5AB-E7D20AD42CF3}"/>
              </a:ext>
            </a:extLst>
          </p:cNvPr>
          <p:cNvSpPr>
            <a:spLocks noGrp="1"/>
          </p:cNvSpPr>
          <p:nvPr>
            <p:ph sz="quarter" idx="20" hasCustomPrompt="1"/>
          </p:nvPr>
        </p:nvSpPr>
        <p:spPr>
          <a:xfrm>
            <a:off x="6602078" y="1647590"/>
            <a:ext cx="5029200" cy="3915011"/>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2" name="Footnote">
            <a:extLst>
              <a:ext uri="{FF2B5EF4-FFF2-40B4-BE49-F238E27FC236}">
                <a16:creationId xmlns:a16="http://schemas.microsoft.com/office/drawing/2014/main" id="{EC8D25E1-630B-4946-B6B3-50E82479777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pic>
        <p:nvPicPr>
          <p:cNvPr id="100" name="Image 0" descr="https://snp-mediaportal.qbank.se/assets/deployedFiles/b1df7db893866364c914f2942049e8bf.png"/>
          <p:cNvPicPr>
            <a:picLocks noChangeAspect="1"/>
          </p:cNvPicPr>
          <p:nvPr/>
        </p:nvPicPr>
        <p:blipFill>
          <a:blip r:embed="rId1"/>
          <a:stretch>
            <a:fillRect/>
          </a:stretch>
        </p:blipFill>
        <p:spPr>
          <a:xfrm>
            <a:off x="466344" y="6281928"/>
            <a:ext cx="1572768" cy="557784"/>
          </a:xfrm>
          <a:prstGeom prst="rect">
            <a:avLst/>
          </a:prstGeom>
        </p:spPr>
      </p:pic>
    </p:spTree>
    <p:extLst>
      <p:ext uri="{BB962C8B-B14F-4D97-AF65-F5344CB8AC3E}">
        <p14:creationId xmlns:p14="http://schemas.microsoft.com/office/powerpoint/2010/main" val="121436942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4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7AD1F87-EF68-4B82-B281-A492E4EB948A}"/>
              </a:ext>
            </a:extLst>
          </p:cNvPr>
          <p:cNvSpPr>
            <a:spLocks noGrp="1"/>
          </p:cNvSpPr>
          <p:nvPr>
            <p:ph type="ftr" sz="quarter" idx="31"/>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35" name="Title 6">
            <a:extLst>
              <a:ext uri="{FF2B5EF4-FFF2-40B4-BE49-F238E27FC236}">
                <a16:creationId xmlns:a16="http://schemas.microsoft.com/office/drawing/2014/main" id="{3DE2B13A-4728-4D28-B252-5AC74A85D744}"/>
              </a:ext>
            </a:extLst>
          </p:cNvPr>
          <p:cNvSpPr>
            <a:spLocks noGrp="1"/>
          </p:cNvSpPr>
          <p:nvPr>
            <p:ph type="title" hasCustomPrompt="1"/>
          </p:nvPr>
        </p:nvSpPr>
        <p:spPr>
          <a:xfrm>
            <a:off x="567039" y="342900"/>
            <a:ext cx="11062709" cy="460551"/>
          </a:xfrm>
        </p:spPr>
        <p:txBody>
          <a:bodyPr/>
          <a:lstStyle/>
          <a:p>
            <a:r>
              <a:rPr lang="en-US"/>
              <a:t>[Headline]</a:t>
            </a:r>
          </a:p>
        </p:txBody>
      </p:sp>
      <p:sp>
        <p:nvSpPr>
          <p:cNvPr id="17" name="Sub-headline">
            <a:extLst>
              <a:ext uri="{FF2B5EF4-FFF2-40B4-BE49-F238E27FC236}">
                <a16:creationId xmlns:a16="http://schemas.microsoft.com/office/drawing/2014/main" id="{2EFAA073-8240-4C6D-8D47-1612D459C33A}"/>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20" name="Subtitle Left">
            <a:extLst>
              <a:ext uri="{FF2B5EF4-FFF2-40B4-BE49-F238E27FC236}">
                <a16:creationId xmlns:a16="http://schemas.microsoft.com/office/drawing/2014/main" id="{1100B900-C5D3-47E6-B07C-F64665097B85}"/>
              </a:ext>
            </a:extLst>
          </p:cNvPr>
          <p:cNvSpPr>
            <a:spLocks noGrp="1"/>
          </p:cNvSpPr>
          <p:nvPr>
            <p:ph type="body" sz="quarter" idx="16" hasCustomPrompt="1"/>
          </p:nvPr>
        </p:nvSpPr>
        <p:spPr>
          <a:xfrm>
            <a:off x="558801"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29" name="Text Placeholder 7">
            <a:extLst>
              <a:ext uri="{FF2B5EF4-FFF2-40B4-BE49-F238E27FC236}">
                <a16:creationId xmlns:a16="http://schemas.microsoft.com/office/drawing/2014/main" id="{C3974BE8-A7E1-4699-8477-65E1DA07C859}"/>
              </a:ext>
            </a:extLst>
          </p:cNvPr>
          <p:cNvSpPr>
            <a:spLocks noGrp="1"/>
          </p:cNvSpPr>
          <p:nvPr>
            <p:ph type="body" sz="quarter" idx="24" hasCustomPrompt="1"/>
          </p:nvPr>
        </p:nvSpPr>
        <p:spPr>
          <a:xfrm>
            <a:off x="558800"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24" name="Subtitle Left Middle">
            <a:extLst>
              <a:ext uri="{FF2B5EF4-FFF2-40B4-BE49-F238E27FC236}">
                <a16:creationId xmlns:a16="http://schemas.microsoft.com/office/drawing/2014/main" id="{19F653FA-A9BA-497A-A83F-D117941654E1}"/>
              </a:ext>
            </a:extLst>
          </p:cNvPr>
          <p:cNvSpPr>
            <a:spLocks noGrp="1"/>
          </p:cNvSpPr>
          <p:nvPr>
            <p:ph type="body" sz="quarter" idx="17" hasCustomPrompt="1"/>
          </p:nvPr>
        </p:nvSpPr>
        <p:spPr>
          <a:xfrm>
            <a:off x="3395078"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7" name="Text Placeholder 7">
            <a:extLst>
              <a:ext uri="{FF2B5EF4-FFF2-40B4-BE49-F238E27FC236}">
                <a16:creationId xmlns:a16="http://schemas.microsoft.com/office/drawing/2014/main" id="{4A722BFE-0050-4972-B7CE-C4405F024346}"/>
              </a:ext>
            </a:extLst>
          </p:cNvPr>
          <p:cNvSpPr>
            <a:spLocks noGrp="1"/>
          </p:cNvSpPr>
          <p:nvPr>
            <p:ph type="body" sz="quarter" idx="25" hasCustomPrompt="1"/>
          </p:nvPr>
        </p:nvSpPr>
        <p:spPr>
          <a:xfrm>
            <a:off x="3395077"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26" name="Subtitle Middle">
            <a:extLst>
              <a:ext uri="{FF2B5EF4-FFF2-40B4-BE49-F238E27FC236}">
                <a16:creationId xmlns:a16="http://schemas.microsoft.com/office/drawing/2014/main" id="{C67D1831-D469-4022-AC57-0C8E07B415FD}"/>
              </a:ext>
            </a:extLst>
          </p:cNvPr>
          <p:cNvSpPr>
            <a:spLocks noGrp="1"/>
          </p:cNvSpPr>
          <p:nvPr>
            <p:ph type="body" sz="quarter" idx="19" hasCustomPrompt="1"/>
          </p:nvPr>
        </p:nvSpPr>
        <p:spPr>
          <a:xfrm>
            <a:off x="6231355"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8" name="Text Placeholder 7">
            <a:extLst>
              <a:ext uri="{FF2B5EF4-FFF2-40B4-BE49-F238E27FC236}">
                <a16:creationId xmlns:a16="http://schemas.microsoft.com/office/drawing/2014/main" id="{F6CB5D78-D81A-4133-8C2C-5B5D05482A5B}"/>
              </a:ext>
            </a:extLst>
          </p:cNvPr>
          <p:cNvSpPr>
            <a:spLocks noGrp="1"/>
          </p:cNvSpPr>
          <p:nvPr>
            <p:ph type="body" sz="quarter" idx="26" hasCustomPrompt="1"/>
          </p:nvPr>
        </p:nvSpPr>
        <p:spPr>
          <a:xfrm>
            <a:off x="6231354"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27" name="Subtitle Right Middle">
            <a:extLst>
              <a:ext uri="{FF2B5EF4-FFF2-40B4-BE49-F238E27FC236}">
                <a16:creationId xmlns:a16="http://schemas.microsoft.com/office/drawing/2014/main" id="{F1585BC4-F61A-4906-BC79-1A13DBBBA0D4}"/>
              </a:ext>
            </a:extLst>
          </p:cNvPr>
          <p:cNvSpPr>
            <a:spLocks noGrp="1"/>
          </p:cNvSpPr>
          <p:nvPr>
            <p:ph type="body" sz="quarter" idx="21" hasCustomPrompt="1"/>
          </p:nvPr>
        </p:nvSpPr>
        <p:spPr>
          <a:xfrm>
            <a:off x="9067631"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9" name="Text Placeholder 7">
            <a:extLst>
              <a:ext uri="{FF2B5EF4-FFF2-40B4-BE49-F238E27FC236}">
                <a16:creationId xmlns:a16="http://schemas.microsoft.com/office/drawing/2014/main" id="{BFCEE010-7658-4DA0-96B4-C7212FD2F4B1}"/>
              </a:ext>
            </a:extLst>
          </p:cNvPr>
          <p:cNvSpPr>
            <a:spLocks noGrp="1"/>
          </p:cNvSpPr>
          <p:nvPr>
            <p:ph type="body" sz="quarter" idx="27" hasCustomPrompt="1"/>
          </p:nvPr>
        </p:nvSpPr>
        <p:spPr>
          <a:xfrm>
            <a:off x="9067631"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18" name="Footnote">
            <a:extLst>
              <a:ext uri="{FF2B5EF4-FFF2-40B4-BE49-F238E27FC236}">
                <a16:creationId xmlns:a16="http://schemas.microsoft.com/office/drawing/2014/main" id="{ECA1AF56-EBF3-4BA2-BE51-E2712FF6CFCF}"/>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pic>
        <p:nvPicPr>
          <p:cNvPr id="100" name="Image 0" descr="https://snp-mediaportal.qbank.se/assets/deployedFiles/b1df7db893866364c914f2942049e8bf.png"/>
          <p:cNvPicPr>
            <a:picLocks noChangeAspect="1"/>
          </p:cNvPicPr>
          <p:nvPr/>
        </p:nvPicPr>
        <p:blipFill>
          <a:blip r:embed="rId1"/>
          <a:stretch>
            <a:fillRect/>
          </a:stretch>
        </p:blipFill>
        <p:spPr>
          <a:xfrm>
            <a:off x="466344" y="6281928"/>
            <a:ext cx="1572768" cy="557784"/>
          </a:xfrm>
          <a:prstGeom prst="rect">
            <a:avLst/>
          </a:prstGeom>
        </p:spPr>
      </p:pic>
    </p:spTree>
    <p:extLst>
      <p:ext uri="{BB962C8B-B14F-4D97-AF65-F5344CB8AC3E}">
        <p14:creationId xmlns:p14="http://schemas.microsoft.com/office/powerpoint/2010/main" val="2295911752"/>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5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48C1FB7-A846-4204-8CEA-AC3CFF89BDC9}"/>
              </a:ext>
            </a:extLst>
          </p:cNvPr>
          <p:cNvSpPr>
            <a:spLocks noGrp="1"/>
          </p:cNvSpPr>
          <p:nvPr>
            <p:ph type="ftr" sz="quarter" idx="31"/>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35" name="Title 6">
            <a:extLst>
              <a:ext uri="{FF2B5EF4-FFF2-40B4-BE49-F238E27FC236}">
                <a16:creationId xmlns:a16="http://schemas.microsoft.com/office/drawing/2014/main" id="{3DE2B13A-4728-4D28-B252-5AC74A85D744}"/>
              </a:ext>
            </a:extLst>
          </p:cNvPr>
          <p:cNvSpPr>
            <a:spLocks noGrp="1"/>
          </p:cNvSpPr>
          <p:nvPr>
            <p:ph type="title" hasCustomPrompt="1"/>
          </p:nvPr>
        </p:nvSpPr>
        <p:spPr>
          <a:xfrm>
            <a:off x="567039" y="342900"/>
            <a:ext cx="11062709" cy="460551"/>
          </a:xfrm>
        </p:spPr>
        <p:txBody>
          <a:bodyPr/>
          <a:lstStyle/>
          <a:p>
            <a:r>
              <a:rPr lang="en-US"/>
              <a:t>[Headline]</a:t>
            </a:r>
          </a:p>
        </p:txBody>
      </p:sp>
      <p:sp>
        <p:nvSpPr>
          <p:cNvPr id="19" name="Sub-headline">
            <a:extLst>
              <a:ext uri="{FF2B5EF4-FFF2-40B4-BE49-F238E27FC236}">
                <a16:creationId xmlns:a16="http://schemas.microsoft.com/office/drawing/2014/main" id="{69FB779E-C080-4729-854B-F8289471D6AC}"/>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20" name="Subtitle Left">
            <a:extLst>
              <a:ext uri="{FF2B5EF4-FFF2-40B4-BE49-F238E27FC236}">
                <a16:creationId xmlns:a16="http://schemas.microsoft.com/office/drawing/2014/main" id="{1100B900-C5D3-47E6-B07C-F64665097B85}"/>
              </a:ext>
            </a:extLst>
          </p:cNvPr>
          <p:cNvSpPr>
            <a:spLocks noGrp="1"/>
          </p:cNvSpPr>
          <p:nvPr>
            <p:ph type="body" sz="quarter" idx="16" hasCustomPrompt="1"/>
          </p:nvPr>
        </p:nvSpPr>
        <p:spPr>
          <a:xfrm>
            <a:off x="558801" y="1261872"/>
            <a:ext cx="2038238"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29" name="Text Placeholder 7">
            <a:extLst>
              <a:ext uri="{FF2B5EF4-FFF2-40B4-BE49-F238E27FC236}">
                <a16:creationId xmlns:a16="http://schemas.microsoft.com/office/drawing/2014/main" id="{C3974BE8-A7E1-4699-8477-65E1DA07C859}"/>
              </a:ext>
            </a:extLst>
          </p:cNvPr>
          <p:cNvSpPr>
            <a:spLocks noGrp="1"/>
          </p:cNvSpPr>
          <p:nvPr>
            <p:ph type="body" sz="quarter" idx="24" hasCustomPrompt="1"/>
          </p:nvPr>
        </p:nvSpPr>
        <p:spPr>
          <a:xfrm>
            <a:off x="558801"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24" name="Subtitle Left Middle">
            <a:extLst>
              <a:ext uri="{FF2B5EF4-FFF2-40B4-BE49-F238E27FC236}">
                <a16:creationId xmlns:a16="http://schemas.microsoft.com/office/drawing/2014/main" id="{19F653FA-A9BA-497A-A83F-D117941654E1}"/>
              </a:ext>
            </a:extLst>
          </p:cNvPr>
          <p:cNvSpPr>
            <a:spLocks noGrp="1"/>
          </p:cNvSpPr>
          <p:nvPr>
            <p:ph type="body" sz="quarter" idx="17" hasCustomPrompt="1"/>
          </p:nvPr>
        </p:nvSpPr>
        <p:spPr>
          <a:xfrm>
            <a:off x="2819483"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7" name="Text Placeholder 7">
            <a:extLst>
              <a:ext uri="{FF2B5EF4-FFF2-40B4-BE49-F238E27FC236}">
                <a16:creationId xmlns:a16="http://schemas.microsoft.com/office/drawing/2014/main" id="{4A722BFE-0050-4972-B7CE-C4405F024346}"/>
              </a:ext>
            </a:extLst>
          </p:cNvPr>
          <p:cNvSpPr>
            <a:spLocks noGrp="1"/>
          </p:cNvSpPr>
          <p:nvPr>
            <p:ph type="body" sz="quarter" idx="25" hasCustomPrompt="1"/>
          </p:nvPr>
        </p:nvSpPr>
        <p:spPr>
          <a:xfrm>
            <a:off x="2819314"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26" name="Subtitle Middle">
            <a:extLst>
              <a:ext uri="{FF2B5EF4-FFF2-40B4-BE49-F238E27FC236}">
                <a16:creationId xmlns:a16="http://schemas.microsoft.com/office/drawing/2014/main" id="{C67D1831-D469-4022-AC57-0C8E07B415FD}"/>
              </a:ext>
            </a:extLst>
          </p:cNvPr>
          <p:cNvSpPr>
            <a:spLocks noGrp="1"/>
          </p:cNvSpPr>
          <p:nvPr>
            <p:ph type="body" sz="quarter" idx="19" hasCustomPrompt="1"/>
          </p:nvPr>
        </p:nvSpPr>
        <p:spPr>
          <a:xfrm>
            <a:off x="5077991"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8" name="Text Placeholder 7">
            <a:extLst>
              <a:ext uri="{FF2B5EF4-FFF2-40B4-BE49-F238E27FC236}">
                <a16:creationId xmlns:a16="http://schemas.microsoft.com/office/drawing/2014/main" id="{F6CB5D78-D81A-4133-8C2C-5B5D05482A5B}"/>
              </a:ext>
            </a:extLst>
          </p:cNvPr>
          <p:cNvSpPr>
            <a:spLocks noGrp="1"/>
          </p:cNvSpPr>
          <p:nvPr>
            <p:ph type="body" sz="quarter" idx="26" hasCustomPrompt="1"/>
          </p:nvPr>
        </p:nvSpPr>
        <p:spPr>
          <a:xfrm>
            <a:off x="5077991"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27" name="Subtitle Right Middle">
            <a:extLst>
              <a:ext uri="{FF2B5EF4-FFF2-40B4-BE49-F238E27FC236}">
                <a16:creationId xmlns:a16="http://schemas.microsoft.com/office/drawing/2014/main" id="{F1585BC4-F61A-4906-BC79-1A13DBBBA0D4}"/>
              </a:ext>
            </a:extLst>
          </p:cNvPr>
          <p:cNvSpPr>
            <a:spLocks noGrp="1"/>
          </p:cNvSpPr>
          <p:nvPr>
            <p:ph type="body" sz="quarter" idx="21" hasCustomPrompt="1"/>
          </p:nvPr>
        </p:nvSpPr>
        <p:spPr>
          <a:xfrm>
            <a:off x="7336499"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9" name="Text Placeholder 7">
            <a:extLst>
              <a:ext uri="{FF2B5EF4-FFF2-40B4-BE49-F238E27FC236}">
                <a16:creationId xmlns:a16="http://schemas.microsoft.com/office/drawing/2014/main" id="{BFCEE010-7658-4DA0-96B4-C7212FD2F4B1}"/>
              </a:ext>
            </a:extLst>
          </p:cNvPr>
          <p:cNvSpPr>
            <a:spLocks noGrp="1"/>
          </p:cNvSpPr>
          <p:nvPr>
            <p:ph type="body" sz="quarter" idx="27" hasCustomPrompt="1"/>
          </p:nvPr>
        </p:nvSpPr>
        <p:spPr>
          <a:xfrm>
            <a:off x="7338504"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28" name="Subtitle Right">
            <a:extLst>
              <a:ext uri="{FF2B5EF4-FFF2-40B4-BE49-F238E27FC236}">
                <a16:creationId xmlns:a16="http://schemas.microsoft.com/office/drawing/2014/main" id="{C4963B24-E3E6-4DAA-8C97-B00492206191}"/>
              </a:ext>
            </a:extLst>
          </p:cNvPr>
          <p:cNvSpPr>
            <a:spLocks noGrp="1"/>
          </p:cNvSpPr>
          <p:nvPr>
            <p:ph type="body" sz="quarter" idx="23" hasCustomPrompt="1"/>
          </p:nvPr>
        </p:nvSpPr>
        <p:spPr>
          <a:xfrm>
            <a:off x="9595009"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0" name="Text Placeholder 7">
            <a:extLst>
              <a:ext uri="{FF2B5EF4-FFF2-40B4-BE49-F238E27FC236}">
                <a16:creationId xmlns:a16="http://schemas.microsoft.com/office/drawing/2014/main" id="{ED2680F6-9FB0-4C12-942B-F6C0798EDF72}"/>
              </a:ext>
            </a:extLst>
          </p:cNvPr>
          <p:cNvSpPr>
            <a:spLocks noGrp="1"/>
          </p:cNvSpPr>
          <p:nvPr>
            <p:ph type="body" sz="quarter" idx="28" hasCustomPrompt="1"/>
          </p:nvPr>
        </p:nvSpPr>
        <p:spPr>
          <a:xfrm>
            <a:off x="9591718"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a:t>[Click to add text]</a:t>
            </a:r>
          </a:p>
        </p:txBody>
      </p:sp>
      <p:sp>
        <p:nvSpPr>
          <p:cNvPr id="21" name="Footnote">
            <a:extLst>
              <a:ext uri="{FF2B5EF4-FFF2-40B4-BE49-F238E27FC236}">
                <a16:creationId xmlns:a16="http://schemas.microsoft.com/office/drawing/2014/main" id="{3C5A0243-A327-433A-9F14-332E3492906F}"/>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pic>
        <p:nvPicPr>
          <p:cNvPr id="100" name="Image 0" descr="https://snp-mediaportal.qbank.se/assets/deployedFiles/b1df7db893866364c914f2942049e8bf.png"/>
          <p:cNvPicPr>
            <a:picLocks noChangeAspect="1"/>
          </p:cNvPicPr>
          <p:nvPr/>
        </p:nvPicPr>
        <p:blipFill>
          <a:blip r:embed="rId1"/>
          <a:stretch>
            <a:fillRect/>
          </a:stretch>
        </p:blipFill>
        <p:spPr>
          <a:xfrm>
            <a:off x="466344" y="6281928"/>
            <a:ext cx="1572768" cy="557784"/>
          </a:xfrm>
          <a:prstGeom prst="rect">
            <a:avLst/>
          </a:prstGeom>
        </p:spPr>
      </p:pic>
    </p:spTree>
    <p:extLst>
      <p:ext uri="{BB962C8B-B14F-4D97-AF65-F5344CB8AC3E}">
        <p14:creationId xmlns:p14="http://schemas.microsoft.com/office/powerpoint/2010/main" val="159392212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Sidebar">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B39D5CE-25C4-4159-ADD6-CA00C1A2DD0E}"/>
              </a:ext>
            </a:extLst>
          </p:cNvPr>
          <p:cNvSpPr>
            <a:spLocks noGrp="1"/>
          </p:cNvSpPr>
          <p:nvPr>
            <p:ph type="ftr" sz="quarter" idx="23"/>
          </p:nvPr>
        </p:nvSpPr>
        <p:spPr/>
        <p:txBody>
          <a:bodyPr/>
          <a:lstStyle/>
          <a:p>
            <a:r>
              <a:rPr lang="en-US"/>
              <a:t>Section name (optional) / Title / Month 20YY</a:t>
            </a:r>
          </a:p>
        </p:txBody>
      </p:sp>
      <p:sp>
        <p:nvSpPr>
          <p:cNvPr id="7" name="Slide Number Placeholder 6"/>
          <p:cNvSpPr>
            <a:spLocks noGrp="1"/>
          </p:cNvSpPr>
          <p:nvPr>
            <p:ph type="sldNum" sz="quarter" idx="12"/>
          </p:nvPr>
        </p:nvSpPr>
        <p:spPr/>
        <p:txBody>
          <a:bodyPr/>
          <a:lstStyle/>
          <a:p>
            <a:fld id="{5CFA18E4-D58E-4B28-B105-28D9665A8EBC}" type="slidenum">
              <a:rPr lang="en-US" smtClean="0"/>
              <a:t>‹#›</a:t>
            </a:fld>
            <a:endParaRPr lang="en-US"/>
          </a:p>
        </p:txBody>
      </p:sp>
      <p:sp>
        <p:nvSpPr>
          <p:cNvPr id="13" name="Title 6">
            <a:extLst>
              <a:ext uri="{FF2B5EF4-FFF2-40B4-BE49-F238E27FC236}">
                <a16:creationId xmlns:a16="http://schemas.microsoft.com/office/drawing/2014/main" id="{42742681-C1B5-4850-A0DD-35CAA74ED1B9}"/>
              </a:ext>
            </a:extLst>
          </p:cNvPr>
          <p:cNvSpPr>
            <a:spLocks noGrp="1"/>
          </p:cNvSpPr>
          <p:nvPr>
            <p:ph type="title" hasCustomPrompt="1"/>
          </p:nvPr>
        </p:nvSpPr>
        <p:spPr>
          <a:xfrm>
            <a:off x="567039" y="342900"/>
            <a:ext cx="11062709" cy="460551"/>
          </a:xfrm>
        </p:spPr>
        <p:txBody>
          <a:bodyPr/>
          <a:lstStyle/>
          <a:p>
            <a:r>
              <a:rPr lang="en-US"/>
              <a:t>[Headline]</a:t>
            </a:r>
          </a:p>
        </p:txBody>
      </p:sp>
      <p:sp>
        <p:nvSpPr>
          <p:cNvPr id="15" name="Sub-headline">
            <a:extLst>
              <a:ext uri="{FF2B5EF4-FFF2-40B4-BE49-F238E27FC236}">
                <a16:creationId xmlns:a16="http://schemas.microsoft.com/office/drawing/2014/main" id="{ECA76DEA-E03A-418D-B5EF-41D0803AF4A9}"/>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9" name="Content Placeholder 2">
            <a:extLst>
              <a:ext uri="{FF2B5EF4-FFF2-40B4-BE49-F238E27FC236}">
                <a16:creationId xmlns:a16="http://schemas.microsoft.com/office/drawing/2014/main" id="{451C7B44-767D-4CAD-B04D-4A671173B7DD}"/>
              </a:ext>
            </a:extLst>
          </p:cNvPr>
          <p:cNvSpPr>
            <a:spLocks noGrp="1"/>
          </p:cNvSpPr>
          <p:nvPr>
            <p:ph sz="quarter" idx="22" hasCustomPrompt="1"/>
          </p:nvPr>
        </p:nvSpPr>
        <p:spPr>
          <a:xfrm>
            <a:off x="567038" y="1261872"/>
            <a:ext cx="7315200" cy="4338828"/>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hasCustomPrompt="1"/>
          </p:nvPr>
        </p:nvSpPr>
        <p:spPr>
          <a:xfrm>
            <a:off x="8391525" y="1261872"/>
            <a:ext cx="3238224" cy="4338828"/>
          </a:xfrm>
          <a:prstGeom prst="rect">
            <a:avLst/>
          </a:prstGeom>
        </p:spPr>
        <p:txBody>
          <a:bodyPr anchor="t">
            <a:normAutofit/>
          </a:bodyPr>
          <a:lstStyle>
            <a:lvl1pPr marL="0" indent="0">
              <a:buNone/>
              <a:defRPr sz="1600">
                <a:latin typeface="+mn-lt"/>
                <a:cs typeface="+mj-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[Sidebar: </a:t>
            </a:r>
            <a:r>
              <a:rPr lang="en-US" sz="1600" b="0" i="0">
                <a:solidFill>
                  <a:schemeClr val="tx1"/>
                </a:solidFill>
                <a:effectLst/>
                <a:latin typeface="arial" panose="020B0604020202020204" pitchFamily="34" charset="0"/>
              </a:rPr>
              <a:t>A short article placed alongside a main article and containing additional or explanatory material</a:t>
            </a:r>
            <a:r>
              <a:rPr lang="en-US"/>
              <a:t>]</a:t>
            </a:r>
          </a:p>
        </p:txBody>
      </p:sp>
      <p:sp>
        <p:nvSpPr>
          <p:cNvPr id="11" name="Footnote">
            <a:extLst>
              <a:ext uri="{FF2B5EF4-FFF2-40B4-BE49-F238E27FC236}">
                <a16:creationId xmlns:a16="http://schemas.microsoft.com/office/drawing/2014/main" id="{0CEB134A-D831-4DCA-9EA7-071F02467220}"/>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pic>
        <p:nvPicPr>
          <p:cNvPr id="100" name="Image 0" descr="https://snp-mediaportal.qbank.se/assets/deployedFiles/b1df7db893866364c914f2942049e8bf.png"/>
          <p:cNvPicPr>
            <a:picLocks noChangeAspect="1"/>
          </p:cNvPicPr>
          <p:nvPr/>
        </p:nvPicPr>
        <p:blipFill>
          <a:blip r:embed="rId1"/>
          <a:stretch>
            <a:fillRect/>
          </a:stretch>
        </p:blipFill>
        <p:spPr>
          <a:xfrm>
            <a:off x="466344" y="6281928"/>
            <a:ext cx="1572768" cy="557784"/>
          </a:xfrm>
          <a:prstGeom prst="rect">
            <a:avLst/>
          </a:prstGeom>
        </p:spPr>
      </p:pic>
    </p:spTree>
    <p:extLst>
      <p:ext uri="{BB962C8B-B14F-4D97-AF65-F5344CB8AC3E}">
        <p14:creationId xmlns:p14="http://schemas.microsoft.com/office/powerpoint/2010/main" val="4124047983"/>
      </p:ext>
    </p:extLst>
  </p:cSld>
  <p:clrMapOvr>
    <a:masterClrMapping/>
  </p:clrMapOvr>
  <p:extLst>
    <p:ext uri="{DCECCB84-F9BA-43D5-87BE-67443E8EF086}">
      <p15:sldGuideLst xmlns:p15="http://schemas.microsoft.com/office/powerpoint/2012/main">
        <p15:guide id="4" orient="horz" pos="792" userDrawn="1">
          <p15:clr>
            <a:srgbClr val="FBAE40"/>
          </p15:clr>
        </p15:guide>
        <p15:guide id="5" orient="horz" pos="352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CFD3640-0B0A-4CDD-9EEF-F7EBC909605E}"/>
              </a:ext>
            </a:extLst>
          </p:cNvPr>
          <p:cNvSpPr>
            <a:spLocks noGrp="1"/>
          </p:cNvSpPr>
          <p:nvPr>
            <p:ph type="ftr" sz="quarter" idx="20"/>
          </p:nvPr>
        </p:nvSpPr>
        <p:spPr/>
        <p:txBody>
          <a:bodyPr/>
          <a:lstStyle/>
          <a:p>
            <a:r>
              <a:rPr lang="en-US"/>
              <a:t>Section name (optional) / Title / Month 20YY</a:t>
            </a:r>
          </a:p>
        </p:txBody>
      </p:sp>
      <p:sp>
        <p:nvSpPr>
          <p:cNvPr id="5" name="Slide Number Placeholder 4"/>
          <p:cNvSpPr>
            <a:spLocks noGrp="1"/>
          </p:cNvSpPr>
          <p:nvPr>
            <p:ph type="sldNum" sz="quarter" idx="12"/>
          </p:nvPr>
        </p:nvSpPr>
        <p:spPr/>
        <p:txBody>
          <a:bodyPr/>
          <a:lstStyle/>
          <a:p>
            <a:fld id="{5246FB18-5DF1-419A-B975-14AFDDD65B9F}" type="slidenum">
              <a:rPr lang="en-US" smtClean="0"/>
              <a:t>‹#›</a:t>
            </a:fld>
            <a:endParaRPr lang="en-US"/>
          </a:p>
        </p:txBody>
      </p:sp>
      <p:sp>
        <p:nvSpPr>
          <p:cNvPr id="7" name="Title 6">
            <a:extLst>
              <a:ext uri="{FF2B5EF4-FFF2-40B4-BE49-F238E27FC236}">
                <a16:creationId xmlns:a16="http://schemas.microsoft.com/office/drawing/2014/main" id="{80A99D0A-2C2D-4F5C-9C1C-40CBA421CC3A}"/>
              </a:ext>
            </a:extLst>
          </p:cNvPr>
          <p:cNvSpPr>
            <a:spLocks noGrp="1"/>
          </p:cNvSpPr>
          <p:nvPr>
            <p:ph type="title" hasCustomPrompt="1"/>
          </p:nvPr>
        </p:nvSpPr>
        <p:spPr>
          <a:xfrm>
            <a:off x="566928" y="342900"/>
            <a:ext cx="11072535" cy="460551"/>
          </a:xfrm>
        </p:spPr>
        <p:txBody>
          <a:bodyPr/>
          <a:lstStyle/>
          <a:p>
            <a:r>
              <a:rPr lang="en-US"/>
              <a:t>[Headline]</a:t>
            </a:r>
          </a:p>
        </p:txBody>
      </p:sp>
      <p:sp>
        <p:nvSpPr>
          <p:cNvPr id="11" name="Sub-headline">
            <a:extLst>
              <a:ext uri="{FF2B5EF4-FFF2-40B4-BE49-F238E27FC236}">
                <a16:creationId xmlns:a16="http://schemas.microsoft.com/office/drawing/2014/main" id="{672251B6-50E4-45A2-8538-B97AD5A6412A}"/>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10" name="Footnote">
            <a:extLst>
              <a:ext uri="{FF2B5EF4-FFF2-40B4-BE49-F238E27FC236}">
                <a16:creationId xmlns:a16="http://schemas.microsoft.com/office/drawing/2014/main" id="{73058647-5721-485D-B7D3-C4E40BA29879}"/>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pic>
        <p:nvPicPr>
          <p:cNvPr id="100" name="Image 0" descr="https://snp-mediaportal.qbank.se/assets/deployedFiles/b1df7db893866364c914f2942049e8bf.png"/>
          <p:cNvPicPr>
            <a:picLocks noChangeAspect="1"/>
          </p:cNvPicPr>
          <p:nvPr/>
        </p:nvPicPr>
        <p:blipFill>
          <a:blip r:embed="rId1"/>
          <a:stretch>
            <a:fillRect/>
          </a:stretch>
        </p:blipFill>
        <p:spPr>
          <a:xfrm>
            <a:off x="466344" y="6281928"/>
            <a:ext cx="1572768" cy="557784"/>
          </a:xfrm>
          <a:prstGeom prst="rect">
            <a:avLst/>
          </a:prstGeom>
        </p:spPr>
      </p:pic>
    </p:spTree>
    <p:extLst>
      <p:ext uri="{BB962C8B-B14F-4D97-AF65-F5344CB8AC3E}">
        <p14:creationId xmlns:p14="http://schemas.microsoft.com/office/powerpoint/2010/main" val="281054219"/>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565545F-A45B-415E-A056-8F885CBEF48A}"/>
              </a:ext>
            </a:extLst>
          </p:cNvPr>
          <p:cNvSpPr>
            <a:spLocks noGrp="1"/>
          </p:cNvSpPr>
          <p:nvPr>
            <p:ph type="ftr" sz="quarter" idx="20"/>
          </p:nvPr>
        </p:nvSpPr>
        <p:spPr/>
        <p:txBody>
          <a:bodyPr/>
          <a:lstStyle/>
          <a:p>
            <a:r>
              <a:rPr lang="en-US"/>
              <a:t>Section name (optional) / Title / Month 20YY</a:t>
            </a:r>
          </a:p>
        </p:txBody>
      </p:sp>
      <p:sp>
        <p:nvSpPr>
          <p:cNvPr id="4" name="Slide Number Placeholder 3"/>
          <p:cNvSpPr>
            <a:spLocks noGrp="1"/>
          </p:cNvSpPr>
          <p:nvPr>
            <p:ph type="sldNum" sz="quarter" idx="12"/>
          </p:nvPr>
        </p:nvSpPr>
        <p:spPr/>
        <p:txBody>
          <a:bodyPr/>
          <a:lstStyle/>
          <a:p>
            <a:fld id="{5CFA18E4-D58E-4B28-B105-28D9665A8EBC}" type="slidenum">
              <a:rPr lang="en-US" smtClean="0"/>
              <a:t>‹#›</a:t>
            </a:fld>
            <a:endParaRPr lang="en-US"/>
          </a:p>
        </p:txBody>
      </p:sp>
      <p:pic>
        <p:nvPicPr>
          <p:cNvPr id="100" name="Image 0" descr="https://snp-mediaportal.qbank.se/assets/deployedFiles/b1df7db893866364c914f2942049e8bf.png"/>
          <p:cNvPicPr>
            <a:picLocks noChangeAspect="1"/>
          </p:cNvPicPr>
          <p:nvPr/>
        </p:nvPicPr>
        <p:blipFill>
          <a:blip r:embed="rId1"/>
          <a:stretch>
            <a:fillRect/>
          </a:stretch>
        </p:blipFill>
        <p:spPr>
          <a:xfrm>
            <a:off x="466344" y="6281928"/>
            <a:ext cx="1572768" cy="557784"/>
          </a:xfrm>
          <a:prstGeom prst="rect">
            <a:avLst/>
          </a:prstGeom>
        </p:spPr>
      </p:pic>
    </p:spTree>
    <p:extLst>
      <p:ext uri="{BB962C8B-B14F-4D97-AF65-F5344CB8AC3E}">
        <p14:creationId xmlns:p14="http://schemas.microsoft.com/office/powerpoint/2010/main" val="35590998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 Image/Ic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33AD3F0-575D-4B1E-8B9F-7FAAA4AFFB13}"/>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Footer Placeholder 1">
            <a:extLst>
              <a:ext uri="{FF2B5EF4-FFF2-40B4-BE49-F238E27FC236}">
                <a16:creationId xmlns:a16="http://schemas.microsoft.com/office/drawing/2014/main" id="{F9E02ADF-333C-4936-930B-5ADB127FBBBF}"/>
              </a:ext>
            </a:extLst>
          </p:cNvPr>
          <p:cNvSpPr>
            <a:spLocks noGrp="1"/>
          </p:cNvSpPr>
          <p:nvPr>
            <p:ph type="ftr" sz="quarter" idx="24"/>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tx1"/>
                </a:solidFill>
              </a:defRPr>
            </a:lvl1pPr>
          </a:lstStyle>
          <a:p>
            <a:fld id="{5CFA18E4-D58E-4B28-B105-28D9665A8EBC}" type="slidenum">
              <a:rPr lang="en-US" smtClean="0"/>
              <a:pPr/>
              <a:t>‹#›</a:t>
            </a:fld>
            <a:endParaRPr lang="en-US"/>
          </a:p>
        </p:txBody>
      </p:sp>
      <p:sp>
        <p:nvSpPr>
          <p:cNvPr id="18" name="Title 6">
            <a:extLst>
              <a:ext uri="{FF2B5EF4-FFF2-40B4-BE49-F238E27FC236}">
                <a16:creationId xmlns:a16="http://schemas.microsoft.com/office/drawing/2014/main" id="{ACC3B94F-8B4A-4229-A4CB-D9FFAF4DB876}"/>
              </a:ext>
            </a:extLst>
          </p:cNvPr>
          <p:cNvSpPr>
            <a:spLocks noGrp="1"/>
          </p:cNvSpPr>
          <p:nvPr>
            <p:ph type="title" hasCustomPrompt="1"/>
          </p:nvPr>
        </p:nvSpPr>
        <p:spPr>
          <a:xfrm>
            <a:off x="567039" y="342900"/>
            <a:ext cx="5029200" cy="460551"/>
          </a:xfrm>
        </p:spPr>
        <p:txBody>
          <a:bodyPr/>
          <a:lstStyle>
            <a:lvl1pPr>
              <a:defRPr>
                <a:solidFill>
                  <a:schemeClr val="tx1"/>
                </a:solidFill>
              </a:defRPr>
            </a:lvl1pPr>
          </a:lstStyle>
          <a:p>
            <a:r>
              <a:rPr lang="en-US"/>
              <a:t>[Headline]</a:t>
            </a:r>
          </a:p>
        </p:txBody>
      </p:sp>
      <p:sp>
        <p:nvSpPr>
          <p:cNvPr id="17" name="Sub-headline">
            <a:extLst>
              <a:ext uri="{FF2B5EF4-FFF2-40B4-BE49-F238E27FC236}">
                <a16:creationId xmlns:a16="http://schemas.microsoft.com/office/drawing/2014/main" id="{008DE19F-5F33-4A28-BF51-238AF8073CC0}"/>
              </a:ext>
            </a:extLst>
          </p:cNvPr>
          <p:cNvSpPr>
            <a:spLocks noGrp="1"/>
          </p:cNvSpPr>
          <p:nvPr>
            <p:ph type="body" sz="quarter" idx="18" hasCustomPrompt="1"/>
          </p:nvPr>
        </p:nvSpPr>
        <p:spPr>
          <a:xfrm>
            <a:off x="56703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a:t>[Sub-headline]</a:t>
            </a:r>
          </a:p>
        </p:txBody>
      </p:sp>
      <p:sp>
        <p:nvSpPr>
          <p:cNvPr id="12" name="Content Placeholder 2">
            <a:extLst>
              <a:ext uri="{FF2B5EF4-FFF2-40B4-BE49-F238E27FC236}">
                <a16:creationId xmlns:a16="http://schemas.microsoft.com/office/drawing/2014/main" id="{CA01EFD8-ABD4-4ED2-8406-0FD82407E703}"/>
              </a:ext>
            </a:extLst>
          </p:cNvPr>
          <p:cNvSpPr>
            <a:spLocks noGrp="1"/>
          </p:cNvSpPr>
          <p:nvPr>
            <p:ph sz="quarter" idx="23" hasCustomPrompt="1"/>
          </p:nvPr>
        </p:nvSpPr>
        <p:spPr>
          <a:xfrm>
            <a:off x="567038" y="1261872"/>
            <a:ext cx="5029200" cy="4343400"/>
          </a:xfrm>
        </p:spPr>
        <p:txBody>
          <a:bodyPr/>
          <a:lstStyle>
            <a:lvl1pPr marL="0" indent="0">
              <a:buNone/>
              <a:defRPr/>
            </a:lvl1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9" name="Footnote">
            <a:extLst>
              <a:ext uri="{FF2B5EF4-FFF2-40B4-BE49-F238E27FC236}">
                <a16:creationId xmlns:a16="http://schemas.microsoft.com/office/drawing/2014/main" id="{EB7E34AC-0B79-4BA4-B779-779BE3515BE6}"/>
              </a:ext>
            </a:extLst>
          </p:cNvPr>
          <p:cNvSpPr>
            <a:spLocks noGrp="1"/>
          </p:cNvSpPr>
          <p:nvPr>
            <p:ph type="body" sz="quarter" idx="15" hasCustomPrompt="1"/>
          </p:nvPr>
        </p:nvSpPr>
        <p:spPr>
          <a:xfrm>
            <a:off x="567039" y="5696189"/>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
        <p:nvSpPr>
          <p:cNvPr id="16" name="Rectangle 15">
            <a:extLst>
              <a:ext uri="{FF2B5EF4-FFF2-40B4-BE49-F238E27FC236}">
                <a16:creationId xmlns:a16="http://schemas.microsoft.com/office/drawing/2014/main" id="{32384162-1D1B-432E-8861-113BBFC1F407}"/>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latin typeface="+mn-lt"/>
              </a:rPr>
              <a:t>© 2026 S&amp;P Global.</a:t>
            </a:r>
          </a:p>
        </p:txBody>
      </p:sp>
      <p:sp>
        <p:nvSpPr>
          <p:cNvPr id="7" name="Picture Placeholder 6">
            <a:extLst>
              <a:ext uri="{FF2B5EF4-FFF2-40B4-BE49-F238E27FC236}">
                <a16:creationId xmlns:a16="http://schemas.microsoft.com/office/drawing/2014/main" id="{4F90018B-6ACC-43FE-9482-22D4B889F599}"/>
              </a:ext>
            </a:extLst>
          </p:cNvPr>
          <p:cNvSpPr>
            <a:spLocks noGrp="1"/>
          </p:cNvSpPr>
          <p:nvPr>
            <p:ph type="pic" sz="quarter" idx="17" hasCustomPrompt="1"/>
          </p:nvPr>
        </p:nvSpPr>
        <p:spPr>
          <a:xfrm>
            <a:off x="6607175" y="647700"/>
            <a:ext cx="5027613" cy="5557838"/>
          </a:xfrm>
          <a:prstGeom prst="rect">
            <a:avLst/>
          </a:prstGeom>
        </p:spPr>
        <p:txBody>
          <a:bodyPr anchor="ctr"/>
          <a:lstStyle>
            <a:lvl1pPr marL="0" indent="0" algn="ctr">
              <a:buNone/>
              <a:defRPr>
                <a:solidFill>
                  <a:schemeClr val="bg1"/>
                </a:solidFill>
              </a:defRPr>
            </a:lvl1pPr>
          </a:lstStyle>
          <a:p>
            <a:r>
              <a:rPr lang="en-US"/>
              <a:t>[Insert photo]</a:t>
            </a:r>
          </a:p>
        </p:txBody>
      </p:sp>
      <p:pic>
        <p:nvPicPr>
          <p:cNvPr id="102" name="Image 0" descr="https://snp-mediaportal.qbank.se/assets/deployedFiles/b1df7db893866364c914f2942049e8bf.png"/>
          <p:cNvPicPr>
            <a:picLocks noChangeAspect="1"/>
          </p:cNvPicPr>
          <p:nvPr/>
        </p:nvPicPr>
        <p:blipFill>
          <a:blip r:embed="rId1"/>
          <a:stretch>
            <a:fillRect/>
          </a:stretch>
        </p:blipFill>
        <p:spPr>
          <a:xfrm>
            <a:off x="466344" y="6281928"/>
            <a:ext cx="1572768" cy="557784"/>
          </a:xfrm>
          <a:prstGeom prst="rect">
            <a:avLst/>
          </a:prstGeom>
        </p:spPr>
      </p:pic>
    </p:spTree>
    <p:extLst>
      <p:ext uri="{BB962C8B-B14F-4D97-AF65-F5344CB8AC3E}">
        <p14:creationId xmlns:p14="http://schemas.microsoft.com/office/powerpoint/2010/main" val="414035045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 Photo Whit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6346E94-E9F1-4F0C-9AB7-02D722F342D1}"/>
              </a:ext>
            </a:extLst>
          </p:cNvPr>
          <p:cNvSpPr>
            <a:spLocks noGrp="1"/>
          </p:cNvSpPr>
          <p:nvPr>
            <p:ph type="pic" sz="quarter" idx="15" hasCustomPrompt="1"/>
          </p:nvPr>
        </p:nvSpPr>
        <p:spPr>
          <a:xfrm>
            <a:off x="6614764" y="0"/>
            <a:ext cx="5577236" cy="6858000"/>
          </a:xfrm>
          <a:prstGeom prst="rect">
            <a:avLst/>
          </a:prstGeom>
          <a:blipFill>
            <a:blip r:embed="rId2"/>
            <a:stretch>
              <a:fillRect/>
            </a:stretch>
          </a:blipFill>
        </p:spPr>
        <p:txBody>
          <a:bodyPr anchor="ctr"/>
          <a:lstStyle>
            <a:lvl1pPr marL="0" indent="0" algn="ctr">
              <a:buNone/>
              <a:defRPr>
                <a:solidFill>
                  <a:schemeClr val="bg1"/>
                </a:solidFill>
              </a:defRPr>
            </a:lvl1pPr>
          </a:lstStyle>
          <a:p>
            <a:r>
              <a:rPr lang="en-US"/>
              <a:t>[Insert photo]</a:t>
            </a:r>
          </a:p>
        </p:txBody>
      </p:sp>
      <p:sp>
        <p:nvSpPr>
          <p:cNvPr id="2" name="Footer Placeholder 1">
            <a:extLst>
              <a:ext uri="{FF2B5EF4-FFF2-40B4-BE49-F238E27FC236}">
                <a16:creationId xmlns:a16="http://schemas.microsoft.com/office/drawing/2014/main" id="{72F337A5-7C22-412D-BC21-002BC4A09A86}"/>
              </a:ext>
            </a:extLst>
          </p:cNvPr>
          <p:cNvSpPr>
            <a:spLocks noGrp="1"/>
          </p:cNvSpPr>
          <p:nvPr>
            <p:ph type="ftr" sz="quarter" idx="24"/>
          </p:nvPr>
        </p:nvSpPr>
        <p:spPr>
          <a:xfrm>
            <a:off x="6614764" y="0"/>
            <a:ext cx="5016515" cy="317674"/>
          </a:xfrm>
        </p:spPr>
        <p:txBody>
          <a:bodyPr/>
          <a:lstStyle>
            <a:lvl1pPr>
              <a:defRPr>
                <a:solidFill>
                  <a:schemeClr val="bg1"/>
                </a:solidFill>
              </a:defRPr>
            </a:lvl1p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a:p>
        </p:txBody>
      </p:sp>
      <p:sp>
        <p:nvSpPr>
          <p:cNvPr id="15" name="Title 6">
            <a:extLst>
              <a:ext uri="{FF2B5EF4-FFF2-40B4-BE49-F238E27FC236}">
                <a16:creationId xmlns:a16="http://schemas.microsoft.com/office/drawing/2014/main" id="{4DEB00A0-9CA9-4213-AE07-D0B1C6101ED8}"/>
              </a:ext>
            </a:extLst>
          </p:cNvPr>
          <p:cNvSpPr>
            <a:spLocks noGrp="1"/>
          </p:cNvSpPr>
          <p:nvPr>
            <p:ph type="title" hasCustomPrompt="1"/>
          </p:nvPr>
        </p:nvSpPr>
        <p:spPr>
          <a:xfrm>
            <a:off x="567039" y="342900"/>
            <a:ext cx="5029200" cy="460551"/>
          </a:xfrm>
        </p:spPr>
        <p:txBody>
          <a:bodyPr/>
          <a:lstStyle>
            <a:lvl1pPr>
              <a:defRPr>
                <a:solidFill>
                  <a:schemeClr val="tx1"/>
                </a:solidFill>
              </a:defRPr>
            </a:lvl1pPr>
          </a:lstStyle>
          <a:p>
            <a:r>
              <a:rPr lang="en-US"/>
              <a:t>[Headline]</a:t>
            </a:r>
          </a:p>
        </p:txBody>
      </p:sp>
      <p:sp>
        <p:nvSpPr>
          <p:cNvPr id="14" name="Sub-headline">
            <a:extLst>
              <a:ext uri="{FF2B5EF4-FFF2-40B4-BE49-F238E27FC236}">
                <a16:creationId xmlns:a16="http://schemas.microsoft.com/office/drawing/2014/main" id="{86B6FCCF-A4F5-44A7-AAF4-704B7EC6998C}"/>
              </a:ext>
            </a:extLst>
          </p:cNvPr>
          <p:cNvSpPr>
            <a:spLocks noGrp="1"/>
          </p:cNvSpPr>
          <p:nvPr>
            <p:ph type="body" sz="quarter" idx="18" hasCustomPrompt="1"/>
          </p:nvPr>
        </p:nvSpPr>
        <p:spPr>
          <a:xfrm>
            <a:off x="56703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a:t>[Sub-headline]</a:t>
            </a:r>
          </a:p>
        </p:txBody>
      </p:sp>
      <p:sp>
        <p:nvSpPr>
          <p:cNvPr id="10" name="Content Placeholder 2">
            <a:extLst>
              <a:ext uri="{FF2B5EF4-FFF2-40B4-BE49-F238E27FC236}">
                <a16:creationId xmlns:a16="http://schemas.microsoft.com/office/drawing/2014/main" id="{63FDC5DF-2C64-4D49-8041-AB11BEEFF14D}"/>
              </a:ext>
            </a:extLst>
          </p:cNvPr>
          <p:cNvSpPr>
            <a:spLocks noGrp="1"/>
          </p:cNvSpPr>
          <p:nvPr>
            <p:ph sz="quarter" idx="23" hasCustomPrompt="1"/>
          </p:nvPr>
        </p:nvSpPr>
        <p:spPr>
          <a:xfrm>
            <a:off x="567038" y="1257300"/>
            <a:ext cx="5029200" cy="4347449"/>
          </a:xfrm>
        </p:spPr>
        <p:txBody>
          <a:bodyPr/>
          <a:lstStyle>
            <a:lvl1pPr marL="0" indent="0">
              <a:buNone/>
              <a:defRPr/>
            </a:lvl1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6" name="Footnote">
            <a:extLst>
              <a:ext uri="{FF2B5EF4-FFF2-40B4-BE49-F238E27FC236}">
                <a16:creationId xmlns:a16="http://schemas.microsoft.com/office/drawing/2014/main" id="{56769A6F-555D-49D4-B0C0-D1976DD436B9}"/>
              </a:ext>
            </a:extLst>
          </p:cNvPr>
          <p:cNvSpPr>
            <a:spLocks noGrp="1"/>
          </p:cNvSpPr>
          <p:nvPr>
            <p:ph type="body" sz="quarter" idx="25"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
        <p:nvSpPr>
          <p:cNvPr id="11" name="Rectangle 10">
            <a:extLst>
              <a:ext uri="{FF2B5EF4-FFF2-40B4-BE49-F238E27FC236}">
                <a16:creationId xmlns:a16="http://schemas.microsoft.com/office/drawing/2014/main" id="{EBFDFA00-9BD6-873A-0C0B-BAD1649CF54D}"/>
              </a:ext>
              <a:ext uri="{C183D7F6-B498-43B3-948B-1728B52AA6E4}">
                <adec:decorative xmlns:adec="http://schemas.microsoft.com/office/drawing/2017/decorative" val="1"/>
              </a:ext>
            </a:extLst>
          </p:cNvPr>
          <p:cNvSpPr/>
          <p:nvPr userDrawn="1"/>
        </p:nvSpPr>
        <p:spPr>
          <a:xfrm>
            <a:off x="5279878" y="6563709"/>
            <a:ext cx="6129126" cy="200055"/>
          </a:xfrm>
          <a:prstGeom prst="rect">
            <a:avLst/>
          </a:prstGeom>
        </p:spPr>
        <p:txBody>
          <a:bodyPr wrap="square" anchor="b">
            <a:spAutoFit/>
          </a:bodyPr>
          <a:lstStyle/>
          <a:p>
            <a:pPr algn="r"/>
            <a:r>
              <a:rPr lang="en-US" sz="700">
                <a:solidFill>
                  <a:schemeClr val="bg1"/>
                </a:solidFill>
                <a:latin typeface="+mn-lt"/>
              </a:rPr>
              <a:t>© 2026 S&amp;P Global.</a:t>
            </a:r>
          </a:p>
        </p:txBody>
      </p:sp>
      <p:pic>
        <p:nvPicPr>
          <p:cNvPr id="101" name="Image 0" descr="https://snp-mediaportal.qbank.se/assets/deployedFiles/b1df7db893866364c914f2942049e8bf.png"/>
          <p:cNvPicPr>
            <a:picLocks noChangeAspect="1"/>
          </p:cNvPicPr>
          <p:nvPr/>
        </p:nvPicPr>
        <p:blipFill>
          <a:blip r:embed="rId1"/>
          <a:stretch>
            <a:fillRect/>
          </a:stretch>
        </p:blipFill>
        <p:spPr>
          <a:xfrm>
            <a:off x="466344" y="6281928"/>
            <a:ext cx="1572768" cy="557784"/>
          </a:xfrm>
          <a:prstGeom prst="rect">
            <a:avLst/>
          </a:prstGeom>
        </p:spPr>
      </p:pic>
    </p:spTree>
    <p:extLst>
      <p:ext uri="{BB962C8B-B14F-4D97-AF65-F5344CB8AC3E}">
        <p14:creationId xmlns:p14="http://schemas.microsoft.com/office/powerpoint/2010/main" val="243954613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 Photo Black">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6346E94-E9F1-4F0C-9AB7-02D722F342D1}"/>
              </a:ext>
            </a:extLst>
          </p:cNvPr>
          <p:cNvSpPr>
            <a:spLocks noGrp="1"/>
          </p:cNvSpPr>
          <p:nvPr>
            <p:ph type="pic" sz="quarter" idx="15" hasCustomPrompt="1"/>
          </p:nvPr>
        </p:nvSpPr>
        <p:spPr>
          <a:xfrm>
            <a:off x="6614764" y="0"/>
            <a:ext cx="5577236" cy="6858000"/>
          </a:xfrm>
          <a:prstGeom prst="rect">
            <a:avLst/>
          </a:prstGeom>
          <a:blipFill>
            <a:blip r:embed="rId2"/>
            <a:stretch>
              <a:fillRect/>
            </a:stretch>
          </a:blipFill>
        </p:spPr>
        <p:txBody>
          <a:bodyPr anchor="ctr"/>
          <a:lstStyle>
            <a:lvl1pPr marL="0" indent="0" algn="ctr">
              <a:buNone/>
              <a:defRPr>
                <a:solidFill>
                  <a:schemeClr val="bg1"/>
                </a:solidFill>
              </a:defRPr>
            </a:lvl1pPr>
          </a:lstStyle>
          <a:p>
            <a:r>
              <a:rPr lang="en-US"/>
              <a:t>[Insert photo]</a:t>
            </a:r>
          </a:p>
        </p:txBody>
      </p:sp>
      <p:sp>
        <p:nvSpPr>
          <p:cNvPr id="3" name="Footer Placeholder 2">
            <a:extLst>
              <a:ext uri="{FF2B5EF4-FFF2-40B4-BE49-F238E27FC236}">
                <a16:creationId xmlns:a16="http://schemas.microsoft.com/office/drawing/2014/main" id="{5BDC1762-C160-436E-A662-EB8DFA9B0D52}"/>
              </a:ext>
            </a:extLst>
          </p:cNvPr>
          <p:cNvSpPr>
            <a:spLocks noGrp="1"/>
          </p:cNvSpPr>
          <p:nvPr>
            <p:ph type="ftr" sz="quarter" idx="23"/>
          </p:nvPr>
        </p:nvSpPr>
        <p:spPr>
          <a:xfrm>
            <a:off x="6614764" y="0"/>
            <a:ext cx="5016515" cy="317674"/>
          </a:xfrm>
        </p:spPr>
        <p:txBody>
          <a:bodyPr/>
          <a:lstStyle>
            <a:lvl1pPr>
              <a:defRPr>
                <a:solidFill>
                  <a:schemeClr val="bg1"/>
                </a:solidFill>
              </a:defRPr>
            </a:lvl1p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a:p>
        </p:txBody>
      </p:sp>
      <p:sp>
        <p:nvSpPr>
          <p:cNvPr id="2" name="Rectangle 1">
            <a:extLst>
              <a:ext uri="{FF2B5EF4-FFF2-40B4-BE49-F238E27FC236}">
                <a16:creationId xmlns:a16="http://schemas.microsoft.com/office/drawing/2014/main" id="{B32C59F7-AD2F-414F-9894-A41140E432C6}"/>
              </a:ext>
              <a:ext uri="{C183D7F6-B498-43B3-948B-1728B52AA6E4}">
                <adec:decorative xmlns:adec="http://schemas.microsoft.com/office/drawing/2017/decorative" val="1"/>
              </a:ext>
            </a:extLst>
          </p:cNvPr>
          <p:cNvSpPr/>
          <p:nvPr userDrawn="1"/>
        </p:nvSpPr>
        <p:spPr bwMode="white">
          <a:xfrm>
            <a:off x="0" y="0"/>
            <a:ext cx="661476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15" name="Title 6">
            <a:extLst>
              <a:ext uri="{FF2B5EF4-FFF2-40B4-BE49-F238E27FC236}">
                <a16:creationId xmlns:a16="http://schemas.microsoft.com/office/drawing/2014/main" id="{4DEB00A0-9CA9-4213-AE07-D0B1C6101ED8}"/>
              </a:ext>
            </a:extLst>
          </p:cNvPr>
          <p:cNvSpPr>
            <a:spLocks noGrp="1"/>
          </p:cNvSpPr>
          <p:nvPr>
            <p:ph type="title" hasCustomPrompt="1"/>
          </p:nvPr>
        </p:nvSpPr>
        <p:spPr>
          <a:xfrm>
            <a:off x="567038" y="342900"/>
            <a:ext cx="5029200" cy="460551"/>
          </a:xfrm>
        </p:spPr>
        <p:txBody>
          <a:bodyPr/>
          <a:lstStyle>
            <a:lvl1pPr>
              <a:defRPr>
                <a:solidFill>
                  <a:schemeClr val="bg1"/>
                </a:solidFill>
              </a:defRPr>
            </a:lvl1pPr>
          </a:lstStyle>
          <a:p>
            <a:r>
              <a:rPr lang="en-US"/>
              <a:t>[Headline]</a:t>
            </a:r>
          </a:p>
        </p:txBody>
      </p:sp>
      <p:sp>
        <p:nvSpPr>
          <p:cNvPr id="14" name="Sub-headline">
            <a:extLst>
              <a:ext uri="{FF2B5EF4-FFF2-40B4-BE49-F238E27FC236}">
                <a16:creationId xmlns:a16="http://schemas.microsoft.com/office/drawing/2014/main" id="{86B6FCCF-A4F5-44A7-AAF4-704B7EC6998C}"/>
              </a:ext>
            </a:extLst>
          </p:cNvPr>
          <p:cNvSpPr>
            <a:spLocks noGrp="1"/>
          </p:cNvSpPr>
          <p:nvPr>
            <p:ph type="body" sz="quarter" idx="18" hasCustomPrompt="1"/>
          </p:nvPr>
        </p:nvSpPr>
        <p:spPr>
          <a:xfrm>
            <a:off x="567037" y="899026"/>
            <a:ext cx="5029200" cy="278706"/>
          </a:xfrm>
          <a:prstGeom prst="rect">
            <a:avLst/>
          </a:prstGeom>
        </p:spPr>
        <p:txBody>
          <a:bodyPr/>
          <a:lstStyle>
            <a:lvl1pPr marL="0" indent="0">
              <a:buNone/>
              <a:defRPr sz="1800" b="0">
                <a:solidFill>
                  <a:schemeClr val="bg1"/>
                </a:solidFill>
                <a:latin typeface="+mn-lt"/>
              </a:defRPr>
            </a:lvl1pPr>
            <a:lvl2pPr marL="169863" indent="0">
              <a:buNone/>
              <a:defRPr/>
            </a:lvl2pPr>
          </a:lstStyle>
          <a:p>
            <a:pPr lvl="0"/>
            <a:r>
              <a:rPr lang="en-US"/>
              <a:t>[Sub-headline]</a:t>
            </a:r>
          </a:p>
        </p:txBody>
      </p:sp>
      <p:sp>
        <p:nvSpPr>
          <p:cNvPr id="11" name="Text Placeholder 2">
            <a:extLst>
              <a:ext uri="{FF2B5EF4-FFF2-40B4-BE49-F238E27FC236}">
                <a16:creationId xmlns:a16="http://schemas.microsoft.com/office/drawing/2014/main" id="{8EB16B89-7E3C-44A4-A187-AEB2FBABC140}"/>
              </a:ext>
            </a:extLst>
          </p:cNvPr>
          <p:cNvSpPr>
            <a:spLocks noGrp="1"/>
          </p:cNvSpPr>
          <p:nvPr>
            <p:ph type="body" sz="quarter" idx="22" hasCustomPrompt="1"/>
          </p:nvPr>
        </p:nvSpPr>
        <p:spPr>
          <a:xfrm>
            <a:off x="566737" y="1261872"/>
            <a:ext cx="5029200" cy="4330202"/>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Fifth level</a:t>
            </a:r>
          </a:p>
        </p:txBody>
      </p:sp>
      <p:sp>
        <p:nvSpPr>
          <p:cNvPr id="18" name="Rectangle 17">
            <a:extLst>
              <a:ext uri="{FF2B5EF4-FFF2-40B4-BE49-F238E27FC236}">
                <a16:creationId xmlns:a16="http://schemas.microsoft.com/office/drawing/2014/main" id="{47EB1F00-2439-4253-A589-54010E4BBC5E}"/>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solidFill>
                  <a:schemeClr val="bg1"/>
                </a:solidFill>
                <a:latin typeface="+mn-lt"/>
              </a:rPr>
              <a:t>© 2026 S&amp;P Global.</a:t>
            </a:r>
          </a:p>
        </p:txBody>
      </p:sp>
      <p:sp>
        <p:nvSpPr>
          <p:cNvPr id="27" name="Footnote">
            <a:extLst>
              <a:ext uri="{FF2B5EF4-FFF2-40B4-BE49-F238E27FC236}">
                <a16:creationId xmlns:a16="http://schemas.microsoft.com/office/drawing/2014/main" id="{BC72EC15-8B35-4605-A3A1-D682493CE35C}"/>
              </a:ext>
            </a:extLst>
          </p:cNvPr>
          <p:cNvSpPr>
            <a:spLocks noGrp="1"/>
          </p:cNvSpPr>
          <p:nvPr>
            <p:ph type="body" sz="quarter" idx="24"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solidFill>
                  <a:schemeClr val="bg1"/>
                </a:solidFill>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pic>
        <p:nvPicPr>
          <p:cNvPr id="101" name="Image 0" descr="https://snp-mediaportal.qbank.se/assets/deployedFiles/fd6ac17e8cb753e1865b09a3b5a17939.png"/>
          <p:cNvPicPr>
            <a:picLocks noChangeAspect="1"/>
          </p:cNvPicPr>
          <p:nvPr/>
        </p:nvPicPr>
        <p:blipFill>
          <a:blip r:embed="rId1"/>
          <a:stretch>
            <a:fillRect/>
          </a:stretch>
        </p:blipFill>
        <p:spPr>
          <a:xfrm>
            <a:off x="466344" y="6281928"/>
            <a:ext cx="1572768" cy="557784"/>
          </a:xfrm>
          <a:prstGeom prst="rect">
            <a:avLst/>
          </a:prstGeom>
        </p:spPr>
      </p:pic>
    </p:spTree>
    <p:extLst>
      <p:ext uri="{BB962C8B-B14F-4D97-AF65-F5344CB8AC3E}">
        <p14:creationId xmlns:p14="http://schemas.microsoft.com/office/powerpoint/2010/main" val="4165650854"/>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 Photo Bl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6346E94-E9F1-4F0C-9AB7-02D722F342D1}"/>
              </a:ext>
            </a:extLst>
          </p:cNvPr>
          <p:cNvSpPr>
            <a:spLocks noGrp="1"/>
          </p:cNvSpPr>
          <p:nvPr>
            <p:ph type="pic" sz="quarter" idx="15" hasCustomPrompt="1"/>
          </p:nvPr>
        </p:nvSpPr>
        <p:spPr>
          <a:xfrm>
            <a:off x="6614764" y="0"/>
            <a:ext cx="5577236" cy="6858000"/>
          </a:xfrm>
          <a:prstGeom prst="rect">
            <a:avLst/>
          </a:prstGeom>
          <a:blipFill>
            <a:blip r:embed="rId2"/>
            <a:stretch>
              <a:fillRect/>
            </a:stretch>
          </a:blipFill>
        </p:spPr>
        <p:txBody>
          <a:bodyPr anchor="ctr"/>
          <a:lstStyle>
            <a:lvl1pPr marL="0" indent="0" algn="ctr">
              <a:buNone/>
              <a:defRPr>
                <a:solidFill>
                  <a:schemeClr val="bg1"/>
                </a:solidFill>
              </a:defRPr>
            </a:lvl1pPr>
          </a:lstStyle>
          <a:p>
            <a:r>
              <a:rPr lang="en-US"/>
              <a:t>[Insert photo]</a:t>
            </a:r>
          </a:p>
        </p:txBody>
      </p:sp>
      <p:sp>
        <p:nvSpPr>
          <p:cNvPr id="3" name="Footer Placeholder 2">
            <a:extLst>
              <a:ext uri="{FF2B5EF4-FFF2-40B4-BE49-F238E27FC236}">
                <a16:creationId xmlns:a16="http://schemas.microsoft.com/office/drawing/2014/main" id="{FDFEBAF8-EEFB-4D95-AA38-225A850C5D36}"/>
              </a:ext>
            </a:extLst>
          </p:cNvPr>
          <p:cNvSpPr>
            <a:spLocks noGrp="1"/>
          </p:cNvSpPr>
          <p:nvPr>
            <p:ph type="ftr" sz="quarter" idx="23"/>
          </p:nvPr>
        </p:nvSpPr>
        <p:spPr>
          <a:xfrm>
            <a:off x="6614764" y="0"/>
            <a:ext cx="5016515" cy="317674"/>
          </a:xfrm>
        </p:spPr>
        <p:txBody>
          <a:bodyPr/>
          <a:lstStyle>
            <a:lvl1pPr>
              <a:defRPr>
                <a:solidFill>
                  <a:schemeClr val="bg1"/>
                </a:solidFill>
              </a:defRPr>
            </a:lvl1p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a:p>
        </p:txBody>
      </p:sp>
      <p:sp>
        <p:nvSpPr>
          <p:cNvPr id="2" name="Rectangle 1">
            <a:extLst>
              <a:ext uri="{FF2B5EF4-FFF2-40B4-BE49-F238E27FC236}">
                <a16:creationId xmlns:a16="http://schemas.microsoft.com/office/drawing/2014/main" id="{B32C59F7-AD2F-414F-9894-A41140E432C6}"/>
              </a:ext>
              <a:ext uri="{C183D7F6-B498-43B3-948B-1728B52AA6E4}">
                <adec:decorative xmlns:adec="http://schemas.microsoft.com/office/drawing/2017/decorative" val="1"/>
              </a:ext>
            </a:extLst>
          </p:cNvPr>
          <p:cNvSpPr/>
          <p:nvPr userDrawn="1"/>
        </p:nvSpPr>
        <p:spPr bwMode="white">
          <a:xfrm>
            <a:off x="0" y="0"/>
            <a:ext cx="6614764"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15" name="Title 6">
            <a:extLst>
              <a:ext uri="{FF2B5EF4-FFF2-40B4-BE49-F238E27FC236}">
                <a16:creationId xmlns:a16="http://schemas.microsoft.com/office/drawing/2014/main" id="{4DEB00A0-9CA9-4213-AE07-D0B1C6101ED8}"/>
              </a:ext>
            </a:extLst>
          </p:cNvPr>
          <p:cNvSpPr>
            <a:spLocks noGrp="1"/>
          </p:cNvSpPr>
          <p:nvPr>
            <p:ph type="title" hasCustomPrompt="1"/>
          </p:nvPr>
        </p:nvSpPr>
        <p:spPr>
          <a:xfrm>
            <a:off x="567039" y="342900"/>
            <a:ext cx="5029200" cy="460551"/>
          </a:xfrm>
        </p:spPr>
        <p:txBody>
          <a:bodyPr/>
          <a:lstStyle>
            <a:lvl1pPr>
              <a:defRPr>
                <a:solidFill>
                  <a:schemeClr val="tx1"/>
                </a:solidFill>
              </a:defRPr>
            </a:lvl1pPr>
          </a:lstStyle>
          <a:p>
            <a:r>
              <a:rPr lang="en-US"/>
              <a:t>[Headline]</a:t>
            </a:r>
          </a:p>
        </p:txBody>
      </p:sp>
      <p:sp>
        <p:nvSpPr>
          <p:cNvPr id="14" name="Sub-headline">
            <a:extLst>
              <a:ext uri="{FF2B5EF4-FFF2-40B4-BE49-F238E27FC236}">
                <a16:creationId xmlns:a16="http://schemas.microsoft.com/office/drawing/2014/main" id="{86B6FCCF-A4F5-44A7-AAF4-704B7EC6998C}"/>
              </a:ext>
              <a:ext uri="{C183D7F6-B498-43B3-948B-1728B52AA6E4}">
                <adec:decorative xmlns:adec="http://schemas.microsoft.com/office/drawing/2017/decorative" val="0"/>
              </a:ext>
            </a:extLst>
          </p:cNvPr>
          <p:cNvSpPr>
            <a:spLocks noGrp="1"/>
          </p:cNvSpPr>
          <p:nvPr>
            <p:ph type="body" sz="quarter" idx="18" hasCustomPrompt="1"/>
          </p:nvPr>
        </p:nvSpPr>
        <p:spPr>
          <a:xfrm>
            <a:off x="567039"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a:t>[Sub-headline]</a:t>
            </a:r>
          </a:p>
        </p:txBody>
      </p:sp>
      <p:sp>
        <p:nvSpPr>
          <p:cNvPr id="17" name="Text Placeholder 2">
            <a:extLst>
              <a:ext uri="{FF2B5EF4-FFF2-40B4-BE49-F238E27FC236}">
                <a16:creationId xmlns:a16="http://schemas.microsoft.com/office/drawing/2014/main" id="{A7275159-CD4F-4CFC-A979-703107544995}"/>
              </a:ext>
            </a:extLst>
          </p:cNvPr>
          <p:cNvSpPr>
            <a:spLocks noGrp="1"/>
          </p:cNvSpPr>
          <p:nvPr>
            <p:ph type="body" sz="quarter" idx="22" hasCustomPrompt="1"/>
          </p:nvPr>
        </p:nvSpPr>
        <p:spPr>
          <a:xfrm>
            <a:off x="566739" y="1261872"/>
            <a:ext cx="5029200" cy="4330202"/>
          </a:xfrm>
          <a:prstGeom prst="rect">
            <a:avLst/>
          </a:prstGeom>
        </p:spPr>
        <p:txBody>
          <a:bodyPr/>
          <a:lstStyle>
            <a:lvl1pPr>
              <a:defRPr/>
            </a:lvl1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Fifth level</a:t>
            </a:r>
          </a:p>
        </p:txBody>
      </p:sp>
      <p:sp>
        <p:nvSpPr>
          <p:cNvPr id="27" name="Footnote">
            <a:extLst>
              <a:ext uri="{FF2B5EF4-FFF2-40B4-BE49-F238E27FC236}">
                <a16:creationId xmlns:a16="http://schemas.microsoft.com/office/drawing/2014/main" id="{09DBF7F0-F472-44D3-9A30-10D3C2163727}"/>
              </a:ext>
            </a:extLst>
          </p:cNvPr>
          <p:cNvSpPr>
            <a:spLocks noGrp="1"/>
          </p:cNvSpPr>
          <p:nvPr>
            <p:ph type="body" sz="quarter" idx="24"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
        <p:nvSpPr>
          <p:cNvPr id="20" name="Rectangle 19">
            <a:extLst>
              <a:ext uri="{FF2B5EF4-FFF2-40B4-BE49-F238E27FC236}">
                <a16:creationId xmlns:a16="http://schemas.microsoft.com/office/drawing/2014/main" id="{9DCE4C1C-6690-45DD-A224-49D7897300FB}"/>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solidFill>
                  <a:schemeClr val="bg1"/>
                </a:solidFill>
                <a:latin typeface="+mn-lt"/>
              </a:rPr>
              <a:t>© 2026 S&amp;P Global.</a:t>
            </a:r>
          </a:p>
        </p:txBody>
      </p:sp>
      <p:pic>
        <p:nvPicPr>
          <p:cNvPr id="102" name="Image 0" descr="https://snp-mediaportal.qbank.se/assets/deployedFiles/0171221a07b0be1374ebaa6bc786f2b5.png"/>
          <p:cNvPicPr>
            <a:picLocks noChangeAspect="1"/>
          </p:cNvPicPr>
          <p:nvPr/>
        </p:nvPicPr>
        <p:blipFill>
          <a:blip r:embed="rId1"/>
          <a:stretch>
            <a:fillRect/>
          </a:stretch>
        </p:blipFill>
        <p:spPr>
          <a:xfrm>
            <a:off x="466344" y="6281928"/>
            <a:ext cx="1572768" cy="557784"/>
          </a:xfrm>
          <a:prstGeom prst="rect">
            <a:avLst/>
          </a:prstGeom>
        </p:spPr>
      </p:pic>
    </p:spTree>
    <p:extLst>
      <p:ext uri="{BB962C8B-B14F-4D97-AF65-F5344CB8AC3E}">
        <p14:creationId xmlns:p14="http://schemas.microsoft.com/office/powerpoint/2010/main" val="4016961979"/>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bg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a:solidFill>
                  <a:schemeClr val="tx1"/>
                </a:solidFill>
              </a:rPr>
              <a:t>ICONS</a:t>
            </a:r>
          </a:p>
        </p:txBody>
      </p:sp>
    </p:spTree>
    <p:extLst>
      <p:ext uri="{BB962C8B-B14F-4D97-AF65-F5344CB8AC3E}">
        <p14:creationId xmlns:p14="http://schemas.microsoft.com/office/powerpoint/2010/main" val="42771690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cons 3 Columns Vertical">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29171FE-482D-4162-97BC-A02FD4AC159D}"/>
              </a:ext>
            </a:extLst>
          </p:cNvPr>
          <p:cNvSpPr>
            <a:spLocks noGrp="1"/>
          </p:cNvSpPr>
          <p:nvPr>
            <p:ph type="ftr" sz="quarter" idx="31"/>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a:xfrm>
            <a:off x="11320251" y="6572853"/>
            <a:ext cx="311576" cy="214804"/>
          </a:xfrm>
        </p:spPr>
        <p:txBody>
          <a:bodyPr/>
          <a:lstStyle/>
          <a:p>
            <a:fld id="{5CFA18E4-D58E-4B28-B105-28D9665A8EBC}" type="slidenum">
              <a:rPr lang="en-US" smtClean="0"/>
              <a:pPr/>
              <a:t>‹#›</a:t>
            </a:fld>
            <a:endParaRPr lang="en-US"/>
          </a:p>
        </p:txBody>
      </p:sp>
      <p:sp>
        <p:nvSpPr>
          <p:cNvPr id="36" name="Title 6">
            <a:extLst>
              <a:ext uri="{FF2B5EF4-FFF2-40B4-BE49-F238E27FC236}">
                <a16:creationId xmlns:a16="http://schemas.microsoft.com/office/drawing/2014/main" id="{D7B8D165-F984-473B-A112-6BF8E9F44447}"/>
              </a:ext>
            </a:extLst>
          </p:cNvPr>
          <p:cNvSpPr>
            <a:spLocks noGrp="1"/>
          </p:cNvSpPr>
          <p:nvPr>
            <p:ph type="title" hasCustomPrompt="1"/>
          </p:nvPr>
        </p:nvSpPr>
        <p:spPr>
          <a:xfrm>
            <a:off x="567039" y="342900"/>
            <a:ext cx="11062709" cy="460551"/>
          </a:xfrm>
        </p:spPr>
        <p:txBody>
          <a:bodyPr/>
          <a:lstStyle/>
          <a:p>
            <a:r>
              <a:rPr lang="en-US"/>
              <a:t>[Headline]</a:t>
            </a:r>
          </a:p>
        </p:txBody>
      </p:sp>
      <p:sp>
        <p:nvSpPr>
          <p:cNvPr id="18" name="Sub-headline">
            <a:extLst>
              <a:ext uri="{FF2B5EF4-FFF2-40B4-BE49-F238E27FC236}">
                <a16:creationId xmlns:a16="http://schemas.microsoft.com/office/drawing/2014/main" id="{56EC8594-681B-4434-B73B-735C036086C3}"/>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28" name="Picture Placeholder Left">
            <a:extLst>
              <a:ext uri="{FF2B5EF4-FFF2-40B4-BE49-F238E27FC236}">
                <a16:creationId xmlns:a16="http://schemas.microsoft.com/office/drawing/2014/main" id="{20ED38F9-F116-4320-BEBE-0D6E5BB3BFB3}"/>
              </a:ext>
            </a:extLst>
          </p:cNvPr>
          <p:cNvSpPr>
            <a:spLocks noGrp="1"/>
          </p:cNvSpPr>
          <p:nvPr>
            <p:ph type="pic" sz="quarter" idx="21" hasCustomPrompt="1"/>
          </p:nvPr>
        </p:nvSpPr>
        <p:spPr>
          <a:xfrm>
            <a:off x="560977" y="1261872"/>
            <a:ext cx="1161288" cy="1161288"/>
          </a:xfrm>
          <a:prstGeom prst="rect">
            <a:avLst/>
          </a:prstGeom>
        </p:spPr>
        <p:txBody>
          <a:bodyPr anchor="ctr">
            <a:normAutofit/>
          </a:bodyPr>
          <a:lstStyle>
            <a:lvl1pPr marL="0" indent="0" algn="ctr">
              <a:buNone/>
              <a:defRPr sz="1400"/>
            </a:lvl1pPr>
          </a:lstStyle>
          <a:p>
            <a:r>
              <a:rPr lang="en-US"/>
              <a:t>[Image] or remove and place icon here</a:t>
            </a:r>
          </a:p>
        </p:txBody>
      </p:sp>
      <p:sp>
        <p:nvSpPr>
          <p:cNvPr id="24" name="Subtitle Left">
            <a:extLst>
              <a:ext uri="{FF2B5EF4-FFF2-40B4-BE49-F238E27FC236}">
                <a16:creationId xmlns:a16="http://schemas.microsoft.com/office/drawing/2014/main" id="{2726687B-34D2-44BB-BEE3-F17F90E2CEAD}"/>
              </a:ext>
            </a:extLst>
          </p:cNvPr>
          <p:cNvSpPr>
            <a:spLocks noGrp="1"/>
          </p:cNvSpPr>
          <p:nvPr>
            <p:ph type="body" sz="quarter" idx="16" hasCustomPrompt="1"/>
          </p:nvPr>
        </p:nvSpPr>
        <p:spPr>
          <a:xfrm>
            <a:off x="56097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1" name="Text Placeholder 20">
            <a:extLst>
              <a:ext uri="{FF2B5EF4-FFF2-40B4-BE49-F238E27FC236}">
                <a16:creationId xmlns:a16="http://schemas.microsoft.com/office/drawing/2014/main" id="{59848113-CF33-4F6D-ABE6-079A43759FA2}"/>
              </a:ext>
            </a:extLst>
          </p:cNvPr>
          <p:cNvSpPr>
            <a:spLocks noGrp="1"/>
          </p:cNvSpPr>
          <p:nvPr>
            <p:ph type="body" sz="quarter" idx="24" hasCustomPrompt="1"/>
          </p:nvPr>
        </p:nvSpPr>
        <p:spPr>
          <a:xfrm>
            <a:off x="557212" y="3163464"/>
            <a:ext cx="3374136" cy="2437236"/>
          </a:xfrm>
          <a:prstGeom prst="rect">
            <a:avLst/>
          </a:prstGeom>
        </p:spPr>
        <p:txBody>
          <a:bodyPr/>
          <a:lstStyle>
            <a:lvl1pPr>
              <a:lnSpc>
                <a:spcPct val="100000"/>
              </a:lnSpc>
              <a:spcBef>
                <a:spcPts val="0"/>
              </a:spcBef>
              <a:spcAft>
                <a:spcPts val="600"/>
              </a:spcAft>
              <a:defRPr sz="1600"/>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Fifth level</a:t>
            </a:r>
          </a:p>
        </p:txBody>
      </p:sp>
      <p:sp>
        <p:nvSpPr>
          <p:cNvPr id="29" name="Picture Placeholder  Middle">
            <a:extLst>
              <a:ext uri="{FF2B5EF4-FFF2-40B4-BE49-F238E27FC236}">
                <a16:creationId xmlns:a16="http://schemas.microsoft.com/office/drawing/2014/main" id="{D73D1E78-1775-4717-9FC1-51702554EAAD}"/>
              </a:ext>
            </a:extLst>
          </p:cNvPr>
          <p:cNvSpPr>
            <a:spLocks noGrp="1"/>
          </p:cNvSpPr>
          <p:nvPr>
            <p:ph type="pic" sz="quarter" idx="22" hasCustomPrompt="1"/>
          </p:nvPr>
        </p:nvSpPr>
        <p:spPr>
          <a:xfrm>
            <a:off x="4409596" y="1261872"/>
            <a:ext cx="1161288" cy="1161288"/>
          </a:xfrm>
          <a:prstGeom prst="rect">
            <a:avLst/>
          </a:prstGeom>
        </p:spPr>
        <p:txBody>
          <a:bodyPr anchor="ctr">
            <a:normAutofit/>
          </a:bodyPr>
          <a:lstStyle>
            <a:lvl1pPr marL="0" indent="0" algn="ctr">
              <a:buNone/>
              <a:defRPr sz="1400"/>
            </a:lvl1pPr>
          </a:lstStyle>
          <a:p>
            <a:r>
              <a:rPr lang="en-US"/>
              <a:t>[Image] or remove and place icon here</a:t>
            </a:r>
          </a:p>
        </p:txBody>
      </p:sp>
      <p:sp>
        <p:nvSpPr>
          <p:cNvPr id="26" name="Subtitle Middle">
            <a:extLst>
              <a:ext uri="{FF2B5EF4-FFF2-40B4-BE49-F238E27FC236}">
                <a16:creationId xmlns:a16="http://schemas.microsoft.com/office/drawing/2014/main" id="{AA11411D-F5CC-4A9E-97ED-8D9AB17EC128}"/>
              </a:ext>
            </a:extLst>
          </p:cNvPr>
          <p:cNvSpPr>
            <a:spLocks noGrp="1"/>
          </p:cNvSpPr>
          <p:nvPr>
            <p:ph type="body" sz="quarter" idx="17" hasCustomPrompt="1"/>
          </p:nvPr>
        </p:nvSpPr>
        <p:spPr>
          <a:xfrm>
            <a:off x="440959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2" name="Text Placeholder 22">
            <a:extLst>
              <a:ext uri="{FF2B5EF4-FFF2-40B4-BE49-F238E27FC236}">
                <a16:creationId xmlns:a16="http://schemas.microsoft.com/office/drawing/2014/main" id="{55E5A2C2-274B-42C7-937D-24C1B3BA41D4}"/>
              </a:ext>
            </a:extLst>
          </p:cNvPr>
          <p:cNvSpPr>
            <a:spLocks noGrp="1"/>
          </p:cNvSpPr>
          <p:nvPr>
            <p:ph type="body" sz="quarter" idx="25" hasCustomPrompt="1"/>
          </p:nvPr>
        </p:nvSpPr>
        <p:spPr>
          <a:xfrm>
            <a:off x="4406900" y="3163463"/>
            <a:ext cx="3374136" cy="2437235"/>
          </a:xfrm>
          <a:prstGeom prst="rect">
            <a:avLst/>
          </a:prstGeom>
        </p:spPr>
        <p:txBody>
          <a:bodyPr/>
          <a:lstStyle>
            <a:lvl1pPr marL="169863" indent="-169863">
              <a:lnSpc>
                <a:spcPct val="100000"/>
              </a:lnSpc>
              <a:spcBef>
                <a:spcPts val="0"/>
              </a:spcBef>
              <a:spcAft>
                <a:spcPts val="600"/>
              </a:spcAft>
              <a:defRPr lang="en-US" sz="1600" kern="1200" dirty="0">
                <a:solidFill>
                  <a:schemeClr val="tx1"/>
                </a:solidFill>
                <a:latin typeface="+mn-lt"/>
                <a:ea typeface="+mn-ea"/>
                <a:cs typeface="+mn-cs"/>
              </a:defRPr>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Fifth level</a:t>
            </a:r>
          </a:p>
        </p:txBody>
      </p:sp>
      <p:sp>
        <p:nvSpPr>
          <p:cNvPr id="30" name="Picture Placeholder  Right">
            <a:extLst>
              <a:ext uri="{FF2B5EF4-FFF2-40B4-BE49-F238E27FC236}">
                <a16:creationId xmlns:a16="http://schemas.microsoft.com/office/drawing/2014/main" id="{3B5B43E5-7D20-4591-B751-DD7388D8DEF7}"/>
              </a:ext>
            </a:extLst>
          </p:cNvPr>
          <p:cNvSpPr>
            <a:spLocks noGrp="1"/>
          </p:cNvSpPr>
          <p:nvPr>
            <p:ph type="pic" sz="quarter" idx="23" hasCustomPrompt="1"/>
          </p:nvPr>
        </p:nvSpPr>
        <p:spPr>
          <a:xfrm>
            <a:off x="8256785" y="1261872"/>
            <a:ext cx="1161288" cy="1161288"/>
          </a:xfrm>
          <a:prstGeom prst="rect">
            <a:avLst/>
          </a:prstGeom>
        </p:spPr>
        <p:txBody>
          <a:bodyPr anchor="ctr">
            <a:normAutofit/>
          </a:bodyPr>
          <a:lstStyle>
            <a:lvl1pPr marL="0" indent="0" algn="ctr">
              <a:buNone/>
              <a:defRPr sz="1400"/>
            </a:lvl1pPr>
          </a:lstStyle>
          <a:p>
            <a:r>
              <a:rPr lang="en-US"/>
              <a:t>[Image] or remove and place icon here</a:t>
            </a:r>
          </a:p>
        </p:txBody>
      </p:sp>
      <p:sp>
        <p:nvSpPr>
          <p:cNvPr id="27" name="Subtitle Right">
            <a:extLst>
              <a:ext uri="{FF2B5EF4-FFF2-40B4-BE49-F238E27FC236}">
                <a16:creationId xmlns:a16="http://schemas.microsoft.com/office/drawing/2014/main" id="{59462605-1E40-4897-B811-1B8C6B2FB124}"/>
              </a:ext>
            </a:extLst>
          </p:cNvPr>
          <p:cNvSpPr>
            <a:spLocks noGrp="1"/>
          </p:cNvSpPr>
          <p:nvPr>
            <p:ph type="body" sz="quarter" idx="19" hasCustomPrompt="1"/>
          </p:nvPr>
        </p:nvSpPr>
        <p:spPr>
          <a:xfrm>
            <a:off x="825821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3" name="Text Placeholder 24">
            <a:extLst>
              <a:ext uri="{FF2B5EF4-FFF2-40B4-BE49-F238E27FC236}">
                <a16:creationId xmlns:a16="http://schemas.microsoft.com/office/drawing/2014/main" id="{FFC11514-E302-49D6-BD05-69964CE284BE}"/>
              </a:ext>
            </a:extLst>
          </p:cNvPr>
          <p:cNvSpPr>
            <a:spLocks noGrp="1"/>
          </p:cNvSpPr>
          <p:nvPr>
            <p:ph type="body" sz="quarter" idx="26" hasCustomPrompt="1"/>
          </p:nvPr>
        </p:nvSpPr>
        <p:spPr>
          <a:xfrm>
            <a:off x="8256587" y="3163464"/>
            <a:ext cx="3374136" cy="2437236"/>
          </a:xfrm>
          <a:prstGeom prst="rect">
            <a:avLst/>
          </a:prstGeom>
        </p:spPr>
        <p:txBody>
          <a:bodyPr/>
          <a:lstStyle>
            <a:lvl1pPr marL="169863" indent="-169863">
              <a:lnSpc>
                <a:spcPct val="100000"/>
              </a:lnSpc>
              <a:spcBef>
                <a:spcPts val="0"/>
              </a:spcBef>
              <a:spcAft>
                <a:spcPts val="600"/>
              </a:spcAft>
              <a:defRPr lang="en-US" sz="1600" kern="1200" dirty="0">
                <a:solidFill>
                  <a:schemeClr val="tx1"/>
                </a:solidFill>
                <a:latin typeface="+mn-lt"/>
                <a:ea typeface="+mn-ea"/>
                <a:cs typeface="+mn-cs"/>
              </a:defRPr>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a:ea typeface="+mn-ea"/>
                <a:cs typeface="+mn-cs"/>
              </a:rPr>
              <a:t>Fifth level</a:t>
            </a:r>
          </a:p>
        </p:txBody>
      </p:sp>
      <p:sp>
        <p:nvSpPr>
          <p:cNvPr id="17" name="Footnote">
            <a:extLst>
              <a:ext uri="{FF2B5EF4-FFF2-40B4-BE49-F238E27FC236}">
                <a16:creationId xmlns:a16="http://schemas.microsoft.com/office/drawing/2014/main" id="{6A2724F1-A61D-41C8-B469-1DCC0F04A93B}"/>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pic>
        <p:nvPicPr>
          <p:cNvPr id="100" name="Image 0" descr="https://snp-mediaportal.qbank.se/assets/deployedFiles/b1df7db893866364c914f2942049e8bf.png"/>
          <p:cNvPicPr>
            <a:picLocks noChangeAspect="1"/>
          </p:cNvPicPr>
          <p:nvPr/>
        </p:nvPicPr>
        <p:blipFill>
          <a:blip r:embed="rId1"/>
          <a:stretch>
            <a:fillRect/>
          </a:stretch>
        </p:blipFill>
        <p:spPr>
          <a:xfrm>
            <a:off x="466344" y="6281928"/>
            <a:ext cx="1572768" cy="557784"/>
          </a:xfrm>
          <a:prstGeom prst="rect">
            <a:avLst/>
          </a:prstGeom>
        </p:spPr>
      </p:pic>
    </p:spTree>
    <p:extLst>
      <p:ext uri="{BB962C8B-B14F-4D97-AF65-F5344CB8AC3E}">
        <p14:creationId xmlns:p14="http://schemas.microsoft.com/office/powerpoint/2010/main" val="3012513687"/>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cons 3 Columns Horizontal">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608CFE0-20EA-47BD-A7D7-995044419413}"/>
              </a:ext>
            </a:extLst>
          </p:cNvPr>
          <p:cNvSpPr>
            <a:spLocks noGrp="1"/>
          </p:cNvSpPr>
          <p:nvPr>
            <p:ph type="ftr" sz="quarter" idx="28"/>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39" name="Title 6">
            <a:extLst>
              <a:ext uri="{FF2B5EF4-FFF2-40B4-BE49-F238E27FC236}">
                <a16:creationId xmlns:a16="http://schemas.microsoft.com/office/drawing/2014/main" id="{74FD5EE2-7E80-4B3F-9F2E-FB51310FF616}"/>
              </a:ext>
            </a:extLst>
          </p:cNvPr>
          <p:cNvSpPr>
            <a:spLocks noGrp="1"/>
          </p:cNvSpPr>
          <p:nvPr>
            <p:ph type="title" hasCustomPrompt="1"/>
          </p:nvPr>
        </p:nvSpPr>
        <p:spPr>
          <a:xfrm>
            <a:off x="567039" y="342900"/>
            <a:ext cx="11062709" cy="460551"/>
          </a:xfrm>
        </p:spPr>
        <p:txBody>
          <a:bodyPr/>
          <a:lstStyle/>
          <a:p>
            <a:r>
              <a:rPr lang="en-US"/>
              <a:t>[Headline]</a:t>
            </a:r>
          </a:p>
        </p:txBody>
      </p:sp>
      <p:sp>
        <p:nvSpPr>
          <p:cNvPr id="22" name="Sub-headline">
            <a:extLst>
              <a:ext uri="{FF2B5EF4-FFF2-40B4-BE49-F238E27FC236}">
                <a16:creationId xmlns:a16="http://schemas.microsoft.com/office/drawing/2014/main" id="{5EFA2C65-2BF7-48F8-AA6D-832FA04C275C}"/>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32" name="Picture Placeholder Left">
            <a:extLst>
              <a:ext uri="{FF2B5EF4-FFF2-40B4-BE49-F238E27FC236}">
                <a16:creationId xmlns:a16="http://schemas.microsoft.com/office/drawing/2014/main" id="{CF6F45C0-8397-41BE-B336-31CACBC93446}"/>
              </a:ext>
            </a:extLst>
          </p:cNvPr>
          <p:cNvSpPr>
            <a:spLocks noGrp="1"/>
          </p:cNvSpPr>
          <p:nvPr>
            <p:ph type="pic" sz="quarter" idx="21" hasCustomPrompt="1"/>
          </p:nvPr>
        </p:nvSpPr>
        <p:spPr>
          <a:xfrm>
            <a:off x="569217" y="1261872"/>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29" name="Subtitle Left">
            <a:extLst>
              <a:ext uri="{FF2B5EF4-FFF2-40B4-BE49-F238E27FC236}">
                <a16:creationId xmlns:a16="http://schemas.microsoft.com/office/drawing/2014/main" id="{ED30F6A3-B5BC-40C0-8DCB-0F3F70EB0918}"/>
              </a:ext>
            </a:extLst>
          </p:cNvPr>
          <p:cNvSpPr>
            <a:spLocks noGrp="1"/>
          </p:cNvSpPr>
          <p:nvPr>
            <p:ph type="body" sz="quarter" idx="16" hasCustomPrompt="1"/>
          </p:nvPr>
        </p:nvSpPr>
        <p:spPr>
          <a:xfrm>
            <a:off x="1784837" y="1261872"/>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5" name="Text Placeholder 20">
            <a:extLst>
              <a:ext uri="{FF2B5EF4-FFF2-40B4-BE49-F238E27FC236}">
                <a16:creationId xmlns:a16="http://schemas.microsoft.com/office/drawing/2014/main" id="{F93BE80F-03ED-41A2-8709-8A7F3D16AC1C}"/>
              </a:ext>
            </a:extLst>
          </p:cNvPr>
          <p:cNvSpPr>
            <a:spLocks noGrp="1"/>
          </p:cNvSpPr>
          <p:nvPr>
            <p:ph type="body" sz="quarter" idx="24" hasCustomPrompt="1"/>
          </p:nvPr>
        </p:nvSpPr>
        <p:spPr>
          <a:xfrm>
            <a:off x="1784838" y="1581016"/>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33" name="Picture Placeholder  Middle">
            <a:extLst>
              <a:ext uri="{FF2B5EF4-FFF2-40B4-BE49-F238E27FC236}">
                <a16:creationId xmlns:a16="http://schemas.microsoft.com/office/drawing/2014/main" id="{259A6D79-8609-455C-B241-4E9D846D5FFB}"/>
              </a:ext>
            </a:extLst>
          </p:cNvPr>
          <p:cNvSpPr>
            <a:spLocks noGrp="1"/>
          </p:cNvSpPr>
          <p:nvPr>
            <p:ph type="pic" sz="quarter" idx="22" hasCustomPrompt="1"/>
          </p:nvPr>
        </p:nvSpPr>
        <p:spPr>
          <a:xfrm>
            <a:off x="569217" y="2710795"/>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17" name="Subtitle Left">
            <a:extLst>
              <a:ext uri="{FF2B5EF4-FFF2-40B4-BE49-F238E27FC236}">
                <a16:creationId xmlns:a16="http://schemas.microsoft.com/office/drawing/2014/main" id="{CA19107A-2AFD-4DC4-8B24-4A5929C3F2B7}"/>
              </a:ext>
            </a:extLst>
          </p:cNvPr>
          <p:cNvSpPr>
            <a:spLocks noGrp="1"/>
          </p:cNvSpPr>
          <p:nvPr>
            <p:ph type="body" sz="quarter" idx="29" hasCustomPrompt="1"/>
          </p:nvPr>
        </p:nvSpPr>
        <p:spPr>
          <a:xfrm>
            <a:off x="1789877" y="2717095"/>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18" name="Text Placeholder 20">
            <a:extLst>
              <a:ext uri="{FF2B5EF4-FFF2-40B4-BE49-F238E27FC236}">
                <a16:creationId xmlns:a16="http://schemas.microsoft.com/office/drawing/2014/main" id="{D9F3B68D-9DD4-41F2-97AC-E83BCE6F9C5D}"/>
              </a:ext>
            </a:extLst>
          </p:cNvPr>
          <p:cNvSpPr>
            <a:spLocks noGrp="1"/>
          </p:cNvSpPr>
          <p:nvPr>
            <p:ph type="body" sz="quarter" idx="30" hasCustomPrompt="1"/>
          </p:nvPr>
        </p:nvSpPr>
        <p:spPr>
          <a:xfrm>
            <a:off x="1789878" y="3036239"/>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34" name="Picture Placeholder  Right">
            <a:extLst>
              <a:ext uri="{FF2B5EF4-FFF2-40B4-BE49-F238E27FC236}">
                <a16:creationId xmlns:a16="http://schemas.microsoft.com/office/drawing/2014/main" id="{BDBD945C-52EF-4677-B50B-FF8E067AEF48}"/>
              </a:ext>
            </a:extLst>
          </p:cNvPr>
          <p:cNvSpPr>
            <a:spLocks noGrp="1"/>
          </p:cNvSpPr>
          <p:nvPr>
            <p:ph type="pic" sz="quarter" idx="23" hasCustomPrompt="1"/>
          </p:nvPr>
        </p:nvSpPr>
        <p:spPr>
          <a:xfrm>
            <a:off x="567039" y="4159718"/>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19" name="Subtitle Left">
            <a:extLst>
              <a:ext uri="{FF2B5EF4-FFF2-40B4-BE49-F238E27FC236}">
                <a16:creationId xmlns:a16="http://schemas.microsoft.com/office/drawing/2014/main" id="{5B2C8265-B4F5-49DF-B3A9-E7A328DB4CE1}"/>
              </a:ext>
            </a:extLst>
          </p:cNvPr>
          <p:cNvSpPr>
            <a:spLocks noGrp="1"/>
          </p:cNvSpPr>
          <p:nvPr>
            <p:ph type="body" sz="quarter" idx="31" hasCustomPrompt="1"/>
          </p:nvPr>
        </p:nvSpPr>
        <p:spPr>
          <a:xfrm>
            <a:off x="1789877" y="4159718"/>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20" name="Text Placeholder 20">
            <a:extLst>
              <a:ext uri="{FF2B5EF4-FFF2-40B4-BE49-F238E27FC236}">
                <a16:creationId xmlns:a16="http://schemas.microsoft.com/office/drawing/2014/main" id="{9C64CBDE-4443-4A7D-A9E5-5CCCF01D58B8}"/>
              </a:ext>
            </a:extLst>
          </p:cNvPr>
          <p:cNvSpPr>
            <a:spLocks noGrp="1"/>
          </p:cNvSpPr>
          <p:nvPr>
            <p:ph type="body" sz="quarter" idx="32" hasCustomPrompt="1"/>
          </p:nvPr>
        </p:nvSpPr>
        <p:spPr>
          <a:xfrm>
            <a:off x="1789878" y="4478862"/>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23" name="Footnote">
            <a:extLst>
              <a:ext uri="{FF2B5EF4-FFF2-40B4-BE49-F238E27FC236}">
                <a16:creationId xmlns:a16="http://schemas.microsoft.com/office/drawing/2014/main" id="{66ED2DD3-99A4-4B46-B1BC-1732442768B6}"/>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pic>
        <p:nvPicPr>
          <p:cNvPr id="100" name="Image 0" descr="https://snp-mediaportal.qbank.se/assets/deployedFiles/b1df7db893866364c914f2942049e8bf.png"/>
          <p:cNvPicPr>
            <a:picLocks noChangeAspect="1"/>
          </p:cNvPicPr>
          <p:nvPr/>
        </p:nvPicPr>
        <p:blipFill>
          <a:blip r:embed="rId1"/>
          <a:stretch>
            <a:fillRect/>
          </a:stretch>
        </p:blipFill>
        <p:spPr>
          <a:xfrm>
            <a:off x="466344" y="6281928"/>
            <a:ext cx="1572768" cy="557784"/>
          </a:xfrm>
          <a:prstGeom prst="rect">
            <a:avLst/>
          </a:prstGeom>
        </p:spPr>
      </p:pic>
    </p:spTree>
    <p:extLst>
      <p:ext uri="{BB962C8B-B14F-4D97-AF65-F5344CB8AC3E}">
        <p14:creationId xmlns:p14="http://schemas.microsoft.com/office/powerpoint/2010/main" val="215158432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cons 4 Columns + Content">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3DD9750E-ABDA-4A03-801E-38E1632B8093}"/>
              </a:ext>
            </a:extLst>
          </p:cNvPr>
          <p:cNvSpPr>
            <a:spLocks noGrp="1"/>
          </p:cNvSpPr>
          <p:nvPr>
            <p:ph type="ftr" sz="quarter" idx="35"/>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39" y="342900"/>
            <a:ext cx="11062709" cy="460551"/>
          </a:xfrm>
        </p:spPr>
        <p:txBody>
          <a:bodyPr/>
          <a:lstStyle/>
          <a:p>
            <a:r>
              <a:rPr lang="en-US"/>
              <a:t>[Headline]</a:t>
            </a:r>
          </a:p>
        </p:txBody>
      </p:sp>
      <p:sp>
        <p:nvSpPr>
          <p:cNvPr id="28" name="Sub-headline">
            <a:extLst>
              <a:ext uri="{FF2B5EF4-FFF2-40B4-BE49-F238E27FC236}">
                <a16:creationId xmlns:a16="http://schemas.microsoft.com/office/drawing/2014/main" id="{1D199F29-DE09-4DF0-9477-385F6C6242D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4" name="Content Placeholder 3">
            <a:extLst>
              <a:ext uri="{FF2B5EF4-FFF2-40B4-BE49-F238E27FC236}">
                <a16:creationId xmlns:a16="http://schemas.microsoft.com/office/drawing/2014/main" id="{82FD93BB-BB27-4EF7-B79A-C2550EB90CFA}"/>
              </a:ext>
            </a:extLst>
          </p:cNvPr>
          <p:cNvSpPr>
            <a:spLocks noGrp="1"/>
          </p:cNvSpPr>
          <p:nvPr>
            <p:ph sz="quarter" idx="33" hasCustomPrompt="1"/>
          </p:nvPr>
        </p:nvSpPr>
        <p:spPr>
          <a:xfrm>
            <a:off x="566738" y="1263650"/>
            <a:ext cx="5029200" cy="4343400"/>
          </a:xfrm>
        </p:spPr>
        <p:txBody>
          <a:bodyPr/>
          <a:lstStyle>
            <a:lvl1pPr>
              <a:defRPr/>
            </a:lvl1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1872"/>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a:ln>
                  <a:noFill/>
                </a:ln>
                <a:solidFill>
                  <a:srgbClr val="000000"/>
                </a:solidFill>
                <a:effectLst/>
                <a:uLnTx/>
                <a:uFillTx/>
                <a:latin typeface="Arial"/>
                <a:ea typeface="+mn-ea"/>
                <a:cs typeface="+mn-cs"/>
              </a:rPr>
              <a:t>[Click to add text]</a:t>
            </a:r>
            <a:endParaRPr lang="en-US"/>
          </a:p>
          <a:p>
            <a:pPr lvl="1"/>
            <a:r>
              <a:rPr lang="en-US"/>
              <a:t>Second level</a:t>
            </a:r>
          </a:p>
          <a:p>
            <a:pPr lvl="2"/>
            <a:r>
              <a:rPr lang="en-US"/>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22" name="Subtitle Top">
            <a:extLst>
              <a:ext uri="{FF2B5EF4-FFF2-40B4-BE49-F238E27FC236}">
                <a16:creationId xmlns:a16="http://schemas.microsoft.com/office/drawing/2014/main" id="{F32872C9-2C41-4ABC-9932-EE0BBAFBE2B9}"/>
              </a:ext>
            </a:extLst>
          </p:cNvPr>
          <p:cNvSpPr>
            <a:spLocks noGrp="1"/>
          </p:cNvSpPr>
          <p:nvPr>
            <p:ph type="body" sz="quarter" idx="36" hasCustomPrompt="1"/>
          </p:nvPr>
        </p:nvSpPr>
        <p:spPr>
          <a:xfrm>
            <a:off x="7488891" y="2483726"/>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23" name="Text Placeholder 15">
            <a:extLst>
              <a:ext uri="{FF2B5EF4-FFF2-40B4-BE49-F238E27FC236}">
                <a16:creationId xmlns:a16="http://schemas.microsoft.com/office/drawing/2014/main" id="{7D0F84AA-F016-40FD-B57B-922B879A885F}"/>
              </a:ext>
            </a:extLst>
          </p:cNvPr>
          <p:cNvSpPr>
            <a:spLocks noGrp="1"/>
          </p:cNvSpPr>
          <p:nvPr>
            <p:ph type="body" sz="quarter" idx="37" hasCustomPrompt="1"/>
          </p:nvPr>
        </p:nvSpPr>
        <p:spPr>
          <a:xfrm>
            <a:off x="7490161" y="2821981"/>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a:ln>
                  <a:noFill/>
                </a:ln>
                <a:solidFill>
                  <a:srgbClr val="000000"/>
                </a:solidFill>
                <a:effectLst/>
                <a:uLnTx/>
                <a:uFillTx/>
                <a:latin typeface="Arial"/>
                <a:ea typeface="+mn-ea"/>
                <a:cs typeface="+mn-cs"/>
              </a:rPr>
              <a:t>[Click to add text]</a:t>
            </a:r>
            <a:endParaRPr lang="en-US"/>
          </a:p>
          <a:p>
            <a:pPr lvl="1"/>
            <a:r>
              <a:rPr lang="en-US"/>
              <a:t>Second level</a:t>
            </a:r>
          </a:p>
          <a:p>
            <a:pPr lvl="2"/>
            <a:r>
              <a:rPr lang="en-US"/>
              <a:t>Third level</a:t>
            </a:r>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24" name="Subtitle Top">
            <a:extLst>
              <a:ext uri="{FF2B5EF4-FFF2-40B4-BE49-F238E27FC236}">
                <a16:creationId xmlns:a16="http://schemas.microsoft.com/office/drawing/2014/main" id="{F02B674F-D8E9-4242-8C17-0240FB40F65A}"/>
              </a:ext>
            </a:extLst>
          </p:cNvPr>
          <p:cNvSpPr>
            <a:spLocks noGrp="1"/>
          </p:cNvSpPr>
          <p:nvPr>
            <p:ph type="body" sz="quarter" idx="38" hasCustomPrompt="1"/>
          </p:nvPr>
        </p:nvSpPr>
        <p:spPr>
          <a:xfrm>
            <a:off x="7487621" y="3706769"/>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25" name="Text Placeholder 15">
            <a:extLst>
              <a:ext uri="{FF2B5EF4-FFF2-40B4-BE49-F238E27FC236}">
                <a16:creationId xmlns:a16="http://schemas.microsoft.com/office/drawing/2014/main" id="{9F2499DA-5101-4E05-8B0E-D14E56480543}"/>
              </a:ext>
            </a:extLst>
          </p:cNvPr>
          <p:cNvSpPr>
            <a:spLocks noGrp="1"/>
          </p:cNvSpPr>
          <p:nvPr>
            <p:ph type="body" sz="quarter" idx="39" hasCustomPrompt="1"/>
          </p:nvPr>
        </p:nvSpPr>
        <p:spPr>
          <a:xfrm>
            <a:off x="7488891" y="4045024"/>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a:ln>
                  <a:noFill/>
                </a:ln>
                <a:solidFill>
                  <a:srgbClr val="000000"/>
                </a:solidFill>
                <a:effectLst/>
                <a:uLnTx/>
                <a:uFillTx/>
                <a:latin typeface="Arial"/>
                <a:ea typeface="+mn-ea"/>
                <a:cs typeface="+mn-cs"/>
              </a:rPr>
              <a:t>[Click to add text]</a:t>
            </a:r>
            <a:endParaRPr lang="en-US"/>
          </a:p>
          <a:p>
            <a:pPr lvl="1"/>
            <a:r>
              <a:rPr lang="en-US"/>
              <a:t>Second level</a:t>
            </a:r>
          </a:p>
          <a:p>
            <a:pPr lvl="2"/>
            <a:r>
              <a:rPr lang="en-US"/>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26" name="Subtitle Top">
            <a:extLst>
              <a:ext uri="{FF2B5EF4-FFF2-40B4-BE49-F238E27FC236}">
                <a16:creationId xmlns:a16="http://schemas.microsoft.com/office/drawing/2014/main" id="{A0B75D8F-9A1B-4EDF-ACD4-90B4C7E458D1}"/>
              </a:ext>
            </a:extLst>
          </p:cNvPr>
          <p:cNvSpPr>
            <a:spLocks noGrp="1"/>
          </p:cNvSpPr>
          <p:nvPr>
            <p:ph type="body" sz="quarter" idx="40" hasCustomPrompt="1"/>
          </p:nvPr>
        </p:nvSpPr>
        <p:spPr>
          <a:xfrm>
            <a:off x="7486351" y="4927165"/>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27" name="Text Placeholder 15">
            <a:extLst>
              <a:ext uri="{FF2B5EF4-FFF2-40B4-BE49-F238E27FC236}">
                <a16:creationId xmlns:a16="http://schemas.microsoft.com/office/drawing/2014/main" id="{D2763317-8032-4545-AB58-78701E7FE79F}"/>
              </a:ext>
            </a:extLst>
          </p:cNvPr>
          <p:cNvSpPr>
            <a:spLocks noGrp="1"/>
          </p:cNvSpPr>
          <p:nvPr>
            <p:ph type="body" sz="quarter" idx="41" hasCustomPrompt="1"/>
          </p:nvPr>
        </p:nvSpPr>
        <p:spPr>
          <a:xfrm>
            <a:off x="7487621" y="5265420"/>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a:ln>
                  <a:noFill/>
                </a:ln>
                <a:solidFill>
                  <a:srgbClr val="000000"/>
                </a:solidFill>
                <a:effectLst/>
                <a:uLnTx/>
                <a:uFillTx/>
                <a:latin typeface="Arial"/>
                <a:ea typeface="+mn-ea"/>
                <a:cs typeface="+mn-cs"/>
              </a:rPr>
              <a:t>[Click to add text]</a:t>
            </a:r>
            <a:endParaRPr lang="en-US"/>
          </a:p>
          <a:p>
            <a:pPr lvl="1"/>
            <a:r>
              <a:rPr lang="en-US"/>
              <a:t>Second level</a:t>
            </a:r>
          </a:p>
          <a:p>
            <a:pPr lvl="2"/>
            <a:r>
              <a:rPr lang="en-US"/>
              <a:t>Third level</a:t>
            </a:r>
          </a:p>
        </p:txBody>
      </p:sp>
      <p:sp>
        <p:nvSpPr>
          <p:cNvPr id="21" name="Footnote">
            <a:extLst>
              <a:ext uri="{FF2B5EF4-FFF2-40B4-BE49-F238E27FC236}">
                <a16:creationId xmlns:a16="http://schemas.microsoft.com/office/drawing/2014/main" id="{9DBFEEAB-9E37-46AB-9295-1B782C9B76BE}"/>
              </a:ext>
            </a:extLst>
          </p:cNvPr>
          <p:cNvSpPr>
            <a:spLocks noGrp="1"/>
          </p:cNvSpPr>
          <p:nvPr>
            <p:ph type="body" sz="quarter" idx="15" hasCustomPrompt="1"/>
          </p:nvPr>
        </p:nvSpPr>
        <p:spPr>
          <a:xfrm>
            <a:off x="567039" y="5904781"/>
            <a:ext cx="11060912" cy="307631"/>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pic>
        <p:nvPicPr>
          <p:cNvPr id="100" name="Image 0" descr="https://snp-mediaportal.qbank.se/assets/deployedFiles/b1df7db893866364c914f2942049e8bf.png"/>
          <p:cNvPicPr>
            <a:picLocks noChangeAspect="1"/>
          </p:cNvPicPr>
          <p:nvPr/>
        </p:nvPicPr>
        <p:blipFill>
          <a:blip r:embed="rId1"/>
          <a:stretch>
            <a:fillRect/>
          </a:stretch>
        </p:blipFill>
        <p:spPr>
          <a:xfrm>
            <a:off x="466344" y="6281928"/>
            <a:ext cx="1572768" cy="557784"/>
          </a:xfrm>
          <a:prstGeom prst="rect">
            <a:avLst/>
          </a:prstGeom>
        </p:spPr>
      </p:pic>
    </p:spTree>
    <p:extLst>
      <p:ext uri="{BB962C8B-B14F-4D97-AF65-F5344CB8AC3E}">
        <p14:creationId xmlns:p14="http://schemas.microsoft.com/office/powerpoint/2010/main" val="166664483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cons 4 Columns + Content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21DF1D-3C8D-435E-8E9F-6D662BF957BD}"/>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3" name="Footer Placeholder 2">
            <a:extLst>
              <a:ext uri="{FF2B5EF4-FFF2-40B4-BE49-F238E27FC236}">
                <a16:creationId xmlns:a16="http://schemas.microsoft.com/office/drawing/2014/main" id="{FCFEF029-AF59-4AC3-9ED3-4E5E4431EF7C}"/>
              </a:ext>
            </a:extLst>
          </p:cNvPr>
          <p:cNvSpPr>
            <a:spLocks noGrp="1"/>
          </p:cNvSpPr>
          <p:nvPr>
            <p:ph type="ftr" sz="quarter" idx="35"/>
          </p:nvPr>
        </p:nvSpPr>
        <p:spPr/>
        <p:txBody>
          <a:bodyPr/>
          <a:lstStyle>
            <a:lvl1pPr>
              <a:defRPr>
                <a:solidFill>
                  <a:schemeClr val="bg1"/>
                </a:solidFill>
              </a:defRPr>
            </a:lvl1p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40" y="342900"/>
            <a:ext cx="5029200" cy="460551"/>
          </a:xfrm>
        </p:spPr>
        <p:txBody>
          <a:bodyPr/>
          <a:lstStyle/>
          <a:p>
            <a:r>
              <a:rPr lang="en-US"/>
              <a:t>[Headline]</a:t>
            </a:r>
          </a:p>
        </p:txBody>
      </p:sp>
      <p:sp>
        <p:nvSpPr>
          <p:cNvPr id="46" name="Sub-headline">
            <a:extLst>
              <a:ext uri="{FF2B5EF4-FFF2-40B4-BE49-F238E27FC236}">
                <a16:creationId xmlns:a16="http://schemas.microsoft.com/office/drawing/2014/main" id="{5251668F-9361-42F9-893B-958B89A89D74}"/>
              </a:ext>
            </a:extLst>
          </p:cNvPr>
          <p:cNvSpPr>
            <a:spLocks noGrp="1"/>
          </p:cNvSpPr>
          <p:nvPr>
            <p:ph type="body" sz="quarter" idx="13" hasCustomPrompt="1"/>
          </p:nvPr>
        </p:nvSpPr>
        <p:spPr>
          <a:xfrm>
            <a:off x="567038" y="899026"/>
            <a:ext cx="5029200" cy="278706"/>
          </a:xfrm>
          <a:prstGeom prst="rect">
            <a:avLst/>
          </a:prstGeom>
        </p:spPr>
        <p:txBody>
          <a:bodyPr/>
          <a:lstStyle>
            <a:lvl1pPr marL="0" indent="0">
              <a:buNone/>
              <a:defRPr sz="1800" b="0">
                <a:latin typeface="+mn-lt"/>
              </a:defRPr>
            </a:lvl1pPr>
            <a:lvl2pPr marL="169863" indent="0">
              <a:buNone/>
              <a:defRPr/>
            </a:lvl2pPr>
          </a:lstStyle>
          <a:p>
            <a:pPr lvl="0"/>
            <a:r>
              <a:rPr lang="en-US"/>
              <a:t>[Sub-headline]</a:t>
            </a:r>
          </a:p>
        </p:txBody>
      </p:sp>
      <p:sp>
        <p:nvSpPr>
          <p:cNvPr id="22" name="Content Placeholder 3">
            <a:extLst>
              <a:ext uri="{FF2B5EF4-FFF2-40B4-BE49-F238E27FC236}">
                <a16:creationId xmlns:a16="http://schemas.microsoft.com/office/drawing/2014/main" id="{BA006FC7-D663-4A84-9EC7-38CF613B62D7}"/>
              </a:ext>
            </a:extLst>
          </p:cNvPr>
          <p:cNvSpPr>
            <a:spLocks noGrp="1"/>
          </p:cNvSpPr>
          <p:nvPr>
            <p:ph sz="quarter" idx="33" hasCustomPrompt="1"/>
          </p:nvPr>
        </p:nvSpPr>
        <p:spPr>
          <a:xfrm>
            <a:off x="566738" y="1263650"/>
            <a:ext cx="5029200" cy="4343400"/>
          </a:xfrm>
        </p:spPr>
        <p:txBody>
          <a:bodyPr/>
          <a:lstStyle>
            <a:lvl1pPr>
              <a:defRPr/>
            </a:lvl1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3" name="Footnote">
            <a:extLst>
              <a:ext uri="{FF2B5EF4-FFF2-40B4-BE49-F238E27FC236}">
                <a16:creationId xmlns:a16="http://schemas.microsoft.com/office/drawing/2014/main" id="{0D52D127-8311-4C6F-B9EA-30B581C17FF7}"/>
              </a:ext>
            </a:extLst>
          </p:cNvPr>
          <p:cNvSpPr>
            <a:spLocks noGrp="1"/>
          </p:cNvSpPr>
          <p:nvPr>
            <p:ph type="body" sz="quarter" idx="15" hasCustomPrompt="1"/>
          </p:nvPr>
        </p:nvSpPr>
        <p:spPr>
          <a:xfrm>
            <a:off x="567039" y="5905500"/>
            <a:ext cx="5029200" cy="306912"/>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8670"/>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solidFill>
                  <a:schemeClr val="bg1"/>
                </a:solidFill>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lvl="0"/>
            <a:r>
              <a:rPr lang="en-US"/>
              <a:t>[Click to add text]</a:t>
            </a:r>
          </a:p>
          <a:p>
            <a:pPr lvl="1"/>
            <a:r>
              <a:rPr lang="en-US"/>
              <a:t>Second level</a:t>
            </a:r>
          </a:p>
          <a:p>
            <a:pPr lvl="2"/>
            <a:r>
              <a:rPr lang="en-US"/>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3" name="Subtitle Middle Top">
            <a:extLst>
              <a:ext uri="{FF2B5EF4-FFF2-40B4-BE49-F238E27FC236}">
                <a16:creationId xmlns:a16="http://schemas.microsoft.com/office/drawing/2014/main" id="{0B17B252-9B3F-45FC-90E8-5D155B6782BA}"/>
              </a:ext>
            </a:extLst>
          </p:cNvPr>
          <p:cNvSpPr>
            <a:spLocks noGrp="1"/>
          </p:cNvSpPr>
          <p:nvPr>
            <p:ph type="body" sz="quarter" idx="16" hasCustomPrompt="1"/>
          </p:nvPr>
        </p:nvSpPr>
        <p:spPr>
          <a:xfrm>
            <a:off x="7488891" y="2486303"/>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3" name="Text Placeholder 25">
            <a:extLst>
              <a:ext uri="{FF2B5EF4-FFF2-40B4-BE49-F238E27FC236}">
                <a16:creationId xmlns:a16="http://schemas.microsoft.com/office/drawing/2014/main" id="{8A12E103-382A-4153-B839-D4D1429F9D4D}"/>
              </a:ext>
            </a:extLst>
          </p:cNvPr>
          <p:cNvSpPr>
            <a:spLocks noGrp="1"/>
          </p:cNvSpPr>
          <p:nvPr>
            <p:ph type="body" sz="quarter" idx="30" hasCustomPrompt="1"/>
          </p:nvPr>
        </p:nvSpPr>
        <p:spPr>
          <a:xfrm>
            <a:off x="7490161" y="2819326"/>
            <a:ext cx="4134800"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lnSpc>
                <a:spcPct val="100000"/>
              </a:lnSpc>
              <a:spcBef>
                <a:spcPts val="0"/>
              </a:spcBef>
              <a:spcAft>
                <a:spcPts val="200"/>
              </a:spcAft>
              <a:defRPr sz="1200">
                <a:solidFill>
                  <a:schemeClr val="bg1"/>
                </a:solidFill>
              </a:defRPr>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a:t>[Click to add text]</a:t>
            </a:r>
          </a:p>
          <a:p>
            <a:pPr lvl="1"/>
            <a:r>
              <a:rPr lang="en-US"/>
              <a:t>Second level</a:t>
            </a:r>
          </a:p>
          <a:p>
            <a:pPr lvl="2"/>
            <a:r>
              <a:rPr lang="en-US"/>
              <a:t>Third level</a:t>
            </a:r>
          </a:p>
          <a:p>
            <a:pPr lvl="3"/>
            <a:endParaRPr lang="en-US"/>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4" name="Subtitle Middle Bottom">
            <a:extLst>
              <a:ext uri="{FF2B5EF4-FFF2-40B4-BE49-F238E27FC236}">
                <a16:creationId xmlns:a16="http://schemas.microsoft.com/office/drawing/2014/main" id="{3889D5BC-1AD8-46EC-A794-4E8C8AF5902C}"/>
              </a:ext>
            </a:extLst>
          </p:cNvPr>
          <p:cNvSpPr>
            <a:spLocks noGrp="1"/>
          </p:cNvSpPr>
          <p:nvPr>
            <p:ph type="body" sz="quarter" idx="17" hasCustomPrompt="1"/>
          </p:nvPr>
        </p:nvSpPr>
        <p:spPr>
          <a:xfrm>
            <a:off x="7488891" y="3709346"/>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4" name="Text Placeholder 27">
            <a:extLst>
              <a:ext uri="{FF2B5EF4-FFF2-40B4-BE49-F238E27FC236}">
                <a16:creationId xmlns:a16="http://schemas.microsoft.com/office/drawing/2014/main" id="{725EE04E-AEA3-46A6-A10F-A0084416FDC6}"/>
              </a:ext>
            </a:extLst>
          </p:cNvPr>
          <p:cNvSpPr>
            <a:spLocks noGrp="1"/>
          </p:cNvSpPr>
          <p:nvPr>
            <p:ph type="body" sz="quarter" idx="31" hasCustomPrompt="1"/>
          </p:nvPr>
        </p:nvSpPr>
        <p:spPr>
          <a:xfrm>
            <a:off x="7491749" y="4043634"/>
            <a:ext cx="4133026"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a:t>[Click to add text]</a:t>
            </a:r>
          </a:p>
          <a:p>
            <a:pPr lvl="1"/>
            <a:r>
              <a:rPr lang="en-US"/>
              <a:t>Second level</a:t>
            </a:r>
          </a:p>
          <a:p>
            <a:pPr lvl="2"/>
            <a:r>
              <a:rPr lang="en-US"/>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5" name="Subtitle Bottom">
            <a:extLst>
              <a:ext uri="{FF2B5EF4-FFF2-40B4-BE49-F238E27FC236}">
                <a16:creationId xmlns:a16="http://schemas.microsoft.com/office/drawing/2014/main" id="{91520921-926B-46E2-964C-7D28AF6717E1}"/>
              </a:ext>
            </a:extLst>
          </p:cNvPr>
          <p:cNvSpPr>
            <a:spLocks noGrp="1"/>
          </p:cNvSpPr>
          <p:nvPr>
            <p:ph type="body" sz="quarter" idx="19" hasCustomPrompt="1"/>
          </p:nvPr>
        </p:nvSpPr>
        <p:spPr>
          <a:xfrm>
            <a:off x="7491611" y="4932390"/>
            <a:ext cx="4133181"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5" name="Text Placeholder 29">
            <a:extLst>
              <a:ext uri="{FF2B5EF4-FFF2-40B4-BE49-F238E27FC236}">
                <a16:creationId xmlns:a16="http://schemas.microsoft.com/office/drawing/2014/main" id="{546919E3-2B90-44C9-BD96-96FD88323A76}"/>
              </a:ext>
            </a:extLst>
          </p:cNvPr>
          <p:cNvSpPr>
            <a:spLocks noGrp="1"/>
          </p:cNvSpPr>
          <p:nvPr>
            <p:ph type="body" sz="quarter" idx="32" hasCustomPrompt="1"/>
          </p:nvPr>
        </p:nvSpPr>
        <p:spPr>
          <a:xfrm>
            <a:off x="7480636" y="5267597"/>
            <a:ext cx="4133088"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a:t>[Click to add text]</a:t>
            </a:r>
          </a:p>
          <a:p>
            <a:pPr lvl="1"/>
            <a:r>
              <a:rPr lang="en-US"/>
              <a:t>Second level</a:t>
            </a:r>
          </a:p>
          <a:p>
            <a:pPr lvl="2"/>
            <a:r>
              <a:rPr lang="en-US"/>
              <a:t>Third level</a:t>
            </a:r>
          </a:p>
        </p:txBody>
      </p:sp>
      <p:sp>
        <p:nvSpPr>
          <p:cNvPr id="24" name="Rectangle 23">
            <a:extLst>
              <a:ext uri="{FF2B5EF4-FFF2-40B4-BE49-F238E27FC236}">
                <a16:creationId xmlns:a16="http://schemas.microsoft.com/office/drawing/2014/main" id="{CDB49F20-57DC-4680-8B56-AE164DBF60DC}"/>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solidFill>
                  <a:schemeClr val="bg1"/>
                </a:solidFill>
                <a:latin typeface="+mn-lt"/>
              </a:rPr>
              <a:t>© 2026 S&amp;P Global.</a:t>
            </a:r>
          </a:p>
        </p:txBody>
      </p:sp>
    </p:spTree>
    <p:extLst>
      <p:ext uri="{BB962C8B-B14F-4D97-AF65-F5344CB8AC3E}">
        <p14:creationId xmlns:p14="http://schemas.microsoft.com/office/powerpoint/2010/main" val="353579358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cons 4 Columns + Content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21DF1D-3C8D-435E-8E9F-6D662BF957BD}"/>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3" name="Footer Placeholder 2">
            <a:extLst>
              <a:ext uri="{FF2B5EF4-FFF2-40B4-BE49-F238E27FC236}">
                <a16:creationId xmlns:a16="http://schemas.microsoft.com/office/drawing/2014/main" id="{FCFEF029-AF59-4AC3-9ED3-4E5E4431EF7C}"/>
              </a:ext>
            </a:extLst>
          </p:cNvPr>
          <p:cNvSpPr>
            <a:spLocks noGrp="1"/>
          </p:cNvSpPr>
          <p:nvPr>
            <p:ph type="ftr" sz="quarter" idx="35"/>
          </p:nvPr>
        </p:nvSpPr>
        <p:spPr/>
        <p:txBody>
          <a:bodyPr/>
          <a:lstStyle>
            <a:lvl1pPr>
              <a:defRPr>
                <a:solidFill>
                  <a:schemeClr val="tx1"/>
                </a:solidFill>
              </a:defRPr>
            </a:lvl1p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tx1"/>
                </a:solidFill>
              </a:defRPr>
            </a:lvl1pPr>
          </a:lstStyle>
          <a:p>
            <a:fld id="{5CFA18E4-D58E-4B28-B105-28D9665A8EBC}" type="slidenum">
              <a:rPr lang="en-US" smtClean="0"/>
              <a:pPr/>
              <a:t>‹#›</a:t>
            </a:fld>
            <a:endParaRPr lang="en-US"/>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40" y="342900"/>
            <a:ext cx="5029200" cy="460551"/>
          </a:xfrm>
        </p:spPr>
        <p:txBody>
          <a:bodyPr/>
          <a:lstStyle/>
          <a:p>
            <a:r>
              <a:rPr lang="en-US"/>
              <a:t>[Headline]</a:t>
            </a:r>
          </a:p>
        </p:txBody>
      </p:sp>
      <p:sp>
        <p:nvSpPr>
          <p:cNvPr id="46" name="Sub-headline">
            <a:extLst>
              <a:ext uri="{FF2B5EF4-FFF2-40B4-BE49-F238E27FC236}">
                <a16:creationId xmlns:a16="http://schemas.microsoft.com/office/drawing/2014/main" id="{5251668F-9361-42F9-893B-958B89A89D74}"/>
              </a:ext>
            </a:extLst>
          </p:cNvPr>
          <p:cNvSpPr>
            <a:spLocks noGrp="1"/>
          </p:cNvSpPr>
          <p:nvPr>
            <p:ph type="body" sz="quarter" idx="13" hasCustomPrompt="1"/>
          </p:nvPr>
        </p:nvSpPr>
        <p:spPr>
          <a:xfrm>
            <a:off x="567038" y="899026"/>
            <a:ext cx="5029200" cy="278706"/>
          </a:xfrm>
          <a:prstGeom prst="rect">
            <a:avLst/>
          </a:prstGeom>
        </p:spPr>
        <p:txBody>
          <a:bodyPr/>
          <a:lstStyle>
            <a:lvl1pPr marL="0" indent="0">
              <a:buNone/>
              <a:defRPr sz="1800" b="0">
                <a:latin typeface="+mn-lt"/>
              </a:defRPr>
            </a:lvl1pPr>
            <a:lvl2pPr marL="169863" indent="0">
              <a:buNone/>
              <a:defRPr/>
            </a:lvl2pPr>
          </a:lstStyle>
          <a:p>
            <a:pPr lvl="0"/>
            <a:r>
              <a:rPr lang="en-US"/>
              <a:t>[Sub-headline]</a:t>
            </a:r>
          </a:p>
        </p:txBody>
      </p:sp>
      <p:sp>
        <p:nvSpPr>
          <p:cNvPr id="22" name="Content Placeholder 3">
            <a:extLst>
              <a:ext uri="{FF2B5EF4-FFF2-40B4-BE49-F238E27FC236}">
                <a16:creationId xmlns:a16="http://schemas.microsoft.com/office/drawing/2014/main" id="{BA006FC7-D663-4A84-9EC7-38CF613B62D7}"/>
              </a:ext>
            </a:extLst>
          </p:cNvPr>
          <p:cNvSpPr>
            <a:spLocks noGrp="1"/>
          </p:cNvSpPr>
          <p:nvPr>
            <p:ph sz="quarter" idx="33" hasCustomPrompt="1"/>
          </p:nvPr>
        </p:nvSpPr>
        <p:spPr>
          <a:xfrm>
            <a:off x="566738" y="1263650"/>
            <a:ext cx="5029200" cy="4343400"/>
          </a:xfrm>
        </p:spPr>
        <p:txBody>
          <a:bodyPr/>
          <a:lstStyle>
            <a:lvl1pPr>
              <a:defRPr/>
            </a:lvl1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3" name="Footnote">
            <a:extLst>
              <a:ext uri="{FF2B5EF4-FFF2-40B4-BE49-F238E27FC236}">
                <a16:creationId xmlns:a16="http://schemas.microsoft.com/office/drawing/2014/main" id="{0D52D127-8311-4C6F-B9EA-30B581C17FF7}"/>
              </a:ext>
            </a:extLst>
          </p:cNvPr>
          <p:cNvSpPr>
            <a:spLocks noGrp="1"/>
          </p:cNvSpPr>
          <p:nvPr>
            <p:ph type="body" sz="quarter" idx="15" hasCustomPrompt="1"/>
          </p:nvPr>
        </p:nvSpPr>
        <p:spPr>
          <a:xfrm>
            <a:off x="567039" y="5905500"/>
            <a:ext cx="5029200" cy="306912"/>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8670"/>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solidFill>
                  <a:schemeClr val="tx1"/>
                </a:solidFill>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lvl="0"/>
            <a:r>
              <a:rPr lang="en-US"/>
              <a:t>[Click to add text]</a:t>
            </a:r>
          </a:p>
          <a:p>
            <a:pPr lvl="1"/>
            <a:r>
              <a:rPr lang="en-US"/>
              <a:t>Second level</a:t>
            </a:r>
          </a:p>
          <a:p>
            <a:pPr lvl="2"/>
            <a:r>
              <a:rPr lang="en-US"/>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3" name="Subtitle Middle Top">
            <a:extLst>
              <a:ext uri="{FF2B5EF4-FFF2-40B4-BE49-F238E27FC236}">
                <a16:creationId xmlns:a16="http://schemas.microsoft.com/office/drawing/2014/main" id="{0B17B252-9B3F-45FC-90E8-5D155B6782BA}"/>
              </a:ext>
            </a:extLst>
          </p:cNvPr>
          <p:cNvSpPr>
            <a:spLocks noGrp="1"/>
          </p:cNvSpPr>
          <p:nvPr>
            <p:ph type="body" sz="quarter" idx="16" hasCustomPrompt="1"/>
          </p:nvPr>
        </p:nvSpPr>
        <p:spPr>
          <a:xfrm>
            <a:off x="7488891" y="2486303"/>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3" name="Text Placeholder 25">
            <a:extLst>
              <a:ext uri="{FF2B5EF4-FFF2-40B4-BE49-F238E27FC236}">
                <a16:creationId xmlns:a16="http://schemas.microsoft.com/office/drawing/2014/main" id="{8A12E103-382A-4153-B839-D4D1429F9D4D}"/>
              </a:ext>
            </a:extLst>
          </p:cNvPr>
          <p:cNvSpPr>
            <a:spLocks noGrp="1"/>
          </p:cNvSpPr>
          <p:nvPr>
            <p:ph type="body" sz="quarter" idx="30" hasCustomPrompt="1"/>
          </p:nvPr>
        </p:nvSpPr>
        <p:spPr>
          <a:xfrm>
            <a:off x="7490161" y="2819326"/>
            <a:ext cx="4134800"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lnSpc>
                <a:spcPct val="100000"/>
              </a:lnSpc>
              <a:spcBef>
                <a:spcPts val="0"/>
              </a:spcBef>
              <a:spcAft>
                <a:spcPts val="200"/>
              </a:spcAft>
              <a:defRPr sz="1200">
                <a:solidFill>
                  <a:schemeClr val="tx1"/>
                </a:solidFill>
              </a:defRPr>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a:t>[Click to add text]</a:t>
            </a:r>
          </a:p>
          <a:p>
            <a:pPr lvl="1"/>
            <a:r>
              <a:rPr lang="en-US"/>
              <a:t>Second level</a:t>
            </a:r>
          </a:p>
          <a:p>
            <a:pPr lvl="2"/>
            <a:r>
              <a:rPr lang="en-US"/>
              <a:t>Third level</a:t>
            </a:r>
          </a:p>
          <a:p>
            <a:pPr lvl="3"/>
            <a:endParaRPr lang="en-US"/>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4" name="Subtitle Middle Bottom">
            <a:extLst>
              <a:ext uri="{FF2B5EF4-FFF2-40B4-BE49-F238E27FC236}">
                <a16:creationId xmlns:a16="http://schemas.microsoft.com/office/drawing/2014/main" id="{3889D5BC-1AD8-46EC-A794-4E8C8AF5902C}"/>
              </a:ext>
            </a:extLst>
          </p:cNvPr>
          <p:cNvSpPr>
            <a:spLocks noGrp="1"/>
          </p:cNvSpPr>
          <p:nvPr>
            <p:ph type="body" sz="quarter" idx="17" hasCustomPrompt="1"/>
          </p:nvPr>
        </p:nvSpPr>
        <p:spPr>
          <a:xfrm>
            <a:off x="7488891" y="3709346"/>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4" name="Text Placeholder 27">
            <a:extLst>
              <a:ext uri="{FF2B5EF4-FFF2-40B4-BE49-F238E27FC236}">
                <a16:creationId xmlns:a16="http://schemas.microsoft.com/office/drawing/2014/main" id="{725EE04E-AEA3-46A6-A10F-A0084416FDC6}"/>
              </a:ext>
            </a:extLst>
          </p:cNvPr>
          <p:cNvSpPr>
            <a:spLocks noGrp="1"/>
          </p:cNvSpPr>
          <p:nvPr>
            <p:ph type="body" sz="quarter" idx="31" hasCustomPrompt="1"/>
          </p:nvPr>
        </p:nvSpPr>
        <p:spPr>
          <a:xfrm>
            <a:off x="7491749" y="4043634"/>
            <a:ext cx="4133026"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a:t>[Click to add text]</a:t>
            </a:r>
          </a:p>
          <a:p>
            <a:pPr lvl="1"/>
            <a:r>
              <a:rPr lang="en-US"/>
              <a:t>Second level</a:t>
            </a:r>
          </a:p>
          <a:p>
            <a:pPr lvl="2"/>
            <a:r>
              <a:rPr lang="en-US"/>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a:t>[Image] or remove and place icon here</a:t>
            </a:r>
          </a:p>
        </p:txBody>
      </p:sp>
      <p:sp>
        <p:nvSpPr>
          <p:cNvPr id="35" name="Subtitle Bottom">
            <a:extLst>
              <a:ext uri="{FF2B5EF4-FFF2-40B4-BE49-F238E27FC236}">
                <a16:creationId xmlns:a16="http://schemas.microsoft.com/office/drawing/2014/main" id="{91520921-926B-46E2-964C-7D28AF6717E1}"/>
              </a:ext>
            </a:extLst>
          </p:cNvPr>
          <p:cNvSpPr>
            <a:spLocks noGrp="1"/>
          </p:cNvSpPr>
          <p:nvPr>
            <p:ph type="body" sz="quarter" idx="19" hasCustomPrompt="1"/>
          </p:nvPr>
        </p:nvSpPr>
        <p:spPr>
          <a:xfrm>
            <a:off x="7491611" y="4932390"/>
            <a:ext cx="4133181"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45" name="Text Placeholder 29">
            <a:extLst>
              <a:ext uri="{FF2B5EF4-FFF2-40B4-BE49-F238E27FC236}">
                <a16:creationId xmlns:a16="http://schemas.microsoft.com/office/drawing/2014/main" id="{546919E3-2B90-44C9-BD96-96FD88323A76}"/>
              </a:ext>
            </a:extLst>
          </p:cNvPr>
          <p:cNvSpPr>
            <a:spLocks noGrp="1"/>
          </p:cNvSpPr>
          <p:nvPr>
            <p:ph type="body" sz="quarter" idx="32" hasCustomPrompt="1"/>
          </p:nvPr>
        </p:nvSpPr>
        <p:spPr>
          <a:xfrm>
            <a:off x="7480636" y="5267597"/>
            <a:ext cx="4133088"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a:t>[Click to add text]</a:t>
            </a:r>
          </a:p>
          <a:p>
            <a:pPr lvl="1"/>
            <a:r>
              <a:rPr lang="en-US"/>
              <a:t>Second level</a:t>
            </a:r>
          </a:p>
          <a:p>
            <a:pPr lvl="2"/>
            <a:r>
              <a:rPr lang="en-US"/>
              <a:t>Third level</a:t>
            </a:r>
          </a:p>
        </p:txBody>
      </p:sp>
      <p:sp>
        <p:nvSpPr>
          <p:cNvPr id="24" name="Rectangle 23">
            <a:extLst>
              <a:ext uri="{FF2B5EF4-FFF2-40B4-BE49-F238E27FC236}">
                <a16:creationId xmlns:a16="http://schemas.microsoft.com/office/drawing/2014/main" id="{CDB49F20-57DC-4680-8B56-AE164DBF60DC}"/>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solidFill>
                  <a:schemeClr val="tx1"/>
                </a:solidFill>
                <a:latin typeface="+mn-lt"/>
              </a:rPr>
              <a:t>© 2026 S&amp;P Global.</a:t>
            </a:r>
          </a:p>
        </p:txBody>
      </p:sp>
      <p:pic>
        <p:nvPicPr>
          <p:cNvPr id="101" name="Image 0" descr="https://snp-mediaportal.qbank.se/assets/deployedFiles/b1df7db893866364c914f2942049e8bf.png"/>
          <p:cNvPicPr>
            <a:picLocks noChangeAspect="1"/>
          </p:cNvPicPr>
          <p:nvPr/>
        </p:nvPicPr>
        <p:blipFill>
          <a:blip r:embed="rId1"/>
          <a:stretch>
            <a:fillRect/>
          </a:stretch>
        </p:blipFill>
        <p:spPr>
          <a:xfrm>
            <a:off x="466344" y="6281928"/>
            <a:ext cx="1572768" cy="557784"/>
          </a:xfrm>
          <a:prstGeom prst="rect">
            <a:avLst/>
          </a:prstGeom>
        </p:spPr>
      </p:pic>
    </p:spTree>
    <p:extLst>
      <p:ext uri="{BB962C8B-B14F-4D97-AF65-F5344CB8AC3E}">
        <p14:creationId xmlns:p14="http://schemas.microsoft.com/office/powerpoint/2010/main" val="271487454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cons 2 x 3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87EB15F-F929-4285-B3D2-F12F7A3EDFE1}"/>
              </a:ext>
            </a:extLst>
          </p:cNvPr>
          <p:cNvSpPr>
            <a:spLocks noGrp="1"/>
          </p:cNvSpPr>
          <p:nvPr>
            <p:ph type="ftr" sz="quarter" idx="38"/>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39" name="Title 6">
            <a:extLst>
              <a:ext uri="{FF2B5EF4-FFF2-40B4-BE49-F238E27FC236}">
                <a16:creationId xmlns:a16="http://schemas.microsoft.com/office/drawing/2014/main" id="{74FD5EE2-7E80-4B3F-9F2E-FB51310FF616}"/>
              </a:ext>
            </a:extLst>
          </p:cNvPr>
          <p:cNvSpPr>
            <a:spLocks noGrp="1"/>
          </p:cNvSpPr>
          <p:nvPr>
            <p:ph type="title" hasCustomPrompt="1"/>
          </p:nvPr>
        </p:nvSpPr>
        <p:spPr>
          <a:xfrm>
            <a:off x="567039" y="342900"/>
            <a:ext cx="11062709" cy="460551"/>
          </a:xfrm>
        </p:spPr>
        <p:txBody>
          <a:bodyPr/>
          <a:lstStyle/>
          <a:p>
            <a:r>
              <a:rPr lang="en-US"/>
              <a:t>[Headline]</a:t>
            </a:r>
          </a:p>
        </p:txBody>
      </p:sp>
      <p:sp>
        <p:nvSpPr>
          <p:cNvPr id="28" name="Sub-headline">
            <a:extLst>
              <a:ext uri="{FF2B5EF4-FFF2-40B4-BE49-F238E27FC236}">
                <a16:creationId xmlns:a16="http://schemas.microsoft.com/office/drawing/2014/main" id="{CEBFF992-B5B5-4920-8BF1-3F8A84AE638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32" name="Picture Placeholder Left">
            <a:extLst>
              <a:ext uri="{FF2B5EF4-FFF2-40B4-BE49-F238E27FC236}">
                <a16:creationId xmlns:a16="http://schemas.microsoft.com/office/drawing/2014/main" id="{CF6F45C0-8397-41BE-B336-31CACBC93446}"/>
              </a:ext>
            </a:extLst>
          </p:cNvPr>
          <p:cNvSpPr>
            <a:spLocks noGrp="1"/>
          </p:cNvSpPr>
          <p:nvPr>
            <p:ph type="pic" sz="quarter" idx="21" hasCustomPrompt="1"/>
          </p:nvPr>
        </p:nvSpPr>
        <p:spPr>
          <a:xfrm>
            <a:off x="569217" y="1261872"/>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29" name="Subtitle Left">
            <a:extLst>
              <a:ext uri="{FF2B5EF4-FFF2-40B4-BE49-F238E27FC236}">
                <a16:creationId xmlns:a16="http://schemas.microsoft.com/office/drawing/2014/main" id="{ED30F6A3-B5BC-40C0-8DCB-0F3F70EB0918}"/>
              </a:ext>
            </a:extLst>
          </p:cNvPr>
          <p:cNvSpPr>
            <a:spLocks noGrp="1"/>
          </p:cNvSpPr>
          <p:nvPr>
            <p:ph type="body" sz="quarter" idx="16" hasCustomPrompt="1"/>
          </p:nvPr>
        </p:nvSpPr>
        <p:spPr>
          <a:xfrm>
            <a:off x="1784838" y="126187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5" name="Text Placeholder 20">
            <a:extLst>
              <a:ext uri="{FF2B5EF4-FFF2-40B4-BE49-F238E27FC236}">
                <a16:creationId xmlns:a16="http://schemas.microsoft.com/office/drawing/2014/main" id="{F93BE80F-03ED-41A2-8709-8A7F3D16AC1C}"/>
              </a:ext>
            </a:extLst>
          </p:cNvPr>
          <p:cNvSpPr>
            <a:spLocks noGrp="1"/>
          </p:cNvSpPr>
          <p:nvPr>
            <p:ph type="body" sz="quarter" idx="24" hasCustomPrompt="1"/>
          </p:nvPr>
        </p:nvSpPr>
        <p:spPr>
          <a:xfrm>
            <a:off x="1784838" y="1587722"/>
            <a:ext cx="38570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33" name="Picture Placeholder  Middle">
            <a:extLst>
              <a:ext uri="{FF2B5EF4-FFF2-40B4-BE49-F238E27FC236}">
                <a16:creationId xmlns:a16="http://schemas.microsoft.com/office/drawing/2014/main" id="{259A6D79-8609-455C-B241-4E9D846D5FFB}"/>
              </a:ext>
            </a:extLst>
          </p:cNvPr>
          <p:cNvSpPr>
            <a:spLocks noGrp="1"/>
          </p:cNvSpPr>
          <p:nvPr>
            <p:ph type="pic" sz="quarter" idx="22" hasCustomPrompt="1"/>
          </p:nvPr>
        </p:nvSpPr>
        <p:spPr>
          <a:xfrm>
            <a:off x="569217" y="2716512"/>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30" name="Subtitle Middle">
            <a:extLst>
              <a:ext uri="{FF2B5EF4-FFF2-40B4-BE49-F238E27FC236}">
                <a16:creationId xmlns:a16="http://schemas.microsoft.com/office/drawing/2014/main" id="{AD83F8F7-A173-4FA2-BE9F-FA907F37B675}"/>
              </a:ext>
            </a:extLst>
          </p:cNvPr>
          <p:cNvSpPr>
            <a:spLocks noGrp="1"/>
          </p:cNvSpPr>
          <p:nvPr>
            <p:ph type="body" sz="quarter" idx="17" hasCustomPrompt="1"/>
          </p:nvPr>
        </p:nvSpPr>
        <p:spPr>
          <a:xfrm>
            <a:off x="1784838" y="271651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36" name="Text Placeholder 22">
            <a:extLst>
              <a:ext uri="{FF2B5EF4-FFF2-40B4-BE49-F238E27FC236}">
                <a16:creationId xmlns:a16="http://schemas.microsoft.com/office/drawing/2014/main" id="{967F51AC-FAAC-41F8-8C78-8EF80FFF4FF8}"/>
              </a:ext>
            </a:extLst>
          </p:cNvPr>
          <p:cNvSpPr>
            <a:spLocks noGrp="1"/>
          </p:cNvSpPr>
          <p:nvPr>
            <p:ph type="body" sz="quarter" idx="25" hasCustomPrompt="1"/>
          </p:nvPr>
        </p:nvSpPr>
        <p:spPr>
          <a:xfrm>
            <a:off x="1784838" y="3026645"/>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21" name="Picture Placeholder  Middle">
            <a:extLst>
              <a:ext uri="{FF2B5EF4-FFF2-40B4-BE49-F238E27FC236}">
                <a16:creationId xmlns:a16="http://schemas.microsoft.com/office/drawing/2014/main" id="{ACB6CBE9-656B-4931-8DAE-8958D93E7422}"/>
              </a:ext>
            </a:extLst>
          </p:cNvPr>
          <p:cNvSpPr>
            <a:spLocks noGrp="1"/>
          </p:cNvSpPr>
          <p:nvPr>
            <p:ph type="pic" sz="quarter" idx="33" hasCustomPrompt="1"/>
          </p:nvPr>
        </p:nvSpPr>
        <p:spPr>
          <a:xfrm>
            <a:off x="567039" y="4154799"/>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20" name="Subtitle Middle">
            <a:extLst>
              <a:ext uri="{FF2B5EF4-FFF2-40B4-BE49-F238E27FC236}">
                <a16:creationId xmlns:a16="http://schemas.microsoft.com/office/drawing/2014/main" id="{FACF049B-4486-44B8-A830-D469FA5F6CDC}"/>
              </a:ext>
            </a:extLst>
          </p:cNvPr>
          <p:cNvSpPr>
            <a:spLocks noGrp="1"/>
          </p:cNvSpPr>
          <p:nvPr>
            <p:ph type="body" sz="quarter" idx="32" hasCustomPrompt="1"/>
          </p:nvPr>
        </p:nvSpPr>
        <p:spPr>
          <a:xfrm>
            <a:off x="1782660" y="4154799"/>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22" name="Text Placeholder 22">
            <a:extLst>
              <a:ext uri="{FF2B5EF4-FFF2-40B4-BE49-F238E27FC236}">
                <a16:creationId xmlns:a16="http://schemas.microsoft.com/office/drawing/2014/main" id="{564520D8-CDA7-4278-8769-E3C18C1F19A7}"/>
              </a:ext>
            </a:extLst>
          </p:cNvPr>
          <p:cNvSpPr>
            <a:spLocks noGrp="1"/>
          </p:cNvSpPr>
          <p:nvPr>
            <p:ph type="body" sz="quarter" idx="34" hasCustomPrompt="1"/>
          </p:nvPr>
        </p:nvSpPr>
        <p:spPr>
          <a:xfrm>
            <a:off x="1782660" y="4464932"/>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16" name="Picture Placeholder Left">
            <a:extLst>
              <a:ext uri="{FF2B5EF4-FFF2-40B4-BE49-F238E27FC236}">
                <a16:creationId xmlns:a16="http://schemas.microsoft.com/office/drawing/2014/main" id="{009A490E-8C91-4D1E-BD53-4E7033E185C0}"/>
              </a:ext>
            </a:extLst>
          </p:cNvPr>
          <p:cNvSpPr>
            <a:spLocks noGrp="1"/>
          </p:cNvSpPr>
          <p:nvPr>
            <p:ph type="pic" sz="quarter" idx="28" hasCustomPrompt="1"/>
          </p:nvPr>
        </p:nvSpPr>
        <p:spPr>
          <a:xfrm>
            <a:off x="6550152" y="1261872"/>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14" name="Subtitle Left">
            <a:extLst>
              <a:ext uri="{FF2B5EF4-FFF2-40B4-BE49-F238E27FC236}">
                <a16:creationId xmlns:a16="http://schemas.microsoft.com/office/drawing/2014/main" id="{4EB342BF-6CAA-4B82-AF57-F25F0E8E4DE8}"/>
              </a:ext>
            </a:extLst>
          </p:cNvPr>
          <p:cNvSpPr>
            <a:spLocks noGrp="1"/>
          </p:cNvSpPr>
          <p:nvPr>
            <p:ph type="body" sz="quarter" idx="26" hasCustomPrompt="1"/>
          </p:nvPr>
        </p:nvSpPr>
        <p:spPr>
          <a:xfrm>
            <a:off x="7765773" y="126187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18" name="Text Placeholder 20">
            <a:extLst>
              <a:ext uri="{FF2B5EF4-FFF2-40B4-BE49-F238E27FC236}">
                <a16:creationId xmlns:a16="http://schemas.microsoft.com/office/drawing/2014/main" id="{1CB46CF6-6609-40E4-9F18-AAD3D6C5AAB0}"/>
              </a:ext>
            </a:extLst>
          </p:cNvPr>
          <p:cNvSpPr>
            <a:spLocks noGrp="1"/>
          </p:cNvSpPr>
          <p:nvPr>
            <p:ph type="body" sz="quarter" idx="30" hasCustomPrompt="1"/>
          </p:nvPr>
        </p:nvSpPr>
        <p:spPr>
          <a:xfrm>
            <a:off x="7765773" y="1587722"/>
            <a:ext cx="38570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17" name="Picture Placeholder  Middle">
            <a:extLst>
              <a:ext uri="{FF2B5EF4-FFF2-40B4-BE49-F238E27FC236}">
                <a16:creationId xmlns:a16="http://schemas.microsoft.com/office/drawing/2014/main" id="{B3525E34-70EA-44E1-8FED-6D35963A97D0}"/>
              </a:ext>
            </a:extLst>
          </p:cNvPr>
          <p:cNvSpPr>
            <a:spLocks noGrp="1"/>
          </p:cNvSpPr>
          <p:nvPr>
            <p:ph type="pic" sz="quarter" idx="29" hasCustomPrompt="1"/>
          </p:nvPr>
        </p:nvSpPr>
        <p:spPr>
          <a:xfrm>
            <a:off x="6550152" y="2716512"/>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15" name="Subtitle Middle">
            <a:extLst>
              <a:ext uri="{FF2B5EF4-FFF2-40B4-BE49-F238E27FC236}">
                <a16:creationId xmlns:a16="http://schemas.microsoft.com/office/drawing/2014/main" id="{792A9CBD-D504-44CD-993E-28D5A82AB143}"/>
              </a:ext>
            </a:extLst>
          </p:cNvPr>
          <p:cNvSpPr>
            <a:spLocks noGrp="1"/>
          </p:cNvSpPr>
          <p:nvPr>
            <p:ph type="body" sz="quarter" idx="27" hasCustomPrompt="1"/>
          </p:nvPr>
        </p:nvSpPr>
        <p:spPr>
          <a:xfrm>
            <a:off x="7765773" y="271651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19" name="Text Placeholder 22">
            <a:extLst>
              <a:ext uri="{FF2B5EF4-FFF2-40B4-BE49-F238E27FC236}">
                <a16:creationId xmlns:a16="http://schemas.microsoft.com/office/drawing/2014/main" id="{9AD166B1-99E0-49B7-9424-A1B505123279}"/>
              </a:ext>
            </a:extLst>
          </p:cNvPr>
          <p:cNvSpPr>
            <a:spLocks noGrp="1"/>
          </p:cNvSpPr>
          <p:nvPr>
            <p:ph type="body" sz="quarter" idx="31" hasCustomPrompt="1"/>
          </p:nvPr>
        </p:nvSpPr>
        <p:spPr>
          <a:xfrm>
            <a:off x="7765773" y="3026645"/>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24" name="Picture Placeholder  Middle">
            <a:extLst>
              <a:ext uri="{FF2B5EF4-FFF2-40B4-BE49-F238E27FC236}">
                <a16:creationId xmlns:a16="http://schemas.microsoft.com/office/drawing/2014/main" id="{C87162C6-1D5F-4F74-AD00-7AF87B19835D}"/>
              </a:ext>
            </a:extLst>
          </p:cNvPr>
          <p:cNvSpPr>
            <a:spLocks noGrp="1"/>
          </p:cNvSpPr>
          <p:nvPr>
            <p:ph type="pic" sz="quarter" idx="36" hasCustomPrompt="1"/>
          </p:nvPr>
        </p:nvSpPr>
        <p:spPr>
          <a:xfrm>
            <a:off x="6547974" y="4154799"/>
            <a:ext cx="850392" cy="850392"/>
          </a:xfrm>
          <a:prstGeom prst="rect">
            <a:avLst/>
          </a:prstGeom>
        </p:spPr>
        <p:txBody>
          <a:bodyPr anchor="ctr">
            <a:normAutofit/>
          </a:bodyPr>
          <a:lstStyle>
            <a:lvl1pPr marL="0" indent="0" algn="ctr">
              <a:buNone/>
              <a:defRPr sz="1100"/>
            </a:lvl1pPr>
          </a:lstStyle>
          <a:p>
            <a:r>
              <a:rPr lang="en-US"/>
              <a:t>[Image] or remove and place icon here</a:t>
            </a:r>
          </a:p>
        </p:txBody>
      </p:sp>
      <p:sp>
        <p:nvSpPr>
          <p:cNvPr id="23" name="Subtitle Middle">
            <a:extLst>
              <a:ext uri="{FF2B5EF4-FFF2-40B4-BE49-F238E27FC236}">
                <a16:creationId xmlns:a16="http://schemas.microsoft.com/office/drawing/2014/main" id="{498C1007-D958-4823-AF07-A11D5ED562D1}"/>
              </a:ext>
            </a:extLst>
          </p:cNvPr>
          <p:cNvSpPr>
            <a:spLocks noGrp="1"/>
          </p:cNvSpPr>
          <p:nvPr>
            <p:ph type="body" sz="quarter" idx="35" hasCustomPrompt="1"/>
          </p:nvPr>
        </p:nvSpPr>
        <p:spPr>
          <a:xfrm>
            <a:off x="7763595" y="4154799"/>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a:t>[Subtitle]</a:t>
            </a:r>
          </a:p>
        </p:txBody>
      </p:sp>
      <p:sp>
        <p:nvSpPr>
          <p:cNvPr id="25" name="Text Placeholder 22">
            <a:extLst>
              <a:ext uri="{FF2B5EF4-FFF2-40B4-BE49-F238E27FC236}">
                <a16:creationId xmlns:a16="http://schemas.microsoft.com/office/drawing/2014/main" id="{818AC8AF-5117-4C49-90A1-8427A7B5BDC7}"/>
              </a:ext>
            </a:extLst>
          </p:cNvPr>
          <p:cNvSpPr>
            <a:spLocks noGrp="1"/>
          </p:cNvSpPr>
          <p:nvPr>
            <p:ph type="body" sz="quarter" idx="37" hasCustomPrompt="1"/>
          </p:nvPr>
        </p:nvSpPr>
        <p:spPr>
          <a:xfrm>
            <a:off x="7763595" y="4464932"/>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Third level</a:t>
            </a:r>
          </a:p>
        </p:txBody>
      </p:sp>
      <p:sp>
        <p:nvSpPr>
          <p:cNvPr id="27" name="Footnote">
            <a:extLst>
              <a:ext uri="{FF2B5EF4-FFF2-40B4-BE49-F238E27FC236}">
                <a16:creationId xmlns:a16="http://schemas.microsoft.com/office/drawing/2014/main" id="{0C1180AF-6FC1-48D4-9108-195B7C9E0F8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pic>
        <p:nvPicPr>
          <p:cNvPr id="100" name="Image 0" descr="https://snp-mediaportal.qbank.se/assets/deployedFiles/b1df7db893866364c914f2942049e8bf.png"/>
          <p:cNvPicPr>
            <a:picLocks noChangeAspect="1"/>
          </p:cNvPicPr>
          <p:nvPr/>
        </p:nvPicPr>
        <p:blipFill>
          <a:blip r:embed="rId1"/>
          <a:stretch>
            <a:fillRect/>
          </a:stretch>
        </p:blipFill>
        <p:spPr>
          <a:xfrm>
            <a:off x="466344" y="6281928"/>
            <a:ext cx="1572768" cy="557784"/>
          </a:xfrm>
          <a:prstGeom prst="rect">
            <a:avLst/>
          </a:prstGeom>
        </p:spPr>
      </p:pic>
    </p:spTree>
    <p:extLst>
      <p:ext uri="{BB962C8B-B14F-4D97-AF65-F5344CB8AC3E}">
        <p14:creationId xmlns:p14="http://schemas.microsoft.com/office/powerpoint/2010/main" val="391691256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a:solidFill>
                  <a:schemeClr val="tx1"/>
                </a:solidFill>
              </a:rPr>
              <a:t>CHARTS</a:t>
            </a:r>
          </a:p>
        </p:txBody>
      </p:sp>
    </p:spTree>
    <p:extLst>
      <p:ext uri="{BB962C8B-B14F-4D97-AF65-F5344CB8AC3E}">
        <p14:creationId xmlns:p14="http://schemas.microsoft.com/office/powerpoint/2010/main" val="42581145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 Chart/Table 1">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3F1773C-83CC-4DD7-8A63-A2D075CD08C5}"/>
              </a:ext>
            </a:extLst>
          </p:cNvPr>
          <p:cNvSpPr>
            <a:spLocks noGrp="1"/>
          </p:cNvSpPr>
          <p:nvPr>
            <p:ph type="ftr" sz="quarter" idx="35"/>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14" name="Title 6">
            <a:extLst>
              <a:ext uri="{FF2B5EF4-FFF2-40B4-BE49-F238E27FC236}">
                <a16:creationId xmlns:a16="http://schemas.microsoft.com/office/drawing/2014/main" id="{EAFD64F3-6468-4255-897C-C766A650F8BE}"/>
              </a:ext>
            </a:extLst>
          </p:cNvPr>
          <p:cNvSpPr>
            <a:spLocks noGrp="1"/>
          </p:cNvSpPr>
          <p:nvPr>
            <p:ph type="title" hasCustomPrompt="1"/>
          </p:nvPr>
        </p:nvSpPr>
        <p:spPr>
          <a:xfrm>
            <a:off x="567038" y="342900"/>
            <a:ext cx="5029200" cy="460551"/>
          </a:xfrm>
        </p:spPr>
        <p:txBody>
          <a:bodyPr/>
          <a:lstStyle>
            <a:lvl1pPr>
              <a:defRPr>
                <a:solidFill>
                  <a:schemeClr val="tx1"/>
                </a:solidFill>
              </a:defRPr>
            </a:lvl1pPr>
          </a:lstStyle>
          <a:p>
            <a:r>
              <a:rPr lang="en-US"/>
              <a:t>[Headline]</a:t>
            </a:r>
          </a:p>
        </p:txBody>
      </p:sp>
      <p:sp>
        <p:nvSpPr>
          <p:cNvPr id="13" name="Sub-headline">
            <a:extLst>
              <a:ext uri="{FF2B5EF4-FFF2-40B4-BE49-F238E27FC236}">
                <a16:creationId xmlns:a16="http://schemas.microsoft.com/office/drawing/2014/main" id="{F2F8395B-EC7C-49BC-8971-AA4EFB9AE789}"/>
              </a:ext>
            </a:extLst>
          </p:cNvPr>
          <p:cNvSpPr>
            <a:spLocks noGrp="1"/>
          </p:cNvSpPr>
          <p:nvPr>
            <p:ph type="body" sz="quarter" idx="18" hasCustomPrompt="1"/>
          </p:nvPr>
        </p:nvSpPr>
        <p:spPr>
          <a:xfrm>
            <a:off x="56692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a:t>[Sub-headline]</a:t>
            </a:r>
          </a:p>
        </p:txBody>
      </p:sp>
      <p:sp>
        <p:nvSpPr>
          <p:cNvPr id="12" name="Content Placeholder 2">
            <a:extLst>
              <a:ext uri="{FF2B5EF4-FFF2-40B4-BE49-F238E27FC236}">
                <a16:creationId xmlns:a16="http://schemas.microsoft.com/office/drawing/2014/main" id="{4AB153EC-A950-47EE-AB73-6EB5E4AEFEEB}"/>
              </a:ext>
            </a:extLst>
          </p:cNvPr>
          <p:cNvSpPr>
            <a:spLocks noGrp="1"/>
          </p:cNvSpPr>
          <p:nvPr>
            <p:ph sz="quarter" idx="36" hasCustomPrompt="1"/>
          </p:nvPr>
        </p:nvSpPr>
        <p:spPr>
          <a:xfrm>
            <a:off x="567038" y="1257300"/>
            <a:ext cx="5029200" cy="4343398"/>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0" name="Content Placeholder 17">
            <a:extLst>
              <a:ext uri="{FF2B5EF4-FFF2-40B4-BE49-F238E27FC236}">
                <a16:creationId xmlns:a16="http://schemas.microsoft.com/office/drawing/2014/main" id="{3D88D426-7BF0-4172-85D4-A6B8E9C24743}"/>
              </a:ext>
            </a:extLst>
          </p:cNvPr>
          <p:cNvSpPr>
            <a:spLocks noGrp="1"/>
          </p:cNvSpPr>
          <p:nvPr>
            <p:ph sz="quarter" idx="15" hasCustomPrompt="1"/>
          </p:nvPr>
        </p:nvSpPr>
        <p:spPr>
          <a:xfrm>
            <a:off x="6607174" y="342900"/>
            <a:ext cx="5027613" cy="5257800"/>
          </a:xfrm>
          <a:prstGeom prst="rect">
            <a:avLst/>
          </a:prstGeom>
        </p:spPr>
        <p:txBody>
          <a:bodyPr anchor="ctr"/>
          <a:lstStyle>
            <a:lvl1pPr marL="0" indent="0" algn="ctr">
              <a:buNone/>
              <a:defRPr/>
            </a:lvl1pPr>
          </a:lstStyle>
          <a:p>
            <a:pPr lvl="0"/>
            <a:r>
              <a:rPr lang="en-US"/>
              <a:t>[Click respective icon to insert CHART or TABLE </a:t>
            </a:r>
            <a:br>
              <a:rPr lang="en-US"/>
            </a:br>
            <a:r>
              <a:rPr lang="en-US"/>
              <a:t>– not text]</a:t>
            </a:r>
          </a:p>
        </p:txBody>
      </p:sp>
      <p:sp>
        <p:nvSpPr>
          <p:cNvPr id="11" name="Footnote">
            <a:extLst>
              <a:ext uri="{FF2B5EF4-FFF2-40B4-BE49-F238E27FC236}">
                <a16:creationId xmlns:a16="http://schemas.microsoft.com/office/drawing/2014/main" id="{E0FEE6F1-5ED6-4155-AB7C-9001D5E5229F}"/>
              </a:ext>
            </a:extLst>
          </p:cNvPr>
          <p:cNvSpPr>
            <a:spLocks noGrp="1"/>
          </p:cNvSpPr>
          <p:nvPr>
            <p:ph type="body" sz="quarter" idx="37"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pic>
        <p:nvPicPr>
          <p:cNvPr id="100" name="Image 0" descr="https://snp-mediaportal.qbank.se/assets/deployedFiles/b1df7db893866364c914f2942049e8bf.png"/>
          <p:cNvPicPr>
            <a:picLocks noChangeAspect="1"/>
          </p:cNvPicPr>
          <p:nvPr/>
        </p:nvPicPr>
        <p:blipFill>
          <a:blip r:embed="rId1"/>
          <a:stretch>
            <a:fillRect/>
          </a:stretch>
        </p:blipFill>
        <p:spPr>
          <a:xfrm>
            <a:off x="466344" y="6281928"/>
            <a:ext cx="1572768" cy="557784"/>
          </a:xfrm>
          <a:prstGeom prst="rect">
            <a:avLst/>
          </a:prstGeom>
        </p:spPr>
      </p:pic>
    </p:spTree>
    <p:extLst>
      <p:ext uri="{BB962C8B-B14F-4D97-AF65-F5344CB8AC3E}">
        <p14:creationId xmlns:p14="http://schemas.microsoft.com/office/powerpoint/2010/main" val="3054613818"/>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hart - Horizontal 2">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a:p>
        </p:txBody>
      </p:sp>
      <p:sp>
        <p:nvSpPr>
          <p:cNvPr id="14" name="Title 6">
            <a:extLst>
              <a:ext uri="{FF2B5EF4-FFF2-40B4-BE49-F238E27FC236}">
                <a16:creationId xmlns:a16="http://schemas.microsoft.com/office/drawing/2014/main" id="{F825584D-1BC8-446F-BB3F-0C023D59BA81}"/>
              </a:ext>
            </a:extLst>
          </p:cNvPr>
          <p:cNvSpPr>
            <a:spLocks noGrp="1"/>
          </p:cNvSpPr>
          <p:nvPr>
            <p:ph type="title" hasCustomPrompt="1"/>
          </p:nvPr>
        </p:nvSpPr>
        <p:spPr>
          <a:xfrm>
            <a:off x="567039" y="342900"/>
            <a:ext cx="11062709" cy="460551"/>
          </a:xfrm>
        </p:spPr>
        <p:txBody>
          <a:bodyPr/>
          <a:lstStyle/>
          <a:p>
            <a:r>
              <a:rPr lang="en-US"/>
              <a:t>[Headline]</a:t>
            </a:r>
          </a:p>
        </p:txBody>
      </p:sp>
      <p:sp>
        <p:nvSpPr>
          <p:cNvPr id="17" name="Sub-headline">
            <a:extLst>
              <a:ext uri="{FF2B5EF4-FFF2-40B4-BE49-F238E27FC236}">
                <a16:creationId xmlns:a16="http://schemas.microsoft.com/office/drawing/2014/main" id="{6FA2FA71-8E88-4D67-B89E-0764EEEBCB20}"/>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11067750" cy="846919"/>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a:t>[Click to add statement]</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567038" y="2286176"/>
            <a:ext cx="11067749" cy="3309952"/>
          </a:xfrm>
        </p:spPr>
        <p:txBody>
          <a:bodyPr anchor="ctr"/>
          <a:lstStyle>
            <a:lvl1pPr marL="0" indent="0" algn="ctr">
              <a:buNone/>
              <a:defRPr/>
            </a:lvl1pPr>
            <a:lvl2pPr marL="169863" indent="0">
              <a:buNone/>
              <a:defRPr/>
            </a:lvl2pPr>
          </a:lstStyle>
          <a:p>
            <a:pPr lvl="0"/>
            <a:r>
              <a:rPr lang="en-US"/>
              <a:t>[Click respective icon to add CHART or TABLE – not text]</a:t>
            </a:r>
          </a:p>
        </p:txBody>
      </p:sp>
      <p:sp>
        <p:nvSpPr>
          <p:cNvPr id="13" name="Footnote">
            <a:extLst>
              <a:ext uri="{FF2B5EF4-FFF2-40B4-BE49-F238E27FC236}">
                <a16:creationId xmlns:a16="http://schemas.microsoft.com/office/drawing/2014/main" id="{5E1F8941-2DB1-43B3-A8B3-04F898C347B0}"/>
              </a:ext>
            </a:extLst>
          </p:cNvPr>
          <p:cNvSpPr>
            <a:spLocks noGrp="1"/>
          </p:cNvSpPr>
          <p:nvPr>
            <p:ph type="body" sz="quarter" idx="21"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pic>
        <p:nvPicPr>
          <p:cNvPr id="100" name="Image 0" descr="https://snp-mediaportal.qbank.se/assets/deployedFiles/b1df7db893866364c914f2942049e8bf.png"/>
          <p:cNvPicPr>
            <a:picLocks noChangeAspect="1"/>
          </p:cNvPicPr>
          <p:nvPr/>
        </p:nvPicPr>
        <p:blipFill>
          <a:blip r:embed="rId1"/>
          <a:stretch>
            <a:fillRect/>
          </a:stretch>
        </p:blipFill>
        <p:spPr>
          <a:xfrm>
            <a:off x="466344" y="6281928"/>
            <a:ext cx="1572768" cy="557784"/>
          </a:xfrm>
          <a:prstGeom prst="rect">
            <a:avLst/>
          </a:prstGeom>
        </p:spPr>
      </p:pic>
    </p:spTree>
    <p:extLst>
      <p:ext uri="{BB962C8B-B14F-4D97-AF65-F5344CB8AC3E}">
        <p14:creationId xmlns:p14="http://schemas.microsoft.com/office/powerpoint/2010/main" val="2299031544"/>
      </p:ext>
    </p:extLst>
  </p:cSld>
  <p:clrMapOvr>
    <a:masterClrMapping/>
  </p:clrMapOvr>
  <p:extLst>
    <p:ext uri="{DCECCB84-F9BA-43D5-87BE-67443E8EF086}">
      <p15:sldGuideLst xmlns:p15="http://schemas.microsoft.com/office/powerpoint/2012/main">
        <p15:guide id="1" orient="horz" pos="1440" userDrawn="1">
          <p15:clr>
            <a:srgbClr val="FBAE40"/>
          </p15:clr>
        </p15:guide>
        <p15:guide id="2" orient="horz" pos="792" userDrawn="1">
          <p15:clr>
            <a:srgbClr val="FBAE40"/>
          </p15:clr>
        </p15:guide>
        <p15:guide id="3" orient="horz" pos="3528"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hart + Statement 2">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a:p>
        </p:txBody>
      </p:sp>
      <p:sp>
        <p:nvSpPr>
          <p:cNvPr id="14" name="Title 6">
            <a:extLst>
              <a:ext uri="{FF2B5EF4-FFF2-40B4-BE49-F238E27FC236}">
                <a16:creationId xmlns:a16="http://schemas.microsoft.com/office/drawing/2014/main" id="{EC86FBA1-A5CB-4CA3-86CA-543F3C5C62AB}"/>
              </a:ext>
            </a:extLst>
          </p:cNvPr>
          <p:cNvSpPr>
            <a:spLocks noGrp="1"/>
          </p:cNvSpPr>
          <p:nvPr>
            <p:ph type="title" hasCustomPrompt="1"/>
          </p:nvPr>
        </p:nvSpPr>
        <p:spPr>
          <a:xfrm>
            <a:off x="567039" y="342900"/>
            <a:ext cx="11062709" cy="460551"/>
          </a:xfrm>
        </p:spPr>
        <p:txBody>
          <a:bodyPr/>
          <a:lstStyle/>
          <a:p>
            <a:r>
              <a:rPr lang="en-US"/>
              <a:t>[Headline]</a:t>
            </a:r>
          </a:p>
        </p:txBody>
      </p:sp>
      <p:sp>
        <p:nvSpPr>
          <p:cNvPr id="18" name="Sub-headline">
            <a:extLst>
              <a:ext uri="{FF2B5EF4-FFF2-40B4-BE49-F238E27FC236}">
                <a16:creationId xmlns:a16="http://schemas.microsoft.com/office/drawing/2014/main" id="{7A70C313-1E6D-4772-BFC4-2550335AB35E}"/>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11067750" cy="833472"/>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a:t>[Click to add statement]</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567039" y="2286000"/>
            <a:ext cx="5528962" cy="3310128"/>
          </a:xfrm>
        </p:spPr>
        <p:txBody>
          <a:bodyPr anchor="ctr"/>
          <a:lstStyle>
            <a:lvl1pPr marL="0" indent="0" algn="ctr">
              <a:buNone/>
              <a:defRPr/>
            </a:lvl1pPr>
            <a:lvl2pPr marL="169863" indent="0">
              <a:buNone/>
              <a:defRPr/>
            </a:lvl2pPr>
          </a:lstStyle>
          <a:p>
            <a:pPr lvl="0"/>
            <a:r>
              <a:rPr lang="en-US"/>
              <a:t>[Click respective icon to add CHART or TABLE – not text]</a:t>
            </a:r>
          </a:p>
        </p:txBody>
      </p:sp>
      <p:sp>
        <p:nvSpPr>
          <p:cNvPr id="13" name="Footnote">
            <a:extLst>
              <a:ext uri="{FF2B5EF4-FFF2-40B4-BE49-F238E27FC236}">
                <a16:creationId xmlns:a16="http://schemas.microsoft.com/office/drawing/2014/main" id="{0D3DA49E-6BCF-4AC4-B935-9372CF029C86}"/>
              </a:ext>
            </a:extLst>
          </p:cNvPr>
          <p:cNvSpPr>
            <a:spLocks noGrp="1"/>
          </p:cNvSpPr>
          <p:nvPr>
            <p:ph type="body" sz="quarter" idx="21"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6607176" y="2286000"/>
            <a:ext cx="5027614" cy="3310128"/>
          </a:xfrm>
        </p:spPr>
        <p:txBody>
          <a:bodyPr/>
          <a:lstStyle>
            <a:lvl1pPr>
              <a:defRPr sz="1200"/>
            </a:lvl1pPr>
            <a:lvl2pPr>
              <a:defRPr sz="1200"/>
            </a:lvl2pPr>
            <a:lvl3pPr>
              <a:defRPr sz="1200"/>
            </a:lvl3pPr>
            <a:lvl4pPr>
              <a:defRPr sz="1200"/>
            </a:lvl4pPr>
            <a:lvl5pPr>
              <a:defRPr sz="12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pic>
        <p:nvPicPr>
          <p:cNvPr id="100" name="Image 0" descr="https://snp-mediaportal.qbank.se/assets/deployedFiles/b1df7db893866364c914f2942049e8bf.png"/>
          <p:cNvPicPr>
            <a:picLocks noChangeAspect="1"/>
          </p:cNvPicPr>
          <p:nvPr/>
        </p:nvPicPr>
        <p:blipFill>
          <a:blip r:embed="rId1"/>
          <a:stretch>
            <a:fillRect/>
          </a:stretch>
        </p:blipFill>
        <p:spPr>
          <a:xfrm>
            <a:off x="466344" y="6281928"/>
            <a:ext cx="1572768" cy="557784"/>
          </a:xfrm>
          <a:prstGeom prst="rect">
            <a:avLst/>
          </a:prstGeom>
        </p:spPr>
      </p:pic>
    </p:spTree>
    <p:extLst>
      <p:ext uri="{BB962C8B-B14F-4D97-AF65-F5344CB8AC3E}">
        <p14:creationId xmlns:p14="http://schemas.microsoft.com/office/powerpoint/2010/main" val="2446454262"/>
      </p:ext>
    </p:extLst>
  </p:cSld>
  <p:clrMapOvr>
    <a:masterClrMapping/>
  </p:clrMapOvr>
  <p:extLst>
    <p:ext uri="{DCECCB84-F9BA-43D5-87BE-67443E8EF086}">
      <p15:sldGuideLst xmlns:p15="http://schemas.microsoft.com/office/powerpoint/2012/main">
        <p15:guide id="1" orient="horz" pos="1440" userDrawn="1">
          <p15:clr>
            <a:srgbClr val="FBAE40"/>
          </p15:clr>
        </p15:guide>
        <p15:guide id="2" orient="horz" pos="792" userDrawn="1">
          <p15:clr>
            <a:srgbClr val="FBAE40"/>
          </p15:clr>
        </p15:guide>
        <p15:guide id="3" orient="horz" pos="3528"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hart + Statement 3">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a:p>
        </p:txBody>
      </p:sp>
      <p:sp>
        <p:nvSpPr>
          <p:cNvPr id="14" name="Title 6">
            <a:extLst>
              <a:ext uri="{FF2B5EF4-FFF2-40B4-BE49-F238E27FC236}">
                <a16:creationId xmlns:a16="http://schemas.microsoft.com/office/drawing/2014/main" id="{6D4F9971-BA27-4DF9-9670-81370BC41F18}"/>
              </a:ext>
            </a:extLst>
          </p:cNvPr>
          <p:cNvSpPr>
            <a:spLocks noGrp="1"/>
          </p:cNvSpPr>
          <p:nvPr>
            <p:ph type="title" hasCustomPrompt="1"/>
          </p:nvPr>
        </p:nvSpPr>
        <p:spPr>
          <a:xfrm>
            <a:off x="567039" y="342900"/>
            <a:ext cx="11062709" cy="460551"/>
          </a:xfrm>
        </p:spPr>
        <p:txBody>
          <a:bodyPr/>
          <a:lstStyle/>
          <a:p>
            <a:r>
              <a:rPr lang="en-US"/>
              <a:t>[Headline]</a:t>
            </a:r>
          </a:p>
        </p:txBody>
      </p:sp>
      <p:sp>
        <p:nvSpPr>
          <p:cNvPr id="17" name="Sub-headline">
            <a:extLst>
              <a:ext uri="{FF2B5EF4-FFF2-40B4-BE49-F238E27FC236}">
                <a16:creationId xmlns:a16="http://schemas.microsoft.com/office/drawing/2014/main" id="{D4ED6766-5856-43C2-97F7-01E8EBA9AD15}"/>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5029200" cy="1380779"/>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a:t>[Click to add statement]</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567038" y="2828182"/>
            <a:ext cx="5029200" cy="2772518"/>
          </a:xfrm>
        </p:spPr>
        <p:txBody>
          <a:bodyPr/>
          <a:lstStyle>
            <a:lvl1pPr>
              <a:defRPr sz="1200"/>
            </a:lvl1pPr>
            <a:lvl2pPr>
              <a:defRPr sz="1200"/>
            </a:lvl2pPr>
            <a:lvl3pPr>
              <a:defRPr sz="1200"/>
            </a:lvl3pPr>
            <a:lvl4pPr>
              <a:defRPr sz="1200"/>
            </a:lvl4pPr>
            <a:lvl5pPr>
              <a:defRPr sz="12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6607175" y="1261872"/>
            <a:ext cx="5024651" cy="4937760"/>
          </a:xfrm>
          <a:noFill/>
        </p:spPr>
        <p:txBody>
          <a:bodyPr anchor="ctr"/>
          <a:lstStyle>
            <a:lvl1pPr marL="0" indent="0" algn="ctr">
              <a:buNone/>
              <a:defRPr/>
            </a:lvl1pPr>
            <a:lvl2pPr marL="169863" indent="0">
              <a:buNone/>
              <a:defRPr/>
            </a:lvl2pPr>
          </a:lstStyle>
          <a:p>
            <a:pPr lvl="0"/>
            <a:r>
              <a:rPr lang="en-US"/>
              <a:t>[Click respective icon to add CHART or TABLE </a:t>
            </a:r>
            <a:br>
              <a:rPr lang="en-US"/>
            </a:br>
            <a:r>
              <a:rPr lang="en-US"/>
              <a:t>– not text]</a:t>
            </a:r>
          </a:p>
        </p:txBody>
      </p:sp>
      <p:sp>
        <p:nvSpPr>
          <p:cNvPr id="16" name="Footnote">
            <a:extLst>
              <a:ext uri="{FF2B5EF4-FFF2-40B4-BE49-F238E27FC236}">
                <a16:creationId xmlns:a16="http://schemas.microsoft.com/office/drawing/2014/main" id="{49C5F243-305C-4A83-8B6C-457510264654}"/>
              </a:ext>
            </a:extLst>
          </p:cNvPr>
          <p:cNvSpPr>
            <a:spLocks noGrp="1"/>
          </p:cNvSpPr>
          <p:nvPr>
            <p:ph type="body" sz="quarter" idx="21"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pic>
        <p:nvPicPr>
          <p:cNvPr id="100" name="Image 0" descr="https://snp-mediaportal.qbank.se/assets/deployedFiles/b1df7db893866364c914f2942049e8bf.png"/>
          <p:cNvPicPr>
            <a:picLocks noChangeAspect="1"/>
          </p:cNvPicPr>
          <p:nvPr/>
        </p:nvPicPr>
        <p:blipFill>
          <a:blip r:embed="rId1"/>
          <a:stretch>
            <a:fillRect/>
          </a:stretch>
        </p:blipFill>
        <p:spPr>
          <a:xfrm>
            <a:off x="466344" y="6281928"/>
            <a:ext cx="1572768" cy="557784"/>
          </a:xfrm>
          <a:prstGeom prst="rect">
            <a:avLst/>
          </a:prstGeom>
        </p:spPr>
      </p:pic>
    </p:spTree>
    <p:extLst>
      <p:ext uri="{BB962C8B-B14F-4D97-AF65-F5344CB8AC3E}">
        <p14:creationId xmlns:p14="http://schemas.microsoft.com/office/powerpoint/2010/main" val="60049969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0" b="1">
                <a:solidFill>
                  <a:schemeClr val="tx1"/>
                </a:solidFill>
              </a:rPr>
              <a:t>STATEMENTS</a:t>
            </a:r>
          </a:p>
        </p:txBody>
      </p:sp>
    </p:spTree>
    <p:extLst>
      <p:ext uri="{BB962C8B-B14F-4D97-AF65-F5344CB8AC3E}">
        <p14:creationId xmlns:p14="http://schemas.microsoft.com/office/powerpoint/2010/main" val="35219948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tatement Photo">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FAE9242-AE57-42CB-99F5-9AFC9B96251A}"/>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a:p>
        </p:txBody>
      </p:sp>
      <p:sp>
        <p:nvSpPr>
          <p:cNvPr id="8" name="Picture Placeholder 7">
            <a:extLst>
              <a:ext uri="{FF2B5EF4-FFF2-40B4-BE49-F238E27FC236}">
                <a16:creationId xmlns:a16="http://schemas.microsoft.com/office/drawing/2014/main" id="{BF7B47CD-8901-46EE-AB48-D0A3C468D400}"/>
              </a:ext>
              <a:ext uri="{C183D7F6-B498-43B3-948B-1728B52AA6E4}">
                <adec:decorative xmlns:adec="http://schemas.microsoft.com/office/drawing/2017/decorative" val="0"/>
              </a:ext>
            </a:extLst>
          </p:cNvPr>
          <p:cNvSpPr>
            <a:spLocks noGrp="1"/>
          </p:cNvSpPr>
          <p:nvPr>
            <p:ph type="pic" sz="quarter" idx="13" hasCustomPrompt="1"/>
          </p:nvPr>
        </p:nvSpPr>
        <p:spPr>
          <a:xfrm>
            <a:off x="0" y="0"/>
            <a:ext cx="12192000" cy="6858000"/>
          </a:xfrm>
          <a:prstGeom prst="rect">
            <a:avLst/>
          </a:prstGeom>
          <a:blipFill>
            <a:blip r:embed="rId2"/>
            <a:stretch>
              <a:fillRect/>
            </a:stretch>
          </a:blipFill>
        </p:spPr>
        <p:txBody>
          <a:bodyPr anchor="ctr"/>
          <a:lstStyle>
            <a:lvl1pPr marL="0" indent="0" algn="ctr">
              <a:buNone/>
              <a:defRPr/>
            </a:lvl1pPr>
          </a:lstStyle>
          <a:p>
            <a:r>
              <a:rPr lang="en-US"/>
              <a:t>[Click to insert photo and then “Send to back” to place photo in background and add statement text]</a:t>
            </a:r>
          </a:p>
        </p:txBody>
      </p:sp>
      <p:sp>
        <p:nvSpPr>
          <p:cNvPr id="6" name="Rectangle 5">
            <a:extLst>
              <a:ext uri="{FF2B5EF4-FFF2-40B4-BE49-F238E27FC236}">
                <a16:creationId xmlns:a16="http://schemas.microsoft.com/office/drawing/2014/main" id="{B578FD19-AE96-4C05-B985-606DD59F77A9}"/>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solidFill>
                  <a:schemeClr val="bg1"/>
                </a:solidFill>
                <a:latin typeface="+mn-lt"/>
              </a:rPr>
              <a:t>© 2026 S&amp;P Global.</a:t>
            </a:r>
          </a:p>
        </p:txBody>
      </p:sp>
      <p:pic>
        <p:nvPicPr>
          <p:cNvPr id="101" name="Image 0" descr="https://snp-mediaportal.qbank.se/assets/deployedFiles/a26f9ea4d6285a32e0deb120994276e6.png"/>
          <p:cNvPicPr>
            <a:picLocks noChangeAspect="1"/>
          </p:cNvPicPr>
          <p:nvPr/>
        </p:nvPicPr>
        <p:blipFill>
          <a:blip r:embed="rId1"/>
          <a:stretch>
            <a:fillRect/>
          </a:stretch>
        </p:blipFill>
        <p:spPr>
          <a:xfrm>
            <a:off x="466344" y="6281928"/>
            <a:ext cx="1572768" cy="557784"/>
          </a:xfrm>
          <a:prstGeom prst="rect">
            <a:avLst/>
          </a:prstGeom>
        </p:spPr>
      </p:pic>
    </p:spTree>
    <p:extLst>
      <p:ext uri="{BB962C8B-B14F-4D97-AF65-F5344CB8AC3E}">
        <p14:creationId xmlns:p14="http://schemas.microsoft.com/office/powerpoint/2010/main" val="5652105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Statement Black">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7" name="Text Placeholder 6">
            <a:extLst>
              <a:ext uri="{FF2B5EF4-FFF2-40B4-BE49-F238E27FC236}">
                <a16:creationId xmlns:a16="http://schemas.microsoft.com/office/drawing/2014/main" id="{1AB13624-E523-41DF-BB78-1DA6E2F42586}"/>
              </a:ext>
            </a:extLst>
          </p:cNvPr>
          <p:cNvSpPr>
            <a:spLocks noGrp="1"/>
          </p:cNvSpPr>
          <p:nvPr>
            <p:ph type="body" sz="quarter" idx="13" hasCustomPrompt="1"/>
          </p:nvPr>
        </p:nvSpPr>
        <p:spPr>
          <a:xfrm>
            <a:off x="567038" y="647699"/>
            <a:ext cx="11064240" cy="5046659"/>
          </a:xfrm>
          <a:prstGeom prst="rect">
            <a:avLst/>
          </a:prstGeom>
        </p:spPr>
        <p:txBody>
          <a:bodyPr anchor="ctr">
            <a:normAutofit/>
          </a:bodyPr>
          <a:lstStyle>
            <a:lvl1pPr marL="0" indent="0">
              <a:buNone/>
              <a:defRPr sz="36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a:t>[Add statement]</a:t>
            </a:r>
          </a:p>
        </p:txBody>
      </p:sp>
      <p:sp>
        <p:nvSpPr>
          <p:cNvPr id="64" name="Rectangle 63">
            <a:extLst>
              <a:ext uri="{FF2B5EF4-FFF2-40B4-BE49-F238E27FC236}">
                <a16:creationId xmlns:a16="http://schemas.microsoft.com/office/drawing/2014/main" id="{0AF2750B-AD6E-4AB7-BC8F-49A352652125}"/>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latin typeface="+mn-lt"/>
              </a:rPr>
              <a:t>© 2026 S&amp;P Global.</a:t>
            </a:r>
          </a:p>
        </p:txBody>
      </p:sp>
      <p:pic>
        <p:nvPicPr>
          <p:cNvPr id="100" name="Image 0" descr="https://snp-mediaportal.qbank.se/assets/deployedFiles/fd6ac17e8cb753e1865b09a3b5a17939.png"/>
          <p:cNvPicPr>
            <a:picLocks noChangeAspect="1"/>
          </p:cNvPicPr>
          <p:nvPr/>
        </p:nvPicPr>
        <p:blipFill>
          <a:blip r:embed="rId1"/>
          <a:stretch>
            <a:fillRect/>
          </a:stretch>
        </p:blipFill>
        <p:spPr>
          <a:xfrm>
            <a:off x="466344" y="6281928"/>
            <a:ext cx="1572768" cy="557784"/>
          </a:xfrm>
          <a:prstGeom prst="rect">
            <a:avLst/>
          </a:prstGeom>
        </p:spPr>
      </p:pic>
    </p:spTree>
    <p:extLst>
      <p:ext uri="{BB962C8B-B14F-4D97-AF65-F5344CB8AC3E}">
        <p14:creationId xmlns:p14="http://schemas.microsoft.com/office/powerpoint/2010/main" val="2574927552"/>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tatement White">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11" name="Text Placeholder 6">
            <a:extLst>
              <a:ext uri="{FF2B5EF4-FFF2-40B4-BE49-F238E27FC236}">
                <a16:creationId xmlns:a16="http://schemas.microsoft.com/office/drawing/2014/main" id="{E728C08C-0481-418C-8998-03197761BCAE}"/>
              </a:ext>
            </a:extLst>
          </p:cNvPr>
          <p:cNvSpPr>
            <a:spLocks noGrp="1"/>
          </p:cNvSpPr>
          <p:nvPr>
            <p:ph type="body" sz="quarter" idx="13" hasCustomPrompt="1"/>
          </p:nvPr>
        </p:nvSpPr>
        <p:spPr>
          <a:xfrm>
            <a:off x="567038" y="647699"/>
            <a:ext cx="11064240" cy="5046659"/>
          </a:xfrm>
          <a:prstGeom prst="rect">
            <a:avLst/>
          </a:prstGeom>
        </p:spPr>
        <p:txBody>
          <a:bodyPr anchor="ctr">
            <a:normAutofit/>
          </a:bodyPr>
          <a:lstStyle>
            <a:lvl1pPr marL="0" indent="0">
              <a:buNone/>
              <a:defRPr sz="36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a:t>[Add statement]</a:t>
            </a:r>
          </a:p>
        </p:txBody>
      </p:sp>
      <p:pic>
        <p:nvPicPr>
          <p:cNvPr id="100" name="Image 0" descr="https://snp-mediaportal.qbank.se/assets/deployedFiles/b1df7db893866364c914f2942049e8bf.png"/>
          <p:cNvPicPr>
            <a:picLocks noChangeAspect="1"/>
          </p:cNvPicPr>
          <p:nvPr/>
        </p:nvPicPr>
        <p:blipFill>
          <a:blip r:embed="rId1"/>
          <a:stretch>
            <a:fillRect/>
          </a:stretch>
        </p:blipFill>
        <p:spPr>
          <a:xfrm>
            <a:off x="466344" y="6281928"/>
            <a:ext cx="1572768" cy="557784"/>
          </a:xfrm>
          <a:prstGeom prst="rect">
            <a:avLst/>
          </a:prstGeom>
        </p:spPr>
      </p:pic>
    </p:spTree>
    <p:extLst>
      <p:ext uri="{BB962C8B-B14F-4D97-AF65-F5344CB8AC3E}">
        <p14:creationId xmlns:p14="http://schemas.microsoft.com/office/powerpoint/2010/main" val="4027313836"/>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
    <p:bg>
      <p:bgPr>
        <a:solidFill>
          <a:schemeClr val="bg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a:solidFill>
                  <a:schemeClr val="tx1"/>
                </a:solidFill>
              </a:rPr>
              <a:t>DIVIDERS</a:t>
            </a:r>
          </a:p>
        </p:txBody>
      </p:sp>
    </p:spTree>
    <p:extLst>
      <p:ext uri="{BB962C8B-B14F-4D97-AF65-F5344CB8AC3E}">
        <p14:creationId xmlns:p14="http://schemas.microsoft.com/office/powerpoint/2010/main" val="36988886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9B2BB06-A918-4461-A3C3-E0F62881116D}"/>
              </a:ext>
            </a:extLst>
          </p:cNvPr>
          <p:cNvSpPr>
            <a:spLocks noGrp="1"/>
          </p:cNvSpPr>
          <p:nvPr>
            <p:ph type="ftr" sz="quarter" idx="16"/>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CFA18E4-D58E-4B28-B105-28D9665A8EBC}" type="slidenum">
              <a:rPr lang="en-US" smtClean="0"/>
              <a:t>‹#›</a:t>
            </a:fld>
            <a:endParaRPr lang="en-US"/>
          </a:p>
        </p:txBody>
      </p:sp>
      <p:sp>
        <p:nvSpPr>
          <p:cNvPr id="68" name="Title 1">
            <a:extLst>
              <a:ext uri="{FF2B5EF4-FFF2-40B4-BE49-F238E27FC236}">
                <a16:creationId xmlns:a16="http://schemas.microsoft.com/office/drawing/2014/main" id="{64E68955-1F47-48A6-A186-3CE836A9C055}"/>
              </a:ext>
            </a:extLst>
          </p:cNvPr>
          <p:cNvSpPr>
            <a:spLocks noGrp="1"/>
          </p:cNvSpPr>
          <p:nvPr>
            <p:ph type="title" hasCustomPrompt="1"/>
          </p:nvPr>
        </p:nvSpPr>
        <p:spPr>
          <a:xfrm>
            <a:off x="558798" y="456344"/>
            <a:ext cx="5214685" cy="4768897"/>
          </a:xfrm>
          <a:prstGeom prst="rect">
            <a:avLst/>
          </a:prstGeom>
        </p:spPr>
        <p:txBody>
          <a:bodyPr anchor="ctr">
            <a:normAutofit/>
          </a:bodyPr>
          <a:lstStyle>
            <a:lvl1pPr>
              <a:defRPr sz="4000"/>
            </a:lvl1pPr>
          </a:lstStyle>
          <a:p>
            <a:r>
              <a:rPr lang="en-US"/>
              <a:t>[Add divider slide title]</a:t>
            </a:r>
          </a:p>
        </p:txBody>
      </p:sp>
      <p:sp>
        <p:nvSpPr>
          <p:cNvPr id="8" name="Text Placeholder 6">
            <a:extLst>
              <a:ext uri="{FF2B5EF4-FFF2-40B4-BE49-F238E27FC236}">
                <a16:creationId xmlns:a16="http://schemas.microsoft.com/office/drawing/2014/main" id="{D2621E20-CD29-4C8E-8931-671EA0A0A209}"/>
              </a:ext>
            </a:extLst>
          </p:cNvPr>
          <p:cNvSpPr>
            <a:spLocks noGrp="1"/>
          </p:cNvSpPr>
          <p:nvPr>
            <p:ph type="body" sz="quarter" idx="14" hasCustomPrompt="1"/>
          </p:nvPr>
        </p:nvSpPr>
        <p:spPr>
          <a:xfrm>
            <a:off x="558799" y="5228050"/>
            <a:ext cx="5214683"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[Optional, Presenter First and Last Name]</a:t>
            </a:r>
            <a:br>
              <a:rPr lang="en-US"/>
            </a:br>
            <a:r>
              <a:rPr lang="en-US"/>
              <a:t>[Optional, Presenter First and Last Name]</a:t>
            </a:r>
          </a:p>
        </p:txBody>
      </p:sp>
      <p:sp>
        <p:nvSpPr>
          <p:cNvPr id="70" name="Picture Placeholder 6">
            <a:extLst>
              <a:ext uri="{FF2B5EF4-FFF2-40B4-BE49-F238E27FC236}">
                <a16:creationId xmlns:a16="http://schemas.microsoft.com/office/drawing/2014/main" id="{398B8C0B-A3E4-4E75-AED3-0E66FE4C8A90}"/>
              </a:ext>
            </a:extLst>
          </p:cNvPr>
          <p:cNvSpPr>
            <a:spLocks noGrp="1"/>
          </p:cNvSpPr>
          <p:nvPr>
            <p:ph type="pic" sz="quarter" idx="15" hasCustomPrompt="1"/>
          </p:nvPr>
        </p:nvSpPr>
        <p:spPr>
          <a:xfrm>
            <a:off x="6098117" y="479784"/>
            <a:ext cx="6093883" cy="5557838"/>
          </a:xfrm>
          <a:prstGeom prst="rect">
            <a:avLst/>
          </a:prstGeom>
          <a:blipFill>
            <a:blip r:embed="rId3"/>
            <a:stretch>
              <a:fillRect/>
            </a:stretch>
          </a:blipFill>
        </p:spPr>
        <p:txBody>
          <a:bodyPr anchor="ctr"/>
          <a:lstStyle>
            <a:lvl1pPr marL="0" indent="0" algn="ctr">
              <a:buNone/>
              <a:defRPr/>
            </a:lvl1pPr>
          </a:lstStyle>
          <a:p>
            <a:r>
              <a:rPr lang="en-US"/>
              <a:t>[Insert photo]</a:t>
            </a:r>
          </a:p>
        </p:txBody>
      </p:sp>
      <p:sp>
        <p:nvSpPr>
          <p:cNvPr id="121" name="Rectangle 120">
            <a:extLst>
              <a:ext uri="{FF2B5EF4-FFF2-40B4-BE49-F238E27FC236}">
                <a16:creationId xmlns:a16="http://schemas.microsoft.com/office/drawing/2014/main" id="{7387A807-7D19-4269-A6EC-9BCB23361399}"/>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latin typeface="+mn-lt"/>
              </a:rPr>
              <a:t>© 2026 S&amp;P Global.</a:t>
            </a:r>
          </a:p>
        </p:txBody>
      </p:sp>
      <p:pic>
        <p:nvPicPr>
          <p:cNvPr id="100" name="Image 0" descr="https://snp-mediaportal.qbank.se/assets/deployedFiles/fd6ac17e8cb753e1865b09a3b5a17939.png"/>
          <p:cNvPicPr>
            <a:picLocks noChangeAspect="1"/>
          </p:cNvPicPr>
          <p:nvPr/>
        </p:nvPicPr>
        <p:blipFill>
          <a:blip r:embed="rId1"/>
          <a:stretch>
            <a:fillRect/>
          </a:stretch>
        </p:blipFill>
        <p:spPr>
          <a:xfrm>
            <a:off x="466344" y="6281928"/>
            <a:ext cx="1572768" cy="557784"/>
          </a:xfrm>
          <a:prstGeom prst="rect">
            <a:avLst/>
          </a:prstGeom>
        </p:spPr>
      </p:pic>
    </p:spTree>
    <p:extLst>
      <p:ext uri="{BB962C8B-B14F-4D97-AF65-F5344CB8AC3E}">
        <p14:creationId xmlns:p14="http://schemas.microsoft.com/office/powerpoint/2010/main" val="8551228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Divider 4 Photo">
    <p:bg>
      <p:bgPr>
        <a:solidFill>
          <a:schemeClr val="accent5"/>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B1A11F5-24CC-4F34-844F-F61047D8B1E6}"/>
              </a:ext>
            </a:extLst>
          </p:cNvPr>
          <p:cNvSpPr>
            <a:spLocks noGrp="1"/>
          </p:cNvSpPr>
          <p:nvPr>
            <p:ph type="ftr" sz="quarter" idx="16"/>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62" name="Title 1">
            <a:extLst>
              <a:ext uri="{FF2B5EF4-FFF2-40B4-BE49-F238E27FC236}">
                <a16:creationId xmlns:a16="http://schemas.microsoft.com/office/drawing/2014/main" id="{004B315D-93E5-4AEB-A2B1-CBCD42F25624}"/>
              </a:ext>
            </a:extLst>
          </p:cNvPr>
          <p:cNvSpPr>
            <a:spLocks noGrp="1"/>
          </p:cNvSpPr>
          <p:nvPr>
            <p:ph type="title" hasCustomPrompt="1"/>
          </p:nvPr>
        </p:nvSpPr>
        <p:spPr>
          <a:xfrm>
            <a:off x="558798" y="456343"/>
            <a:ext cx="5214685" cy="4768897"/>
          </a:xfrm>
          <a:prstGeom prst="rect">
            <a:avLst/>
          </a:prstGeom>
        </p:spPr>
        <p:txBody>
          <a:bodyPr anchor="ctr">
            <a:normAutofit/>
          </a:bodyPr>
          <a:lstStyle>
            <a:lvl1pPr>
              <a:defRPr sz="4000"/>
            </a:lvl1pPr>
          </a:lstStyle>
          <a:p>
            <a:r>
              <a:rPr lang="en-US"/>
              <a:t>[Add divider slide title]</a:t>
            </a:r>
          </a:p>
        </p:txBody>
      </p:sp>
      <p:sp>
        <p:nvSpPr>
          <p:cNvPr id="8" name="Text Placeholder 6">
            <a:extLst>
              <a:ext uri="{FF2B5EF4-FFF2-40B4-BE49-F238E27FC236}">
                <a16:creationId xmlns:a16="http://schemas.microsoft.com/office/drawing/2014/main" id="{794C1205-987F-4989-B4B0-84F9B893104F}"/>
              </a:ext>
            </a:extLst>
          </p:cNvPr>
          <p:cNvSpPr>
            <a:spLocks noGrp="1"/>
          </p:cNvSpPr>
          <p:nvPr>
            <p:ph type="body" sz="quarter" idx="14" hasCustomPrompt="1"/>
          </p:nvPr>
        </p:nvSpPr>
        <p:spPr>
          <a:xfrm>
            <a:off x="558799" y="5228050"/>
            <a:ext cx="5214683"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[Optional, Presenter First and Last Name]</a:t>
            </a:r>
            <a:br>
              <a:rPr lang="en-US"/>
            </a:br>
            <a:r>
              <a:rPr lang="en-US"/>
              <a:t>[Optional, Presenter First and Last Name]</a:t>
            </a:r>
          </a:p>
        </p:txBody>
      </p:sp>
      <p:sp>
        <p:nvSpPr>
          <p:cNvPr id="64" name="Picture Placeholder 6">
            <a:extLst>
              <a:ext uri="{FF2B5EF4-FFF2-40B4-BE49-F238E27FC236}">
                <a16:creationId xmlns:a16="http://schemas.microsoft.com/office/drawing/2014/main" id="{D89211C8-4F78-4574-8F29-4EF3145B98B7}"/>
              </a:ext>
            </a:extLst>
          </p:cNvPr>
          <p:cNvSpPr>
            <a:spLocks noGrp="1"/>
          </p:cNvSpPr>
          <p:nvPr>
            <p:ph type="pic" sz="quarter" idx="15" hasCustomPrompt="1"/>
          </p:nvPr>
        </p:nvSpPr>
        <p:spPr>
          <a:xfrm>
            <a:off x="6098117" y="479784"/>
            <a:ext cx="6093883" cy="5557838"/>
          </a:xfrm>
          <a:prstGeom prst="rect">
            <a:avLst/>
          </a:prstGeom>
          <a:blipFill>
            <a:blip r:embed="rId3"/>
            <a:stretch>
              <a:fillRect/>
            </a:stretch>
          </a:blipFill>
        </p:spPr>
        <p:txBody>
          <a:bodyPr anchor="ctr"/>
          <a:lstStyle>
            <a:lvl1pPr marL="0" indent="0" algn="ctr">
              <a:buNone/>
              <a:defRPr/>
            </a:lvl1pPr>
          </a:lstStyle>
          <a:p>
            <a:r>
              <a:rPr lang="en-US"/>
              <a:t>[Insert photo]</a:t>
            </a:r>
          </a:p>
        </p:txBody>
      </p:sp>
      <p:sp>
        <p:nvSpPr>
          <p:cNvPr id="61" name="Rectangle 60">
            <a:extLst>
              <a:ext uri="{FF2B5EF4-FFF2-40B4-BE49-F238E27FC236}">
                <a16:creationId xmlns:a16="http://schemas.microsoft.com/office/drawing/2014/main" id="{A59E951D-F3DE-46AE-984E-2C735163DA5E}"/>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latin typeface="+mn-lt"/>
              </a:rPr>
              <a:t>© 2026 S&amp;P Global.</a:t>
            </a:r>
          </a:p>
        </p:txBody>
      </p:sp>
      <p:pic>
        <p:nvPicPr>
          <p:cNvPr id="100" name="Image 0" descr="https://snp-mediaportal.qbank.se/assets/deployedFiles/0171221a07b0be1374ebaa6bc786f2b5.png"/>
          <p:cNvPicPr>
            <a:picLocks noChangeAspect="1"/>
          </p:cNvPicPr>
          <p:nvPr/>
        </p:nvPicPr>
        <p:blipFill>
          <a:blip r:embed="rId1"/>
          <a:stretch>
            <a:fillRect/>
          </a:stretch>
        </p:blipFill>
        <p:spPr>
          <a:xfrm>
            <a:off x="466344" y="6281928"/>
            <a:ext cx="1572768" cy="557784"/>
          </a:xfrm>
          <a:prstGeom prst="rect">
            <a:avLst/>
          </a:prstGeom>
        </p:spPr>
      </p:pic>
    </p:spTree>
    <p:extLst>
      <p:ext uri="{BB962C8B-B14F-4D97-AF65-F5344CB8AC3E}">
        <p14:creationId xmlns:p14="http://schemas.microsoft.com/office/powerpoint/2010/main" val="360403262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ivider 1">
    <p:bg>
      <p:bgRef idx="1001">
        <a:schemeClr val="bg1"/>
      </p:bgRef>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21" name="Title 1">
            <a:extLst>
              <a:ext uri="{FF2B5EF4-FFF2-40B4-BE49-F238E27FC236}">
                <a16:creationId xmlns:a16="http://schemas.microsoft.com/office/drawing/2014/main" id="{CC1BE429-C3BF-4A3B-ABAB-1DEBDFEA64A1}"/>
              </a:ext>
            </a:extLst>
          </p:cNvPr>
          <p:cNvSpPr>
            <a:spLocks noGrp="1"/>
          </p:cNvSpPr>
          <p:nvPr>
            <p:ph type="title" hasCustomPrompt="1"/>
          </p:nvPr>
        </p:nvSpPr>
        <p:spPr>
          <a:xfrm>
            <a:off x="558799" y="1955801"/>
            <a:ext cx="4059936" cy="3440164"/>
          </a:xfrm>
          <a:prstGeom prst="rect">
            <a:avLst/>
          </a:prstGeom>
        </p:spPr>
        <p:txBody>
          <a:bodyPr>
            <a:normAutofit/>
          </a:bodyPr>
          <a:lstStyle>
            <a:lvl1pPr>
              <a:defRPr sz="4000"/>
            </a:lvl1pPr>
          </a:lstStyle>
          <a:p>
            <a:r>
              <a:rPr lang="en-US"/>
              <a:t>[Add divider slide title]</a:t>
            </a:r>
          </a:p>
        </p:txBody>
      </p:sp>
      <p:sp>
        <p:nvSpPr>
          <p:cNvPr id="8" name="Text Placeholder 6">
            <a:extLst>
              <a:ext uri="{FF2B5EF4-FFF2-40B4-BE49-F238E27FC236}">
                <a16:creationId xmlns:a16="http://schemas.microsoft.com/office/drawing/2014/main" id="{BFDBA538-CF34-4648-8EE0-7F62FCB87133}"/>
              </a:ext>
            </a:extLst>
          </p:cNvPr>
          <p:cNvSpPr>
            <a:spLocks noGrp="1"/>
          </p:cNvSpPr>
          <p:nvPr>
            <p:ph type="body" sz="quarter" idx="14" hasCustomPrompt="1"/>
          </p:nvPr>
        </p:nvSpPr>
        <p:spPr>
          <a:xfrm>
            <a:off x="558800" y="5395965"/>
            <a:ext cx="4059936"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[Optional, Presenter First and Last Name]</a:t>
            </a:r>
            <a:br>
              <a:rPr lang="en-US"/>
            </a:br>
            <a:r>
              <a:rPr lang="en-US"/>
              <a:t>[Optional, Presenter First and Last Name]</a:t>
            </a:r>
          </a:p>
        </p:txBody>
      </p:sp>
      <p:sp>
        <p:nvSpPr>
          <p:cNvPr id="22" name="Text Placeholder 6">
            <a:extLst>
              <a:ext uri="{FF2B5EF4-FFF2-40B4-BE49-F238E27FC236}">
                <a16:creationId xmlns:a16="http://schemas.microsoft.com/office/drawing/2014/main" id="{DEBE0202-C83B-4CDF-99B4-51D3CE5F8F85}"/>
              </a:ext>
            </a:extLst>
          </p:cNvPr>
          <p:cNvSpPr>
            <a:spLocks noGrp="1"/>
          </p:cNvSpPr>
          <p:nvPr>
            <p:ph type="body" sz="quarter" idx="13" hasCustomPrompt="1"/>
          </p:nvPr>
        </p:nvSpPr>
        <p:spPr>
          <a:xfrm>
            <a:off x="6607174" y="1955800"/>
            <a:ext cx="5026027" cy="424973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a:t>[Click to add text]</a:t>
            </a:r>
          </a:p>
        </p:txBody>
      </p:sp>
      <p:pic>
        <p:nvPicPr>
          <p:cNvPr id="100" name="Image 0" descr="https://snp-mediaportal.qbank.se/assets/deployedFiles/b1df7db893866364c914f2942049e8bf.png"/>
          <p:cNvPicPr>
            <a:picLocks noChangeAspect="1"/>
          </p:cNvPicPr>
          <p:nvPr/>
        </p:nvPicPr>
        <p:blipFill>
          <a:blip r:embed="rId1"/>
          <a:stretch>
            <a:fillRect/>
          </a:stretch>
        </p:blipFill>
        <p:spPr>
          <a:xfrm>
            <a:off x="466344" y="6281928"/>
            <a:ext cx="1572768" cy="557784"/>
          </a:xfrm>
          <a:prstGeom prst="rect">
            <a:avLst/>
          </a:prstGeom>
        </p:spPr>
      </p:pic>
    </p:spTree>
    <p:extLst>
      <p:ext uri="{BB962C8B-B14F-4D97-AF65-F5344CB8AC3E}">
        <p14:creationId xmlns:p14="http://schemas.microsoft.com/office/powerpoint/2010/main" val="18575191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32">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solidFill>
          <a:schemeClr val="accent5"/>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9" name="Title 1">
            <a:extLst>
              <a:ext uri="{FF2B5EF4-FFF2-40B4-BE49-F238E27FC236}">
                <a16:creationId xmlns:a16="http://schemas.microsoft.com/office/drawing/2014/main" id="{E30EE35D-B2D5-4830-B369-B5A8238119AC}"/>
              </a:ext>
            </a:extLst>
          </p:cNvPr>
          <p:cNvSpPr>
            <a:spLocks noGrp="1"/>
          </p:cNvSpPr>
          <p:nvPr>
            <p:ph type="title" hasCustomPrompt="1"/>
          </p:nvPr>
        </p:nvSpPr>
        <p:spPr>
          <a:xfrm>
            <a:off x="558799" y="1955801"/>
            <a:ext cx="4059936" cy="3440164"/>
          </a:xfrm>
          <a:prstGeom prst="rect">
            <a:avLst/>
          </a:prstGeom>
        </p:spPr>
        <p:txBody>
          <a:bodyPr>
            <a:normAutofit/>
          </a:bodyPr>
          <a:lstStyle>
            <a:lvl1pPr>
              <a:defRPr sz="4000"/>
            </a:lvl1pPr>
          </a:lstStyle>
          <a:p>
            <a:r>
              <a:rPr lang="en-US"/>
              <a:t>[Add divider slide title]</a:t>
            </a:r>
          </a:p>
        </p:txBody>
      </p:sp>
      <p:sp>
        <p:nvSpPr>
          <p:cNvPr id="11" name="Text Placeholder 6">
            <a:extLst>
              <a:ext uri="{FF2B5EF4-FFF2-40B4-BE49-F238E27FC236}">
                <a16:creationId xmlns:a16="http://schemas.microsoft.com/office/drawing/2014/main" id="{1512F92D-B39B-4FD8-861D-DD5F814885B6}"/>
              </a:ext>
            </a:extLst>
          </p:cNvPr>
          <p:cNvSpPr>
            <a:spLocks noGrp="1"/>
          </p:cNvSpPr>
          <p:nvPr>
            <p:ph type="body" sz="quarter" idx="14" hasCustomPrompt="1"/>
          </p:nvPr>
        </p:nvSpPr>
        <p:spPr>
          <a:xfrm>
            <a:off x="558800" y="5395965"/>
            <a:ext cx="4059936"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[Optional, Presenter First and Last Name]</a:t>
            </a:r>
            <a:br>
              <a:rPr lang="en-US"/>
            </a:br>
            <a:r>
              <a:rPr lang="en-US"/>
              <a:t>[Optional, Presenter First and Last Name]</a:t>
            </a:r>
          </a:p>
        </p:txBody>
      </p:sp>
      <p:sp>
        <p:nvSpPr>
          <p:cNvPr id="7" name="Text Placeholder 6">
            <a:extLst>
              <a:ext uri="{FF2B5EF4-FFF2-40B4-BE49-F238E27FC236}">
                <a16:creationId xmlns:a16="http://schemas.microsoft.com/office/drawing/2014/main" id="{1AB13624-E523-41DF-BB78-1DA6E2F42586}"/>
              </a:ext>
            </a:extLst>
          </p:cNvPr>
          <p:cNvSpPr>
            <a:spLocks noGrp="1"/>
          </p:cNvSpPr>
          <p:nvPr>
            <p:ph type="body" sz="quarter" idx="13" hasCustomPrompt="1"/>
          </p:nvPr>
        </p:nvSpPr>
        <p:spPr>
          <a:xfrm>
            <a:off x="6607174" y="1955800"/>
            <a:ext cx="5026027" cy="424973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a:t>[Click to add text]</a:t>
            </a:r>
          </a:p>
        </p:txBody>
      </p:sp>
      <p:sp>
        <p:nvSpPr>
          <p:cNvPr id="62" name="Rectangle 61">
            <a:extLst>
              <a:ext uri="{FF2B5EF4-FFF2-40B4-BE49-F238E27FC236}">
                <a16:creationId xmlns:a16="http://schemas.microsoft.com/office/drawing/2014/main" id="{B06DD8B7-FA4D-4FA7-93BB-F640355701C6}"/>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a:latin typeface="+mn-lt"/>
              </a:rPr>
              <a:t>© 2026 S&amp;P Global.</a:t>
            </a:r>
          </a:p>
        </p:txBody>
      </p:sp>
      <p:pic>
        <p:nvPicPr>
          <p:cNvPr id="100" name="Image 0" descr="https://snp-mediaportal.qbank.se/assets/deployedFiles/0171221a07b0be1374ebaa6bc786f2b5.png"/>
          <p:cNvPicPr>
            <a:picLocks noChangeAspect="1"/>
          </p:cNvPicPr>
          <p:nvPr/>
        </p:nvPicPr>
        <p:blipFill>
          <a:blip r:embed="rId1"/>
          <a:stretch>
            <a:fillRect/>
          </a:stretch>
        </p:blipFill>
        <p:spPr>
          <a:xfrm>
            <a:off x="466344" y="6281928"/>
            <a:ext cx="1572768" cy="557784"/>
          </a:xfrm>
          <a:prstGeom prst="rect">
            <a:avLst/>
          </a:prstGeom>
        </p:spPr>
      </p:pic>
    </p:spTree>
    <p:extLst>
      <p:ext uri="{BB962C8B-B14F-4D97-AF65-F5344CB8AC3E}">
        <p14:creationId xmlns:p14="http://schemas.microsoft.com/office/powerpoint/2010/main" val="202878356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8800" b="1">
                <a:solidFill>
                  <a:schemeClr val="tx1"/>
                </a:solidFill>
              </a:rPr>
              <a:t>These layouts for Heritage </a:t>
            </a:r>
            <a:br>
              <a:rPr lang="en-US" sz="8800" b="1">
                <a:solidFill>
                  <a:schemeClr val="tx1"/>
                </a:solidFill>
              </a:rPr>
            </a:br>
            <a:r>
              <a:rPr lang="en-US" sz="8800" b="1">
                <a:solidFill>
                  <a:schemeClr val="tx1"/>
                </a:solidFill>
              </a:rPr>
              <a:t>IHS Markit </a:t>
            </a:r>
          </a:p>
          <a:p>
            <a:pPr algn="ctr"/>
            <a:r>
              <a:rPr lang="en-US" sz="8800" b="1">
                <a:solidFill>
                  <a:schemeClr val="tx1"/>
                </a:solidFill>
              </a:rPr>
              <a:t>PPT reports only</a:t>
            </a:r>
          </a:p>
        </p:txBody>
      </p:sp>
    </p:spTree>
    <p:extLst>
      <p:ext uri="{BB962C8B-B14F-4D97-AF65-F5344CB8AC3E}">
        <p14:creationId xmlns:p14="http://schemas.microsoft.com/office/powerpoint/2010/main" val="70571101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wo Placeholders">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BA10638-F8C8-460B-BF8F-560536AE12C9}"/>
              </a:ext>
            </a:extLst>
          </p:cNvPr>
          <p:cNvSpPr>
            <a:spLocks noGrp="1"/>
          </p:cNvSpPr>
          <p:nvPr>
            <p:ph type="ftr" sz="quarter" idx="35"/>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a:t>[Headline]</a:t>
            </a:r>
          </a:p>
        </p:txBody>
      </p:sp>
      <p:sp>
        <p:nvSpPr>
          <p:cNvPr id="14" name="Sub-headline">
            <a:extLst>
              <a:ext uri="{FF2B5EF4-FFF2-40B4-BE49-F238E27FC236}">
                <a16:creationId xmlns:a16="http://schemas.microsoft.com/office/drawing/2014/main" id="{7FD28A21-9996-4A7D-92D3-5150F7C775EF}"/>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57300"/>
            <a:ext cx="11064240"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66746"/>
            <a:ext cx="11064240"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9" name="Footnote">
            <a:extLst>
              <a:ext uri="{FF2B5EF4-FFF2-40B4-BE49-F238E27FC236}">
                <a16:creationId xmlns:a16="http://schemas.microsoft.com/office/drawing/2014/main" id="{5197417C-C410-43F1-9B2C-D847D35740A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pic>
        <p:nvPicPr>
          <p:cNvPr id="100" name="Image 0" descr="https://snp-mediaportal.qbank.se/assets/deployedFiles/b1df7db893866364c914f2942049e8bf.png"/>
          <p:cNvPicPr>
            <a:picLocks noChangeAspect="1"/>
          </p:cNvPicPr>
          <p:nvPr/>
        </p:nvPicPr>
        <p:blipFill>
          <a:blip r:embed="rId1"/>
          <a:stretch>
            <a:fillRect/>
          </a:stretch>
        </p:blipFill>
        <p:spPr>
          <a:xfrm>
            <a:off x="466344" y="6281928"/>
            <a:ext cx="1572768" cy="557784"/>
          </a:xfrm>
          <a:prstGeom prst="rect">
            <a:avLst/>
          </a:prstGeom>
        </p:spPr>
      </p:pic>
    </p:spTree>
    <p:extLst>
      <p:ext uri="{BB962C8B-B14F-4D97-AF65-F5344CB8AC3E}">
        <p14:creationId xmlns:p14="http://schemas.microsoft.com/office/powerpoint/2010/main" val="4034478303"/>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ree Placeholders 1">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F4647B6-122D-44F9-8D7F-50F8A7ACC9B7}"/>
              </a:ext>
            </a:extLst>
          </p:cNvPr>
          <p:cNvSpPr>
            <a:spLocks noGrp="1"/>
          </p:cNvSpPr>
          <p:nvPr>
            <p:ph type="ftr" sz="quarter" idx="21"/>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a:t>[Headline]</a:t>
            </a:r>
          </a:p>
        </p:txBody>
      </p:sp>
      <p:sp>
        <p:nvSpPr>
          <p:cNvPr id="15" name="Sub-headline">
            <a:extLst>
              <a:ext uri="{FF2B5EF4-FFF2-40B4-BE49-F238E27FC236}">
                <a16:creationId xmlns:a16="http://schemas.microsoft.com/office/drawing/2014/main" id="{DE438935-9E2D-4AE3-9F3D-D5F3BB7EB9D5}"/>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1" y="1257299"/>
            <a:ext cx="3337560" cy="434340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4428715" y="1257299"/>
            <a:ext cx="3337560" cy="434340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8293719" y="1257299"/>
            <a:ext cx="3337560" cy="434340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0" name="Footnote">
            <a:extLst>
              <a:ext uri="{FF2B5EF4-FFF2-40B4-BE49-F238E27FC236}">
                <a16:creationId xmlns:a16="http://schemas.microsoft.com/office/drawing/2014/main" id="{A14DB3E1-6D55-4844-83B1-91565767B00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pic>
        <p:nvPicPr>
          <p:cNvPr id="100" name="Image 0" descr="https://snp-mediaportal.qbank.se/assets/deployedFiles/b1df7db893866364c914f2942049e8bf.png"/>
          <p:cNvPicPr>
            <a:picLocks noChangeAspect="1"/>
          </p:cNvPicPr>
          <p:nvPr/>
        </p:nvPicPr>
        <p:blipFill>
          <a:blip r:embed="rId1"/>
          <a:stretch>
            <a:fillRect/>
          </a:stretch>
        </p:blipFill>
        <p:spPr>
          <a:xfrm>
            <a:off x="466344" y="6281928"/>
            <a:ext cx="1572768" cy="557784"/>
          </a:xfrm>
          <a:prstGeom prst="rect">
            <a:avLst/>
          </a:prstGeom>
        </p:spPr>
      </p:pic>
    </p:spTree>
    <p:extLst>
      <p:ext uri="{BB962C8B-B14F-4D97-AF65-F5344CB8AC3E}">
        <p14:creationId xmlns:p14="http://schemas.microsoft.com/office/powerpoint/2010/main" val="467079774"/>
      </p:ext>
    </p:extLst>
  </p:cSld>
  <p:clrMapOvr>
    <a:masterClrMapping/>
  </p:clrMapOvr>
  <p:extLst>
    <p:ext uri="{DCECCB84-F9BA-43D5-87BE-67443E8EF086}">
      <p15:sldGuideLst xmlns:p15="http://schemas.microsoft.com/office/powerpoint/2012/main">
        <p15:guide id="5" orient="horz" pos="792" userDrawn="1">
          <p15:clr>
            <a:srgbClr val="FBAE40"/>
          </p15:clr>
        </p15:guide>
        <p15:guide id="6" orient="horz" pos="3528"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hree Placeholders 2">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934465B-44AB-421E-BC47-0D67C004C087}"/>
              </a:ext>
            </a:extLst>
          </p:cNvPr>
          <p:cNvSpPr>
            <a:spLocks noGrp="1"/>
          </p:cNvSpPr>
          <p:nvPr>
            <p:ph type="ftr" sz="quarter" idx="35"/>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a:t>[Headline]</a:t>
            </a:r>
          </a:p>
        </p:txBody>
      </p:sp>
      <p:sp>
        <p:nvSpPr>
          <p:cNvPr id="15" name="Sub-headline">
            <a:extLst>
              <a:ext uri="{FF2B5EF4-FFF2-40B4-BE49-F238E27FC236}">
                <a16:creationId xmlns:a16="http://schemas.microsoft.com/office/drawing/2014/main" id="{2ECAC461-FE4E-4AB6-AB93-3D153F6E59A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3772" cy="434340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6344516" y="3685032"/>
            <a:ext cx="5285232"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0" name="Footnote">
            <a:extLst>
              <a:ext uri="{FF2B5EF4-FFF2-40B4-BE49-F238E27FC236}">
                <a16:creationId xmlns:a16="http://schemas.microsoft.com/office/drawing/2014/main" id="{F9E2DB8B-6E97-4FE5-BF0C-EF72C02F057D}"/>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pic>
        <p:nvPicPr>
          <p:cNvPr id="100" name="Image 0" descr="https://snp-mediaportal.qbank.se/assets/deployedFiles/b1df7db893866364c914f2942049e8bf.png"/>
          <p:cNvPicPr>
            <a:picLocks noChangeAspect="1"/>
          </p:cNvPicPr>
          <p:nvPr/>
        </p:nvPicPr>
        <p:blipFill>
          <a:blip r:embed="rId1"/>
          <a:stretch>
            <a:fillRect/>
          </a:stretch>
        </p:blipFill>
        <p:spPr>
          <a:xfrm>
            <a:off x="466344" y="6281928"/>
            <a:ext cx="1572768" cy="557784"/>
          </a:xfrm>
          <a:prstGeom prst="rect">
            <a:avLst/>
          </a:prstGeom>
        </p:spPr>
      </p:pic>
    </p:spTree>
    <p:extLst>
      <p:ext uri="{BB962C8B-B14F-4D97-AF65-F5344CB8AC3E}">
        <p14:creationId xmlns:p14="http://schemas.microsoft.com/office/powerpoint/2010/main" val="27034654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hree Placeholders 3">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C6180C9-13C1-4554-989B-D2FCC7C65C17}"/>
              </a:ext>
            </a:extLst>
          </p:cNvPr>
          <p:cNvSpPr>
            <a:spLocks noGrp="1"/>
          </p:cNvSpPr>
          <p:nvPr>
            <p:ph type="ftr" sz="quarter" idx="35"/>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a:t>[Headline]</a:t>
            </a:r>
          </a:p>
        </p:txBody>
      </p:sp>
      <p:sp>
        <p:nvSpPr>
          <p:cNvPr id="15" name="Sub-headline">
            <a:extLst>
              <a:ext uri="{FF2B5EF4-FFF2-40B4-BE49-F238E27FC236}">
                <a16:creationId xmlns:a16="http://schemas.microsoft.com/office/drawing/2014/main" id="{5CEC3D32-DE73-4338-BFCC-E7BDCD2C2A3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5232"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74314"/>
            <a:ext cx="11064240"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6" name="Footnote">
            <a:extLst>
              <a:ext uri="{FF2B5EF4-FFF2-40B4-BE49-F238E27FC236}">
                <a16:creationId xmlns:a16="http://schemas.microsoft.com/office/drawing/2014/main" id="{7206E27B-EDA8-4480-A52B-C084CF0D5799}"/>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pic>
        <p:nvPicPr>
          <p:cNvPr id="100" name="Image 0" descr="https://snp-mediaportal.qbank.se/assets/deployedFiles/b1df7db893866364c914f2942049e8bf.png"/>
          <p:cNvPicPr>
            <a:picLocks noChangeAspect="1"/>
          </p:cNvPicPr>
          <p:nvPr/>
        </p:nvPicPr>
        <p:blipFill>
          <a:blip r:embed="rId1"/>
          <a:stretch>
            <a:fillRect/>
          </a:stretch>
        </p:blipFill>
        <p:spPr>
          <a:xfrm>
            <a:off x="466344" y="6281928"/>
            <a:ext cx="1572768" cy="557784"/>
          </a:xfrm>
          <a:prstGeom prst="rect">
            <a:avLst/>
          </a:prstGeom>
        </p:spPr>
      </p:pic>
    </p:spTree>
    <p:extLst>
      <p:ext uri="{BB962C8B-B14F-4D97-AF65-F5344CB8AC3E}">
        <p14:creationId xmlns:p14="http://schemas.microsoft.com/office/powerpoint/2010/main" val="322608800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our Placeholder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3664AE1-F712-4056-96F2-627ACD75D8AB}"/>
              </a:ext>
            </a:extLst>
          </p:cNvPr>
          <p:cNvSpPr>
            <a:spLocks noGrp="1"/>
          </p:cNvSpPr>
          <p:nvPr>
            <p:ph type="ftr" sz="quarter" idx="35"/>
          </p:nvPr>
        </p:nvSpPr>
        <p:spPr/>
        <p:txBody>
          <a:bodyPr/>
          <a:lstStyle/>
          <a:p>
            <a:r>
              <a:rPr lang="en-US"/>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a:t>[Headline]</a:t>
            </a:r>
          </a:p>
        </p:txBody>
      </p:sp>
      <p:sp>
        <p:nvSpPr>
          <p:cNvPr id="16" name="Sub-headline">
            <a:extLst>
              <a:ext uri="{FF2B5EF4-FFF2-40B4-BE49-F238E27FC236}">
                <a16:creationId xmlns:a16="http://schemas.microsoft.com/office/drawing/2014/main" id="{F346F33D-2E31-4707-AF32-FF8FAE8A45A3}"/>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5232"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74314"/>
            <a:ext cx="5285232"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6344516" y="3674313"/>
            <a:ext cx="5285232" cy="1920240"/>
          </a:xfrm>
        </p:spPr>
        <p:txBody>
          <a:body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sp>
        <p:nvSpPr>
          <p:cNvPr id="17" name="Footnote">
            <a:extLst>
              <a:ext uri="{FF2B5EF4-FFF2-40B4-BE49-F238E27FC236}">
                <a16:creationId xmlns:a16="http://schemas.microsoft.com/office/drawing/2014/main" id="{B09D4A4B-356B-4A62-9288-4627B8B3C318}"/>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a:t>[Source / Legal disclaimer / Footnote]</a:t>
            </a:r>
          </a:p>
        </p:txBody>
      </p:sp>
      <p:pic>
        <p:nvPicPr>
          <p:cNvPr id="100" name="Image 0" descr="https://snp-mediaportal.qbank.se/assets/deployedFiles/b1df7db893866364c914f2942049e8bf.png"/>
          <p:cNvPicPr>
            <a:picLocks noChangeAspect="1"/>
          </p:cNvPicPr>
          <p:nvPr/>
        </p:nvPicPr>
        <p:blipFill>
          <a:blip r:embed="rId1"/>
          <a:stretch>
            <a:fillRect/>
          </a:stretch>
        </p:blipFill>
        <p:spPr>
          <a:xfrm>
            <a:off x="466344" y="6281928"/>
            <a:ext cx="1572768" cy="557784"/>
          </a:xfrm>
          <a:prstGeom prst="rect">
            <a:avLst/>
          </a:prstGeom>
        </p:spPr>
      </p:pic>
    </p:spTree>
    <p:extLst>
      <p:ext uri="{BB962C8B-B14F-4D97-AF65-F5344CB8AC3E}">
        <p14:creationId xmlns:p14="http://schemas.microsoft.com/office/powerpoint/2010/main" val="128137297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a:solidFill>
                  <a:schemeClr val="tx1"/>
                </a:solidFill>
              </a:rPr>
              <a:t>TITLES</a:t>
            </a:r>
          </a:p>
        </p:txBody>
      </p:sp>
    </p:spTree>
    <p:extLst>
      <p:ext uri="{BB962C8B-B14F-4D97-AF65-F5344CB8AC3E}">
        <p14:creationId xmlns:p14="http://schemas.microsoft.com/office/powerpoint/2010/main" val="222015815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itle Image Bottom">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566382" y="1289200"/>
            <a:ext cx="7114032" cy="1776729"/>
          </a:xfrm>
          <a:prstGeom prst="rect">
            <a:avLst/>
          </a:prstGeom>
        </p:spPr>
        <p:txBody>
          <a:bodyPr anchor="b">
            <a:normAutofit/>
          </a:bodyPr>
          <a:lstStyle>
            <a:lvl1pPr>
              <a:defRPr sz="4400" b="0"/>
            </a:lvl1pPr>
          </a:lstStyle>
          <a:p>
            <a:r>
              <a:rPr lang="en-US"/>
              <a:t>[Title max two lines, shrink to fit – must be at least 32pt]</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558800" y="3163887"/>
            <a:ext cx="7114033" cy="311271"/>
          </a:xfrm>
          <a:prstGeom prst="rect">
            <a:avLst/>
          </a:prstGeom>
        </p:spPr>
        <p:txBody>
          <a:bodyPr>
            <a:no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[Subtitle max one line, shrink font size to fit – must be at least 14pt]</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8596672" y="1461937"/>
            <a:ext cx="3035808" cy="1603991"/>
          </a:xfrm>
          <a:prstGeom prst="rect">
            <a:avLst/>
          </a:prstGeo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8596672" y="3146702"/>
            <a:ext cx="303580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lvl="0"/>
            <a:r>
              <a:rPr lang="en-US"/>
              <a:t>[Month DD, 20YY]</a:t>
            </a:r>
          </a:p>
        </p:txBody>
      </p:sp>
      <p:sp>
        <p:nvSpPr>
          <p:cNvPr id="6" name="Picture Placeholder 5">
            <a:extLst>
              <a:ext uri="{FF2B5EF4-FFF2-40B4-BE49-F238E27FC236}">
                <a16:creationId xmlns:a16="http://schemas.microsoft.com/office/drawing/2014/main" id="{0FFE3BED-FEEE-4719-BC7E-F76E7FF8BA7E}"/>
              </a:ext>
            </a:extLst>
          </p:cNvPr>
          <p:cNvSpPr>
            <a:spLocks noGrp="1"/>
          </p:cNvSpPr>
          <p:nvPr>
            <p:ph type="pic" sz="quarter" idx="21" hasCustomPrompt="1"/>
          </p:nvPr>
        </p:nvSpPr>
        <p:spPr>
          <a:xfrm>
            <a:off x="0" y="3694113"/>
            <a:ext cx="12228513" cy="3163887"/>
          </a:xfrm>
          <a:prstGeom prst="rect">
            <a:avLst/>
          </a:prstGeom>
        </p:spPr>
        <p:txBody>
          <a:bodyPr lIns="548640" tIns="548640"/>
          <a:lstStyle>
            <a:lvl1pPr marL="0" indent="0">
              <a:buFontTx/>
              <a:buNone/>
              <a:defRPr/>
            </a:lvl1pPr>
          </a:lstStyle>
          <a:p>
            <a:r>
              <a:rPr lang="en-US"/>
              <a:t>Click icon to add picture, then send to back to display copyright info</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2026 S&amp;P Global.</a:t>
            </a:r>
            <a:br>
              <a:rPr lang="en-US" sz="700" dirty="0">
                <a:latin typeface="+mn-lt"/>
              </a:rPr>
            </a:br>
            <a:r>
              <a:rPr lang="en-US" sz="700" dirty="0">
                <a:latin typeface="+mn-lt"/>
              </a:rPr>
              <a:t>Permission to reprint or distribute any content from this presentation requires the prior written approval of S&amp;P Global.</a:t>
            </a:r>
          </a:p>
        </p:txBody>
      </p:sp>
      <p:pic>
        <p:nvPicPr>
          <p:cNvPr id="100" name="Image 0" descr="https://snp-mediaportal.qbank.se/assets/deployedFiles/fd6ac17e8cb753e1865b09a3b5a17939.png"/>
          <p:cNvPicPr>
            <a:picLocks noChangeAspect="1"/>
          </p:cNvPicPr>
          <p:nvPr/>
        </p:nvPicPr>
        <p:blipFill>
          <a:blip r:embed="rId1"/>
          <a:stretch>
            <a:fillRect/>
          </a:stretch>
        </p:blipFill>
        <p:spPr>
          <a:xfrm>
            <a:off x="374904" y="173736"/>
            <a:ext cx="2724912" cy="960120"/>
          </a:xfrm>
          <a:prstGeom prst="rect">
            <a:avLst/>
          </a:prstGeom>
        </p:spPr>
      </p:pic>
    </p:spTree>
    <p:extLst>
      <p:ext uri="{BB962C8B-B14F-4D97-AF65-F5344CB8AC3E}">
        <p14:creationId xmlns:p14="http://schemas.microsoft.com/office/powerpoint/2010/main" val="11215010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CERA_Title Image Bottom">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566382" y="1461937"/>
            <a:ext cx="7114032" cy="1603992"/>
          </a:xfrm>
          <a:prstGeom prst="rect">
            <a:avLst/>
          </a:prstGeom>
        </p:spPr>
        <p:txBody>
          <a:bodyPr anchor="b">
            <a:normAutofit/>
          </a:bodyPr>
          <a:lstStyle>
            <a:lvl1pPr>
              <a:defRPr sz="4400" b="0"/>
            </a:lvl1pPr>
          </a:lstStyle>
          <a:p>
            <a:r>
              <a:rPr lang="en-US"/>
              <a:t>[Title max two lines, shrink to fit – must be at least 32pt]</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558800" y="3163887"/>
            <a:ext cx="7114033" cy="311271"/>
          </a:xfrm>
          <a:prstGeom prst="rect">
            <a:avLst/>
          </a:prstGeom>
        </p:spPr>
        <p:txBody>
          <a:bodyPr>
            <a:no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[Subtitle max one line, shrink font size to fit – must be at least 14pt]</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8596672" y="1461937"/>
            <a:ext cx="3035808" cy="1603991"/>
          </a:xfrm>
          <a:prstGeom prst="rect">
            <a:avLst/>
          </a:prstGeo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8596672" y="3146702"/>
            <a:ext cx="303580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lvl="0"/>
            <a:r>
              <a:rPr lang="en-US"/>
              <a:t>[Month DD, 20YY]</a:t>
            </a:r>
          </a:p>
        </p:txBody>
      </p:sp>
      <p:sp>
        <p:nvSpPr>
          <p:cNvPr id="6" name="Picture Placeholder 5">
            <a:extLst>
              <a:ext uri="{FF2B5EF4-FFF2-40B4-BE49-F238E27FC236}">
                <a16:creationId xmlns:a16="http://schemas.microsoft.com/office/drawing/2014/main" id="{0FFE3BED-FEEE-4719-BC7E-F76E7FF8BA7E}"/>
              </a:ext>
            </a:extLst>
          </p:cNvPr>
          <p:cNvSpPr>
            <a:spLocks noGrp="1"/>
          </p:cNvSpPr>
          <p:nvPr>
            <p:ph type="pic" sz="quarter" idx="21" hasCustomPrompt="1"/>
          </p:nvPr>
        </p:nvSpPr>
        <p:spPr>
          <a:xfrm>
            <a:off x="0" y="3694113"/>
            <a:ext cx="12228513" cy="3163887"/>
          </a:xfrm>
          <a:prstGeom prst="rect">
            <a:avLst/>
          </a:prstGeom>
        </p:spPr>
        <p:txBody>
          <a:bodyPr lIns="548640" tIns="548640"/>
          <a:lstStyle>
            <a:lvl1pPr marL="0" indent="0">
              <a:buFontTx/>
              <a:buNone/>
              <a:defRPr/>
            </a:lvl1pPr>
          </a:lstStyle>
          <a:p>
            <a:r>
              <a:rPr lang="en-US"/>
              <a:t>Click icon to add picture, then send to back to display copyright info</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2026 S&amp;P Global.</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408174121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Horizons_Title Image Bottom">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566382" y="1461937"/>
            <a:ext cx="7114032" cy="1603992"/>
          </a:xfrm>
          <a:prstGeom prst="rect">
            <a:avLst/>
          </a:prstGeom>
        </p:spPr>
        <p:txBody>
          <a:bodyPr anchor="b">
            <a:normAutofit/>
          </a:bodyPr>
          <a:lstStyle>
            <a:lvl1pPr>
              <a:defRPr sz="4400" b="0"/>
            </a:lvl1pPr>
          </a:lstStyle>
          <a:p>
            <a:r>
              <a:rPr lang="en-US"/>
              <a:t>[Title max two lines, shrink to fit – must be at least 32pt]</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558800" y="3163887"/>
            <a:ext cx="7114033" cy="311271"/>
          </a:xfrm>
          <a:prstGeom prst="rect">
            <a:avLst/>
          </a:prstGeom>
        </p:spPr>
        <p:txBody>
          <a:bodyPr>
            <a:no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[Subtitle max one line, shrink font size to fit – must be at least 14pt]</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8596672" y="1461937"/>
            <a:ext cx="3035808" cy="1603991"/>
          </a:xfrm>
          <a:prstGeom prst="rect">
            <a:avLst/>
          </a:prstGeo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8596672" y="3146702"/>
            <a:ext cx="303580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lvl="0"/>
            <a:r>
              <a:rPr lang="en-US"/>
              <a:t>[Month DD, 20YY]</a:t>
            </a:r>
          </a:p>
        </p:txBody>
      </p:sp>
      <p:sp>
        <p:nvSpPr>
          <p:cNvPr id="6" name="Picture Placeholder 5">
            <a:extLst>
              <a:ext uri="{FF2B5EF4-FFF2-40B4-BE49-F238E27FC236}">
                <a16:creationId xmlns:a16="http://schemas.microsoft.com/office/drawing/2014/main" id="{0FFE3BED-FEEE-4719-BC7E-F76E7FF8BA7E}"/>
              </a:ext>
            </a:extLst>
          </p:cNvPr>
          <p:cNvSpPr>
            <a:spLocks noGrp="1"/>
          </p:cNvSpPr>
          <p:nvPr>
            <p:ph type="pic" sz="quarter" idx="21" hasCustomPrompt="1"/>
          </p:nvPr>
        </p:nvSpPr>
        <p:spPr>
          <a:xfrm>
            <a:off x="0" y="3694113"/>
            <a:ext cx="12228513" cy="3163887"/>
          </a:xfrm>
          <a:prstGeom prst="rect">
            <a:avLst/>
          </a:prstGeom>
        </p:spPr>
        <p:txBody>
          <a:bodyPr lIns="548640" tIns="548640"/>
          <a:lstStyle>
            <a:lvl1pPr marL="0" indent="0">
              <a:buFontTx/>
              <a:buNone/>
              <a:defRPr/>
            </a:lvl1pPr>
          </a:lstStyle>
          <a:p>
            <a:r>
              <a:rPr lang="en-US"/>
              <a:t>Click icon to add picture, then send to back to display copyright info</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2026 S&amp;P Global.</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314066165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Platts_Title Image Bottom">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566382" y="1461937"/>
            <a:ext cx="7114032" cy="1603992"/>
          </a:xfrm>
          <a:prstGeom prst="rect">
            <a:avLst/>
          </a:prstGeom>
        </p:spPr>
        <p:txBody>
          <a:bodyPr anchor="b">
            <a:normAutofit/>
          </a:bodyPr>
          <a:lstStyle>
            <a:lvl1pPr>
              <a:defRPr sz="4400" b="0"/>
            </a:lvl1pPr>
          </a:lstStyle>
          <a:p>
            <a:r>
              <a:rPr lang="en-US"/>
              <a:t>[Title max two lines, shrink to fit – must be at least 32pt]</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558800" y="3163887"/>
            <a:ext cx="7114033" cy="311271"/>
          </a:xfrm>
          <a:prstGeom prst="rect">
            <a:avLst/>
          </a:prstGeom>
        </p:spPr>
        <p:txBody>
          <a:bodyPr>
            <a:no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[Subtitle max one line, shrink font size to fit – must be at least 14pt]</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8596672" y="1461937"/>
            <a:ext cx="3035808" cy="1603991"/>
          </a:xfrm>
          <a:prstGeom prst="rect">
            <a:avLst/>
          </a:prstGeo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8596672" y="3146702"/>
            <a:ext cx="303580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lvl="0"/>
            <a:r>
              <a:rPr lang="en-US"/>
              <a:t>[Month DD, 20YY]</a:t>
            </a:r>
          </a:p>
        </p:txBody>
      </p:sp>
      <p:sp>
        <p:nvSpPr>
          <p:cNvPr id="6" name="Picture Placeholder 5">
            <a:extLst>
              <a:ext uri="{FF2B5EF4-FFF2-40B4-BE49-F238E27FC236}">
                <a16:creationId xmlns:a16="http://schemas.microsoft.com/office/drawing/2014/main" id="{0FFE3BED-FEEE-4719-BC7E-F76E7FF8BA7E}"/>
              </a:ext>
            </a:extLst>
          </p:cNvPr>
          <p:cNvSpPr>
            <a:spLocks noGrp="1"/>
          </p:cNvSpPr>
          <p:nvPr>
            <p:ph type="pic" sz="quarter" idx="21" hasCustomPrompt="1"/>
          </p:nvPr>
        </p:nvSpPr>
        <p:spPr>
          <a:xfrm>
            <a:off x="0" y="3694113"/>
            <a:ext cx="12228513" cy="3163887"/>
          </a:xfrm>
          <a:prstGeom prst="rect">
            <a:avLst/>
          </a:prstGeom>
        </p:spPr>
        <p:txBody>
          <a:bodyPr lIns="548640" tIns="548640"/>
          <a:lstStyle>
            <a:lvl1pPr marL="0" indent="0">
              <a:buFontTx/>
              <a:buNone/>
              <a:defRPr/>
            </a:lvl1pPr>
          </a:lstStyle>
          <a:p>
            <a:r>
              <a:rPr lang="en-US"/>
              <a:t>Click icon to add picture, then send to back to display copyright info</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2026 S&amp;P Global.</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171208879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Title White - reports and presentations (hIHS)">
    <p:bg>
      <p:bgRef idx="1001">
        <a:schemeClr val="bg1"/>
      </p:bgRef>
    </p:bg>
    <p:spTree>
      <p:nvGrpSpPr>
        <p:cNvPr id="1" name=""/>
        <p:cNvGrpSpPr/>
        <p:nvPr/>
      </p:nvGrpSpPr>
      <p:grpSpPr>
        <a:xfrm>
          <a:off x="0" y="0"/>
          <a:ext cx="0" cy="0"/>
          <a:chOff x="0" y="0"/>
          <a:chExt cx="0" cy="0"/>
        </a:xfrm>
      </p:grpSpPr>
      <p:sp>
        <p:nvSpPr>
          <p:cNvPr id="9" name="Text Placeholder 17">
            <a:extLst>
              <a:ext uri="{FF2B5EF4-FFF2-40B4-BE49-F238E27FC236}">
                <a16:creationId xmlns:a16="http://schemas.microsoft.com/office/drawing/2014/main" id="{8498AB6A-D245-44A6-BBEF-0361C1A6479E}"/>
              </a:ext>
            </a:extLst>
          </p:cNvPr>
          <p:cNvSpPr>
            <a:spLocks noGrp="1"/>
          </p:cNvSpPr>
          <p:nvPr>
            <p:ph type="body" sz="quarter" idx="18" hasCustomPrompt="1"/>
          </p:nvPr>
        </p:nvSpPr>
        <p:spPr>
          <a:xfrm>
            <a:off x="7162800" y="357520"/>
            <a:ext cx="4469680" cy="233318"/>
          </a:xfrm>
          <a:prstGeom prst="rect">
            <a:avLst/>
          </a:prstGeom>
        </p:spPr>
        <p:txBody>
          <a:bodyPr anchor="ctr">
            <a:noAutofit/>
          </a:bodyPr>
          <a:lstStyle>
            <a:lvl1pPr marL="0" indent="0" algn="r">
              <a:buNone/>
              <a:defRPr sz="1200" b="1">
                <a:solidFill>
                  <a:schemeClr val="accent1"/>
                </a:solidFill>
              </a:defRPr>
            </a:lvl1pPr>
            <a:lvl2pPr marL="0" indent="0">
              <a:buNone/>
              <a:defRPr/>
            </a:lvl2pPr>
            <a:lvl3pPr marL="0" indent="0">
              <a:buNone/>
              <a:defRPr/>
            </a:lvl3pPr>
            <a:lvl4pPr marL="0" indent="0">
              <a:buNone/>
              <a:defRPr/>
            </a:lvl4pPr>
            <a:lvl5pPr marL="0" indent="0">
              <a:buNone/>
              <a:defRPr/>
            </a:lvl5pPr>
          </a:lstStyle>
          <a:p>
            <a:pPr lvl="0"/>
            <a:r>
              <a:rPr lang="en-US"/>
              <a:t>[SERVICE LINE / REPORT TYPE]</a:t>
            </a:r>
          </a:p>
        </p:txBody>
      </p:sp>
      <p:sp>
        <p:nvSpPr>
          <p:cNvPr id="13" name="Title 1">
            <a:extLst>
              <a:ext uri="{FF2B5EF4-FFF2-40B4-BE49-F238E27FC236}">
                <a16:creationId xmlns:a16="http://schemas.microsoft.com/office/drawing/2014/main" id="{11571508-C5DD-4E25-961C-17353D606594}"/>
              </a:ext>
            </a:extLst>
          </p:cNvPr>
          <p:cNvSpPr>
            <a:spLocks noGrp="1"/>
          </p:cNvSpPr>
          <p:nvPr>
            <p:ph type="title" hasCustomPrompt="1"/>
          </p:nvPr>
        </p:nvSpPr>
        <p:spPr>
          <a:xfrm>
            <a:off x="566382" y="1267411"/>
            <a:ext cx="7189020" cy="1864409"/>
          </a:xfrm>
          <a:prstGeom prst="rect">
            <a:avLst/>
          </a:prstGeom>
          <a:noFill/>
        </p:spPr>
        <p:txBody>
          <a:bodyPr anchor="b">
            <a:noAutofit/>
          </a:bodyPr>
          <a:lstStyle>
            <a:lvl1pPr>
              <a:defRPr sz="4400" b="0"/>
            </a:lvl1pPr>
          </a:lstStyle>
          <a:p>
            <a:r>
              <a:rPr lang="en-US"/>
              <a:t>[Title max two lines, shrink to fit – must be at least 32 </a:t>
            </a:r>
            <a:r>
              <a:rPr lang="en-US" err="1"/>
              <a:t>pt</a:t>
            </a:r>
            <a:r>
              <a:rPr lang="en-US"/>
              <a:t>]</a:t>
            </a:r>
          </a:p>
        </p:txBody>
      </p:sp>
      <p:sp>
        <p:nvSpPr>
          <p:cNvPr id="14" name="Text Placeholder 10">
            <a:extLst>
              <a:ext uri="{FF2B5EF4-FFF2-40B4-BE49-F238E27FC236}">
                <a16:creationId xmlns:a16="http://schemas.microsoft.com/office/drawing/2014/main" id="{04BCAB30-4750-4267-8703-0690502ABE44}"/>
              </a:ext>
            </a:extLst>
          </p:cNvPr>
          <p:cNvSpPr>
            <a:spLocks noGrp="1"/>
          </p:cNvSpPr>
          <p:nvPr>
            <p:ph type="body" sz="quarter" idx="14" hasCustomPrompt="1"/>
          </p:nvPr>
        </p:nvSpPr>
        <p:spPr>
          <a:xfrm>
            <a:off x="566928" y="3232340"/>
            <a:ext cx="7189020" cy="576053"/>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[Subtitle max one line, shrink font size to fit – must be at least 14 </a:t>
            </a:r>
            <a:r>
              <a:rPr lang="en-US" err="1"/>
              <a:t>pt</a:t>
            </a:r>
            <a:r>
              <a:rPr lang="en-US"/>
              <a:t>]</a:t>
            </a:r>
          </a:p>
        </p:txBody>
      </p:sp>
      <p:sp>
        <p:nvSpPr>
          <p:cNvPr id="15" name="Text Placeholder 15">
            <a:extLst>
              <a:ext uri="{FF2B5EF4-FFF2-40B4-BE49-F238E27FC236}">
                <a16:creationId xmlns:a16="http://schemas.microsoft.com/office/drawing/2014/main" id="{093CEC42-A75F-4876-8888-3F2ECFF55BAF}"/>
              </a:ext>
            </a:extLst>
          </p:cNvPr>
          <p:cNvSpPr>
            <a:spLocks noGrp="1"/>
          </p:cNvSpPr>
          <p:nvPr>
            <p:ph type="body" sz="quarter" idx="20" hasCustomPrompt="1"/>
          </p:nvPr>
        </p:nvSpPr>
        <p:spPr>
          <a:xfrm>
            <a:off x="566928" y="3926945"/>
            <a:ext cx="7189020" cy="1864408"/>
          </a:xfr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a:t>[First and Last Name / Department / Title]</a:t>
            </a:r>
          </a:p>
          <a:p>
            <a:pPr lvl="0"/>
            <a:r>
              <a:rPr lang="en-US"/>
              <a:t>[First and Last Name / Department / Title]</a:t>
            </a:r>
          </a:p>
          <a:p>
            <a:pPr lvl="0"/>
            <a:r>
              <a:rPr lang="en-US"/>
              <a:t>[First and Last Name / Department / Title]</a:t>
            </a:r>
          </a:p>
          <a:p>
            <a:pPr lvl="0"/>
            <a:r>
              <a:rPr lang="en-US"/>
              <a:t>Also contributing to this report were First and Last name, (no title or division)</a:t>
            </a:r>
          </a:p>
        </p:txBody>
      </p:sp>
      <p:sp>
        <p:nvSpPr>
          <p:cNvPr id="17" name="Text Placeholder 17">
            <a:extLst>
              <a:ext uri="{FF2B5EF4-FFF2-40B4-BE49-F238E27FC236}">
                <a16:creationId xmlns:a16="http://schemas.microsoft.com/office/drawing/2014/main" id="{EBFEFC18-4178-460D-94CF-FE6114DEE4EE}"/>
              </a:ext>
            </a:extLst>
          </p:cNvPr>
          <p:cNvSpPr>
            <a:spLocks noGrp="1"/>
          </p:cNvSpPr>
          <p:nvPr>
            <p:ph type="body" sz="quarter" idx="17" hasCustomPrompt="1"/>
          </p:nvPr>
        </p:nvSpPr>
        <p:spPr>
          <a:xfrm>
            <a:off x="566928" y="5998670"/>
            <a:ext cx="3035808" cy="214805"/>
          </a:xfrm>
        </p:spPr>
        <p:txBody>
          <a:bodyPr>
            <a:normAutofit/>
          </a:bodyPr>
          <a:lstStyle>
            <a:lvl1pPr marL="0" indent="0" algn="l">
              <a:buNone/>
              <a:defRPr sz="1200">
                <a:solidFill>
                  <a:schemeClr val="tx1"/>
                </a:solidFill>
              </a:defRPr>
            </a:lvl1pPr>
            <a:lvl2pPr marL="0" indent="0">
              <a:buNone/>
              <a:defRPr/>
            </a:lvl2pPr>
            <a:lvl3pPr marL="0" indent="0">
              <a:buNone/>
              <a:defRPr/>
            </a:lvl3pPr>
            <a:lvl4pPr marL="0" indent="0">
              <a:buNone/>
              <a:defRPr/>
            </a:lvl4pPr>
            <a:lvl5pPr marL="0" indent="0">
              <a:buNone/>
              <a:defRPr/>
            </a:lvl5pPr>
          </a:lstStyle>
          <a:p>
            <a:pPr lvl="0"/>
            <a:r>
              <a:rPr lang="en-US"/>
              <a:t>[Month DD, 20YY]</a:t>
            </a:r>
          </a:p>
        </p:txBody>
      </p:sp>
      <p:sp>
        <p:nvSpPr>
          <p:cNvPr id="5" name="Picture Placeholder 4">
            <a:extLst>
              <a:ext uri="{FF2B5EF4-FFF2-40B4-BE49-F238E27FC236}">
                <a16:creationId xmlns:a16="http://schemas.microsoft.com/office/drawing/2014/main" id="{78496E54-0E25-491E-9250-6235E2D8C1DF}"/>
              </a:ext>
            </a:extLst>
          </p:cNvPr>
          <p:cNvSpPr>
            <a:spLocks noGrp="1"/>
          </p:cNvSpPr>
          <p:nvPr>
            <p:ph type="pic" sz="quarter" idx="19"/>
          </p:nvPr>
        </p:nvSpPr>
        <p:spPr>
          <a:xfrm>
            <a:off x="7905395" y="1289050"/>
            <a:ext cx="4286605" cy="4924425"/>
          </a:xfrm>
        </p:spPr>
        <p:txBody>
          <a:bodyPr/>
          <a:lstStyle/>
          <a:p>
            <a:r>
              <a:rPr lang="en-US"/>
              <a:t>Click icon to add picture</a:t>
            </a:r>
          </a:p>
        </p:txBody>
      </p:sp>
      <p:sp>
        <p:nvSpPr>
          <p:cNvPr id="2" name="Text Placeholder 17">
            <a:extLst>
              <a:ext uri="{FF2B5EF4-FFF2-40B4-BE49-F238E27FC236}">
                <a16:creationId xmlns:a16="http://schemas.microsoft.com/office/drawing/2014/main" id="{FE429373-F3E5-FE93-2985-3A20602CB30D}"/>
              </a:ext>
            </a:extLst>
          </p:cNvPr>
          <p:cNvSpPr>
            <a:spLocks noGrp="1"/>
          </p:cNvSpPr>
          <p:nvPr>
            <p:ph type="body" sz="quarter" idx="21" hasCustomPrompt="1"/>
          </p:nvPr>
        </p:nvSpPr>
        <p:spPr>
          <a:xfrm>
            <a:off x="566382" y="1267411"/>
            <a:ext cx="552961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[Optional placeholder—Delete this placeholder if you aren’t using it]</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2026 S&amp;P Global.</a:t>
            </a:r>
            <a:br>
              <a:rPr lang="en-US" sz="700" dirty="0">
                <a:latin typeface="+mn-lt"/>
              </a:rPr>
            </a:br>
            <a:r>
              <a:rPr lang="en-US" sz="700" dirty="0">
                <a:latin typeface="+mn-lt"/>
              </a:rPr>
              <a:t>Permission to reprint or distribute any content from this presentation requires the prior written approval of S&amp;P Global.</a:t>
            </a:r>
          </a:p>
        </p:txBody>
      </p:sp>
      <p:pic>
        <p:nvPicPr>
          <p:cNvPr id="100" name="Image 0" descr="https://snp-mediaportal.qbank.se/assets/deployedFiles/b1df7db893866364c914f2942049e8bf.png"/>
          <p:cNvPicPr>
            <a:picLocks noChangeAspect="1"/>
          </p:cNvPicPr>
          <p:nvPr/>
        </p:nvPicPr>
        <p:blipFill>
          <a:blip r:embed="rId1"/>
          <a:stretch>
            <a:fillRect/>
          </a:stretch>
        </p:blipFill>
        <p:spPr>
          <a:xfrm>
            <a:off x="374904" y="173736"/>
            <a:ext cx="2724912" cy="960120"/>
          </a:xfrm>
          <a:prstGeom prst="rect">
            <a:avLst/>
          </a:prstGeom>
        </p:spPr>
      </p:pic>
    </p:spTree>
    <p:extLst>
      <p:ext uri="{BB962C8B-B14F-4D97-AF65-F5344CB8AC3E}">
        <p14:creationId xmlns:p14="http://schemas.microsoft.com/office/powerpoint/2010/main" val="65461517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CERA_Title White - reports and presentations (hIHS)">
    <p:bg>
      <p:bgRef idx="1001">
        <a:schemeClr val="bg1"/>
      </p:bgRef>
    </p:bg>
    <p:spTree>
      <p:nvGrpSpPr>
        <p:cNvPr id="1" name=""/>
        <p:cNvGrpSpPr/>
        <p:nvPr/>
      </p:nvGrpSpPr>
      <p:grpSpPr>
        <a:xfrm>
          <a:off x="0" y="0"/>
          <a:ext cx="0" cy="0"/>
          <a:chOff x="0" y="0"/>
          <a:chExt cx="0" cy="0"/>
        </a:xfrm>
      </p:grpSpPr>
      <p:sp>
        <p:nvSpPr>
          <p:cNvPr id="9" name="Text Placeholder 17">
            <a:extLst>
              <a:ext uri="{FF2B5EF4-FFF2-40B4-BE49-F238E27FC236}">
                <a16:creationId xmlns:a16="http://schemas.microsoft.com/office/drawing/2014/main" id="{8498AB6A-D245-44A6-BBEF-0361C1A6479E}"/>
              </a:ext>
            </a:extLst>
          </p:cNvPr>
          <p:cNvSpPr>
            <a:spLocks noGrp="1"/>
          </p:cNvSpPr>
          <p:nvPr>
            <p:ph type="body" sz="quarter" idx="18" hasCustomPrompt="1"/>
          </p:nvPr>
        </p:nvSpPr>
        <p:spPr>
          <a:xfrm>
            <a:off x="7162800" y="357520"/>
            <a:ext cx="4469680" cy="233318"/>
          </a:xfrm>
          <a:prstGeom prst="rect">
            <a:avLst/>
          </a:prstGeom>
        </p:spPr>
        <p:txBody>
          <a:bodyPr anchor="ctr">
            <a:noAutofit/>
          </a:bodyPr>
          <a:lstStyle>
            <a:lvl1pPr marL="0" indent="0" algn="r">
              <a:buNone/>
              <a:defRPr sz="1200" b="1">
                <a:solidFill>
                  <a:schemeClr val="accent1"/>
                </a:solidFill>
              </a:defRPr>
            </a:lvl1pPr>
            <a:lvl2pPr marL="0" indent="0">
              <a:buNone/>
              <a:defRPr/>
            </a:lvl2pPr>
            <a:lvl3pPr marL="0" indent="0">
              <a:buNone/>
              <a:defRPr/>
            </a:lvl3pPr>
            <a:lvl4pPr marL="0" indent="0">
              <a:buNone/>
              <a:defRPr/>
            </a:lvl4pPr>
            <a:lvl5pPr marL="0" indent="0">
              <a:buNone/>
              <a:defRPr/>
            </a:lvl5pPr>
          </a:lstStyle>
          <a:p>
            <a:pPr lvl="0"/>
            <a:r>
              <a:rPr lang="en-US"/>
              <a:t>[SERVICE LINE / REPORT TYPE]</a:t>
            </a:r>
          </a:p>
        </p:txBody>
      </p:sp>
      <p:sp>
        <p:nvSpPr>
          <p:cNvPr id="13" name="Title 1">
            <a:extLst>
              <a:ext uri="{FF2B5EF4-FFF2-40B4-BE49-F238E27FC236}">
                <a16:creationId xmlns:a16="http://schemas.microsoft.com/office/drawing/2014/main" id="{11571508-C5DD-4E25-961C-17353D606594}"/>
              </a:ext>
            </a:extLst>
          </p:cNvPr>
          <p:cNvSpPr>
            <a:spLocks noGrp="1"/>
          </p:cNvSpPr>
          <p:nvPr>
            <p:ph type="title" hasCustomPrompt="1"/>
          </p:nvPr>
        </p:nvSpPr>
        <p:spPr>
          <a:xfrm>
            <a:off x="566382" y="1502569"/>
            <a:ext cx="7189020" cy="1629251"/>
          </a:xfrm>
          <a:prstGeom prst="rect">
            <a:avLst/>
          </a:prstGeom>
          <a:noFill/>
        </p:spPr>
        <p:txBody>
          <a:bodyPr anchor="b">
            <a:noAutofit/>
          </a:bodyPr>
          <a:lstStyle>
            <a:lvl1pPr>
              <a:defRPr sz="4400" b="0"/>
            </a:lvl1pPr>
          </a:lstStyle>
          <a:p>
            <a:r>
              <a:rPr lang="en-US"/>
              <a:t>[Title max two lines, shrink to fit – must be at least 32 </a:t>
            </a:r>
            <a:r>
              <a:rPr lang="en-US" err="1"/>
              <a:t>pt</a:t>
            </a:r>
            <a:r>
              <a:rPr lang="en-US"/>
              <a:t>]</a:t>
            </a:r>
          </a:p>
        </p:txBody>
      </p:sp>
      <p:sp>
        <p:nvSpPr>
          <p:cNvPr id="14" name="Text Placeholder 10">
            <a:extLst>
              <a:ext uri="{FF2B5EF4-FFF2-40B4-BE49-F238E27FC236}">
                <a16:creationId xmlns:a16="http://schemas.microsoft.com/office/drawing/2014/main" id="{04BCAB30-4750-4267-8703-0690502ABE44}"/>
              </a:ext>
            </a:extLst>
          </p:cNvPr>
          <p:cNvSpPr>
            <a:spLocks noGrp="1"/>
          </p:cNvSpPr>
          <p:nvPr>
            <p:ph type="body" sz="quarter" idx="14" hasCustomPrompt="1"/>
          </p:nvPr>
        </p:nvSpPr>
        <p:spPr>
          <a:xfrm>
            <a:off x="566928" y="3232340"/>
            <a:ext cx="7189020" cy="576053"/>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[Subtitle max one line, shrink font size to fit – must be at least 14 </a:t>
            </a:r>
            <a:r>
              <a:rPr lang="en-US" err="1"/>
              <a:t>pt</a:t>
            </a:r>
            <a:r>
              <a:rPr lang="en-US"/>
              <a:t>]</a:t>
            </a:r>
          </a:p>
        </p:txBody>
      </p:sp>
      <p:sp>
        <p:nvSpPr>
          <p:cNvPr id="15" name="Text Placeholder 15">
            <a:extLst>
              <a:ext uri="{FF2B5EF4-FFF2-40B4-BE49-F238E27FC236}">
                <a16:creationId xmlns:a16="http://schemas.microsoft.com/office/drawing/2014/main" id="{093CEC42-A75F-4876-8888-3F2ECFF55BAF}"/>
              </a:ext>
            </a:extLst>
          </p:cNvPr>
          <p:cNvSpPr>
            <a:spLocks noGrp="1"/>
          </p:cNvSpPr>
          <p:nvPr>
            <p:ph type="body" sz="quarter" idx="20" hasCustomPrompt="1"/>
          </p:nvPr>
        </p:nvSpPr>
        <p:spPr>
          <a:xfrm>
            <a:off x="566928" y="3926945"/>
            <a:ext cx="7189020" cy="1864408"/>
          </a:xfr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a:t>[First and Last Name / Department / Title]</a:t>
            </a:r>
          </a:p>
          <a:p>
            <a:pPr lvl="0"/>
            <a:r>
              <a:rPr lang="en-US"/>
              <a:t>[First and Last Name / Department / Title]</a:t>
            </a:r>
          </a:p>
          <a:p>
            <a:pPr lvl="0"/>
            <a:r>
              <a:rPr lang="en-US"/>
              <a:t>[First and Last Name / Department / Title]</a:t>
            </a:r>
          </a:p>
          <a:p>
            <a:pPr lvl="0"/>
            <a:r>
              <a:rPr lang="en-US"/>
              <a:t>Also contributing to this report were First and Last name, (no title or division)</a:t>
            </a:r>
          </a:p>
        </p:txBody>
      </p:sp>
      <p:sp>
        <p:nvSpPr>
          <p:cNvPr id="17" name="Text Placeholder 17">
            <a:extLst>
              <a:ext uri="{FF2B5EF4-FFF2-40B4-BE49-F238E27FC236}">
                <a16:creationId xmlns:a16="http://schemas.microsoft.com/office/drawing/2014/main" id="{EBFEFC18-4178-460D-94CF-FE6114DEE4EE}"/>
              </a:ext>
            </a:extLst>
          </p:cNvPr>
          <p:cNvSpPr>
            <a:spLocks noGrp="1"/>
          </p:cNvSpPr>
          <p:nvPr>
            <p:ph type="body" sz="quarter" idx="17" hasCustomPrompt="1"/>
          </p:nvPr>
        </p:nvSpPr>
        <p:spPr>
          <a:xfrm>
            <a:off x="566928" y="5998670"/>
            <a:ext cx="3035808" cy="214805"/>
          </a:xfrm>
        </p:spPr>
        <p:txBody>
          <a:bodyPr>
            <a:normAutofit/>
          </a:bodyPr>
          <a:lstStyle>
            <a:lvl1pPr marL="0" indent="0" algn="l">
              <a:buNone/>
              <a:defRPr sz="1200">
                <a:solidFill>
                  <a:schemeClr val="tx1"/>
                </a:solidFill>
              </a:defRPr>
            </a:lvl1pPr>
            <a:lvl2pPr marL="0" indent="0">
              <a:buNone/>
              <a:defRPr/>
            </a:lvl2pPr>
            <a:lvl3pPr marL="0" indent="0">
              <a:buNone/>
              <a:defRPr/>
            </a:lvl3pPr>
            <a:lvl4pPr marL="0" indent="0">
              <a:buNone/>
              <a:defRPr/>
            </a:lvl4pPr>
            <a:lvl5pPr marL="0" indent="0">
              <a:buNone/>
              <a:defRPr/>
            </a:lvl5pPr>
          </a:lstStyle>
          <a:p>
            <a:pPr lvl="0"/>
            <a:r>
              <a:rPr lang="en-US"/>
              <a:t>[Month DD, 20YY]</a:t>
            </a:r>
          </a:p>
        </p:txBody>
      </p:sp>
      <p:sp>
        <p:nvSpPr>
          <p:cNvPr id="5" name="Picture Placeholder 4">
            <a:extLst>
              <a:ext uri="{FF2B5EF4-FFF2-40B4-BE49-F238E27FC236}">
                <a16:creationId xmlns:a16="http://schemas.microsoft.com/office/drawing/2014/main" id="{78496E54-0E25-491E-9250-6235E2D8C1DF}"/>
              </a:ext>
            </a:extLst>
          </p:cNvPr>
          <p:cNvSpPr>
            <a:spLocks noGrp="1"/>
          </p:cNvSpPr>
          <p:nvPr>
            <p:ph type="pic" sz="quarter" idx="19"/>
          </p:nvPr>
        </p:nvSpPr>
        <p:spPr>
          <a:xfrm>
            <a:off x="7905395" y="1289050"/>
            <a:ext cx="4286605" cy="4924425"/>
          </a:xfrm>
        </p:spPr>
        <p:txBody>
          <a:bodyPr/>
          <a:lstStyle/>
          <a:p>
            <a:r>
              <a:rPr lang="en-US"/>
              <a:t>Click icon to add picture</a:t>
            </a:r>
          </a:p>
        </p:txBody>
      </p:sp>
      <p:sp>
        <p:nvSpPr>
          <p:cNvPr id="2" name="Text Placeholder 17">
            <a:extLst>
              <a:ext uri="{FF2B5EF4-FFF2-40B4-BE49-F238E27FC236}">
                <a16:creationId xmlns:a16="http://schemas.microsoft.com/office/drawing/2014/main" id="{FE429373-F3E5-FE93-2985-3A20602CB30D}"/>
              </a:ext>
            </a:extLst>
          </p:cNvPr>
          <p:cNvSpPr>
            <a:spLocks noGrp="1"/>
          </p:cNvSpPr>
          <p:nvPr>
            <p:ph type="body" sz="quarter" idx="21" hasCustomPrompt="1"/>
          </p:nvPr>
        </p:nvSpPr>
        <p:spPr>
          <a:xfrm>
            <a:off x="566382" y="1502569"/>
            <a:ext cx="5529618" cy="22162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[Optional placeholder—Delete this placeholder if you aren’t using it]</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2026 S&amp;P Global.</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215416357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Horizons_Title White - reports and presentations (hIHS)">
    <p:bg>
      <p:bgRef idx="1001">
        <a:schemeClr val="bg1"/>
      </p:bgRef>
    </p:bg>
    <p:spTree>
      <p:nvGrpSpPr>
        <p:cNvPr id="1" name=""/>
        <p:cNvGrpSpPr/>
        <p:nvPr/>
      </p:nvGrpSpPr>
      <p:grpSpPr>
        <a:xfrm>
          <a:off x="0" y="0"/>
          <a:ext cx="0" cy="0"/>
          <a:chOff x="0" y="0"/>
          <a:chExt cx="0" cy="0"/>
        </a:xfrm>
      </p:grpSpPr>
      <p:sp>
        <p:nvSpPr>
          <p:cNvPr id="9" name="Text Placeholder 17">
            <a:extLst>
              <a:ext uri="{FF2B5EF4-FFF2-40B4-BE49-F238E27FC236}">
                <a16:creationId xmlns:a16="http://schemas.microsoft.com/office/drawing/2014/main" id="{8498AB6A-D245-44A6-BBEF-0361C1A6479E}"/>
              </a:ext>
            </a:extLst>
          </p:cNvPr>
          <p:cNvSpPr>
            <a:spLocks noGrp="1"/>
          </p:cNvSpPr>
          <p:nvPr>
            <p:ph type="body" sz="quarter" idx="18" hasCustomPrompt="1"/>
          </p:nvPr>
        </p:nvSpPr>
        <p:spPr>
          <a:xfrm>
            <a:off x="7162800" y="357520"/>
            <a:ext cx="4469680" cy="233318"/>
          </a:xfrm>
          <a:prstGeom prst="rect">
            <a:avLst/>
          </a:prstGeom>
        </p:spPr>
        <p:txBody>
          <a:bodyPr anchor="ctr">
            <a:noAutofit/>
          </a:bodyPr>
          <a:lstStyle>
            <a:lvl1pPr marL="0" indent="0" algn="r">
              <a:buNone/>
              <a:defRPr sz="1200" b="1">
                <a:solidFill>
                  <a:schemeClr val="accent1"/>
                </a:solidFill>
              </a:defRPr>
            </a:lvl1pPr>
            <a:lvl2pPr marL="0" indent="0">
              <a:buNone/>
              <a:defRPr/>
            </a:lvl2pPr>
            <a:lvl3pPr marL="0" indent="0">
              <a:buNone/>
              <a:defRPr/>
            </a:lvl3pPr>
            <a:lvl4pPr marL="0" indent="0">
              <a:buNone/>
              <a:defRPr/>
            </a:lvl4pPr>
            <a:lvl5pPr marL="0" indent="0">
              <a:buNone/>
              <a:defRPr/>
            </a:lvl5pPr>
          </a:lstStyle>
          <a:p>
            <a:pPr lvl="0"/>
            <a:r>
              <a:rPr lang="en-US"/>
              <a:t>[SERVICE LINE / REPORT TYPE]</a:t>
            </a:r>
          </a:p>
        </p:txBody>
      </p:sp>
      <p:sp>
        <p:nvSpPr>
          <p:cNvPr id="13" name="Title 1">
            <a:extLst>
              <a:ext uri="{FF2B5EF4-FFF2-40B4-BE49-F238E27FC236}">
                <a16:creationId xmlns:a16="http://schemas.microsoft.com/office/drawing/2014/main" id="{11571508-C5DD-4E25-961C-17353D606594}"/>
              </a:ext>
            </a:extLst>
          </p:cNvPr>
          <p:cNvSpPr>
            <a:spLocks noGrp="1"/>
          </p:cNvSpPr>
          <p:nvPr>
            <p:ph type="title" hasCustomPrompt="1"/>
          </p:nvPr>
        </p:nvSpPr>
        <p:spPr>
          <a:xfrm>
            <a:off x="566382" y="1502569"/>
            <a:ext cx="7189020" cy="1629251"/>
          </a:xfrm>
          <a:prstGeom prst="rect">
            <a:avLst/>
          </a:prstGeom>
          <a:noFill/>
        </p:spPr>
        <p:txBody>
          <a:bodyPr anchor="b">
            <a:noAutofit/>
          </a:bodyPr>
          <a:lstStyle>
            <a:lvl1pPr>
              <a:defRPr sz="4400" b="0"/>
            </a:lvl1pPr>
          </a:lstStyle>
          <a:p>
            <a:r>
              <a:rPr lang="en-US"/>
              <a:t>[Title max two lines, shrink to fit – must be at least 32 </a:t>
            </a:r>
            <a:r>
              <a:rPr lang="en-US" err="1"/>
              <a:t>pt</a:t>
            </a:r>
            <a:r>
              <a:rPr lang="en-US"/>
              <a:t>]</a:t>
            </a:r>
          </a:p>
        </p:txBody>
      </p:sp>
      <p:sp>
        <p:nvSpPr>
          <p:cNvPr id="14" name="Text Placeholder 10">
            <a:extLst>
              <a:ext uri="{FF2B5EF4-FFF2-40B4-BE49-F238E27FC236}">
                <a16:creationId xmlns:a16="http://schemas.microsoft.com/office/drawing/2014/main" id="{04BCAB30-4750-4267-8703-0690502ABE44}"/>
              </a:ext>
            </a:extLst>
          </p:cNvPr>
          <p:cNvSpPr>
            <a:spLocks noGrp="1"/>
          </p:cNvSpPr>
          <p:nvPr>
            <p:ph type="body" sz="quarter" idx="14" hasCustomPrompt="1"/>
          </p:nvPr>
        </p:nvSpPr>
        <p:spPr>
          <a:xfrm>
            <a:off x="566928" y="3232340"/>
            <a:ext cx="7189020" cy="576053"/>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[Subtitle max one line, shrink font size to fit – must be at least 14 </a:t>
            </a:r>
            <a:r>
              <a:rPr lang="en-US" err="1"/>
              <a:t>pt</a:t>
            </a:r>
            <a:r>
              <a:rPr lang="en-US"/>
              <a:t>]</a:t>
            </a:r>
          </a:p>
        </p:txBody>
      </p:sp>
      <p:sp>
        <p:nvSpPr>
          <p:cNvPr id="15" name="Text Placeholder 15">
            <a:extLst>
              <a:ext uri="{FF2B5EF4-FFF2-40B4-BE49-F238E27FC236}">
                <a16:creationId xmlns:a16="http://schemas.microsoft.com/office/drawing/2014/main" id="{093CEC42-A75F-4876-8888-3F2ECFF55BAF}"/>
              </a:ext>
            </a:extLst>
          </p:cNvPr>
          <p:cNvSpPr>
            <a:spLocks noGrp="1"/>
          </p:cNvSpPr>
          <p:nvPr>
            <p:ph type="body" sz="quarter" idx="20" hasCustomPrompt="1"/>
          </p:nvPr>
        </p:nvSpPr>
        <p:spPr>
          <a:xfrm>
            <a:off x="566928" y="3926945"/>
            <a:ext cx="7189020" cy="1864408"/>
          </a:xfr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a:t>[First and Last Name / Department / Title]</a:t>
            </a:r>
          </a:p>
          <a:p>
            <a:pPr lvl="0"/>
            <a:r>
              <a:rPr lang="en-US"/>
              <a:t>[First and Last Name / Department / Title]</a:t>
            </a:r>
          </a:p>
          <a:p>
            <a:pPr lvl="0"/>
            <a:r>
              <a:rPr lang="en-US"/>
              <a:t>[First and Last Name / Department / Title]</a:t>
            </a:r>
          </a:p>
          <a:p>
            <a:pPr lvl="0"/>
            <a:r>
              <a:rPr lang="en-US"/>
              <a:t>Also contributing to this report were First and Last name, (no title or division)</a:t>
            </a:r>
          </a:p>
        </p:txBody>
      </p:sp>
      <p:sp>
        <p:nvSpPr>
          <p:cNvPr id="17" name="Text Placeholder 17">
            <a:extLst>
              <a:ext uri="{FF2B5EF4-FFF2-40B4-BE49-F238E27FC236}">
                <a16:creationId xmlns:a16="http://schemas.microsoft.com/office/drawing/2014/main" id="{EBFEFC18-4178-460D-94CF-FE6114DEE4EE}"/>
              </a:ext>
            </a:extLst>
          </p:cNvPr>
          <p:cNvSpPr>
            <a:spLocks noGrp="1"/>
          </p:cNvSpPr>
          <p:nvPr>
            <p:ph type="body" sz="quarter" idx="17" hasCustomPrompt="1"/>
          </p:nvPr>
        </p:nvSpPr>
        <p:spPr>
          <a:xfrm>
            <a:off x="566928" y="5998670"/>
            <a:ext cx="3035808" cy="214805"/>
          </a:xfrm>
        </p:spPr>
        <p:txBody>
          <a:bodyPr>
            <a:normAutofit/>
          </a:bodyPr>
          <a:lstStyle>
            <a:lvl1pPr marL="0" indent="0" algn="l">
              <a:buNone/>
              <a:defRPr sz="1200">
                <a:solidFill>
                  <a:schemeClr val="tx1"/>
                </a:solidFill>
              </a:defRPr>
            </a:lvl1pPr>
            <a:lvl2pPr marL="0" indent="0">
              <a:buNone/>
              <a:defRPr/>
            </a:lvl2pPr>
            <a:lvl3pPr marL="0" indent="0">
              <a:buNone/>
              <a:defRPr/>
            </a:lvl3pPr>
            <a:lvl4pPr marL="0" indent="0">
              <a:buNone/>
              <a:defRPr/>
            </a:lvl4pPr>
            <a:lvl5pPr marL="0" indent="0">
              <a:buNone/>
              <a:defRPr/>
            </a:lvl5pPr>
          </a:lstStyle>
          <a:p>
            <a:pPr lvl="0"/>
            <a:r>
              <a:rPr lang="en-US"/>
              <a:t>[Month DD, 20YY]</a:t>
            </a:r>
          </a:p>
        </p:txBody>
      </p:sp>
      <p:sp>
        <p:nvSpPr>
          <p:cNvPr id="5" name="Picture Placeholder 4">
            <a:extLst>
              <a:ext uri="{FF2B5EF4-FFF2-40B4-BE49-F238E27FC236}">
                <a16:creationId xmlns:a16="http://schemas.microsoft.com/office/drawing/2014/main" id="{78496E54-0E25-491E-9250-6235E2D8C1DF}"/>
              </a:ext>
            </a:extLst>
          </p:cNvPr>
          <p:cNvSpPr>
            <a:spLocks noGrp="1"/>
          </p:cNvSpPr>
          <p:nvPr>
            <p:ph type="pic" sz="quarter" idx="19"/>
          </p:nvPr>
        </p:nvSpPr>
        <p:spPr>
          <a:xfrm>
            <a:off x="7905395" y="1289050"/>
            <a:ext cx="4286605" cy="4924425"/>
          </a:xfrm>
        </p:spPr>
        <p:txBody>
          <a:bodyPr/>
          <a:lstStyle/>
          <a:p>
            <a:r>
              <a:rPr lang="en-US"/>
              <a:t>Click icon to add picture</a:t>
            </a:r>
          </a:p>
        </p:txBody>
      </p:sp>
      <p:sp>
        <p:nvSpPr>
          <p:cNvPr id="2" name="Text Placeholder 17">
            <a:extLst>
              <a:ext uri="{FF2B5EF4-FFF2-40B4-BE49-F238E27FC236}">
                <a16:creationId xmlns:a16="http://schemas.microsoft.com/office/drawing/2014/main" id="{FE429373-F3E5-FE93-2985-3A20602CB30D}"/>
              </a:ext>
            </a:extLst>
          </p:cNvPr>
          <p:cNvSpPr>
            <a:spLocks noGrp="1"/>
          </p:cNvSpPr>
          <p:nvPr>
            <p:ph type="body" sz="quarter" idx="21" hasCustomPrompt="1"/>
          </p:nvPr>
        </p:nvSpPr>
        <p:spPr>
          <a:xfrm>
            <a:off x="566382" y="1502569"/>
            <a:ext cx="5529618" cy="22162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[Optional placeholder—Delete this placeholder if you aren’t using it]</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2026 S&amp;P Global.</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1190750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Platts_Title White - reports and presentations (hIHS)">
    <p:bg>
      <p:bgRef idx="1001">
        <a:schemeClr val="bg1"/>
      </p:bgRef>
    </p:bg>
    <p:spTree>
      <p:nvGrpSpPr>
        <p:cNvPr id="1" name=""/>
        <p:cNvGrpSpPr/>
        <p:nvPr/>
      </p:nvGrpSpPr>
      <p:grpSpPr>
        <a:xfrm>
          <a:off x="0" y="0"/>
          <a:ext cx="0" cy="0"/>
          <a:chOff x="0" y="0"/>
          <a:chExt cx="0" cy="0"/>
        </a:xfrm>
      </p:grpSpPr>
      <p:sp>
        <p:nvSpPr>
          <p:cNvPr id="9" name="Text Placeholder 17">
            <a:extLst>
              <a:ext uri="{FF2B5EF4-FFF2-40B4-BE49-F238E27FC236}">
                <a16:creationId xmlns:a16="http://schemas.microsoft.com/office/drawing/2014/main" id="{8498AB6A-D245-44A6-BBEF-0361C1A6479E}"/>
              </a:ext>
            </a:extLst>
          </p:cNvPr>
          <p:cNvSpPr>
            <a:spLocks noGrp="1"/>
          </p:cNvSpPr>
          <p:nvPr>
            <p:ph type="body" sz="quarter" idx="18" hasCustomPrompt="1"/>
          </p:nvPr>
        </p:nvSpPr>
        <p:spPr>
          <a:xfrm>
            <a:off x="7162800" y="357520"/>
            <a:ext cx="4469680" cy="233318"/>
          </a:xfrm>
          <a:prstGeom prst="rect">
            <a:avLst/>
          </a:prstGeom>
        </p:spPr>
        <p:txBody>
          <a:bodyPr anchor="ctr">
            <a:noAutofit/>
          </a:bodyPr>
          <a:lstStyle>
            <a:lvl1pPr marL="0" indent="0" algn="r">
              <a:buNone/>
              <a:defRPr sz="1200" b="1">
                <a:solidFill>
                  <a:schemeClr val="accent1"/>
                </a:solidFill>
              </a:defRPr>
            </a:lvl1pPr>
            <a:lvl2pPr marL="0" indent="0">
              <a:buNone/>
              <a:defRPr/>
            </a:lvl2pPr>
            <a:lvl3pPr marL="0" indent="0">
              <a:buNone/>
              <a:defRPr/>
            </a:lvl3pPr>
            <a:lvl4pPr marL="0" indent="0">
              <a:buNone/>
              <a:defRPr/>
            </a:lvl4pPr>
            <a:lvl5pPr marL="0" indent="0">
              <a:buNone/>
              <a:defRPr/>
            </a:lvl5pPr>
          </a:lstStyle>
          <a:p>
            <a:pPr lvl="0"/>
            <a:r>
              <a:rPr lang="en-US"/>
              <a:t>[SERVICE LINE / REPORT TYPE]</a:t>
            </a:r>
          </a:p>
        </p:txBody>
      </p:sp>
      <p:sp>
        <p:nvSpPr>
          <p:cNvPr id="13" name="Title 1">
            <a:extLst>
              <a:ext uri="{FF2B5EF4-FFF2-40B4-BE49-F238E27FC236}">
                <a16:creationId xmlns:a16="http://schemas.microsoft.com/office/drawing/2014/main" id="{11571508-C5DD-4E25-961C-17353D606594}"/>
              </a:ext>
            </a:extLst>
          </p:cNvPr>
          <p:cNvSpPr>
            <a:spLocks noGrp="1"/>
          </p:cNvSpPr>
          <p:nvPr>
            <p:ph type="title" hasCustomPrompt="1"/>
          </p:nvPr>
        </p:nvSpPr>
        <p:spPr>
          <a:xfrm>
            <a:off x="566382" y="1502569"/>
            <a:ext cx="7189020" cy="1629251"/>
          </a:xfrm>
          <a:prstGeom prst="rect">
            <a:avLst/>
          </a:prstGeom>
          <a:noFill/>
        </p:spPr>
        <p:txBody>
          <a:bodyPr anchor="b">
            <a:noAutofit/>
          </a:bodyPr>
          <a:lstStyle>
            <a:lvl1pPr>
              <a:defRPr sz="4400" b="0"/>
            </a:lvl1pPr>
          </a:lstStyle>
          <a:p>
            <a:r>
              <a:rPr lang="en-US"/>
              <a:t>[Title max two lines, shrink to fit – must be at least 32 </a:t>
            </a:r>
            <a:r>
              <a:rPr lang="en-US" err="1"/>
              <a:t>pt</a:t>
            </a:r>
            <a:r>
              <a:rPr lang="en-US"/>
              <a:t>]</a:t>
            </a:r>
          </a:p>
        </p:txBody>
      </p:sp>
      <p:sp>
        <p:nvSpPr>
          <p:cNvPr id="14" name="Text Placeholder 10">
            <a:extLst>
              <a:ext uri="{FF2B5EF4-FFF2-40B4-BE49-F238E27FC236}">
                <a16:creationId xmlns:a16="http://schemas.microsoft.com/office/drawing/2014/main" id="{04BCAB30-4750-4267-8703-0690502ABE44}"/>
              </a:ext>
            </a:extLst>
          </p:cNvPr>
          <p:cNvSpPr>
            <a:spLocks noGrp="1"/>
          </p:cNvSpPr>
          <p:nvPr>
            <p:ph type="body" sz="quarter" idx="14" hasCustomPrompt="1"/>
          </p:nvPr>
        </p:nvSpPr>
        <p:spPr>
          <a:xfrm>
            <a:off x="566928" y="3232340"/>
            <a:ext cx="7189020" cy="576053"/>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[Subtitle max one line, shrink font size to fit – must be at least 14 </a:t>
            </a:r>
            <a:r>
              <a:rPr lang="en-US" err="1"/>
              <a:t>pt</a:t>
            </a:r>
            <a:r>
              <a:rPr lang="en-US"/>
              <a:t>]</a:t>
            </a:r>
          </a:p>
        </p:txBody>
      </p:sp>
      <p:sp>
        <p:nvSpPr>
          <p:cNvPr id="15" name="Text Placeholder 15">
            <a:extLst>
              <a:ext uri="{FF2B5EF4-FFF2-40B4-BE49-F238E27FC236}">
                <a16:creationId xmlns:a16="http://schemas.microsoft.com/office/drawing/2014/main" id="{093CEC42-A75F-4876-8888-3F2ECFF55BAF}"/>
              </a:ext>
            </a:extLst>
          </p:cNvPr>
          <p:cNvSpPr>
            <a:spLocks noGrp="1"/>
          </p:cNvSpPr>
          <p:nvPr>
            <p:ph type="body" sz="quarter" idx="20" hasCustomPrompt="1"/>
          </p:nvPr>
        </p:nvSpPr>
        <p:spPr>
          <a:xfrm>
            <a:off x="566928" y="3926945"/>
            <a:ext cx="7189020" cy="1864408"/>
          </a:xfr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a:t>[First and Last Name / Department / Title]</a:t>
            </a:r>
          </a:p>
          <a:p>
            <a:pPr lvl="0"/>
            <a:r>
              <a:rPr lang="en-US"/>
              <a:t>[First and Last Name / Department / Title]</a:t>
            </a:r>
          </a:p>
          <a:p>
            <a:pPr lvl="0"/>
            <a:r>
              <a:rPr lang="en-US"/>
              <a:t>[First and Last Name / Department / Title]</a:t>
            </a:r>
          </a:p>
          <a:p>
            <a:pPr lvl="0"/>
            <a:r>
              <a:rPr lang="en-US"/>
              <a:t>Also contributing to this report were First and Last name, (no title or division)</a:t>
            </a:r>
          </a:p>
        </p:txBody>
      </p:sp>
      <p:sp>
        <p:nvSpPr>
          <p:cNvPr id="17" name="Text Placeholder 17">
            <a:extLst>
              <a:ext uri="{FF2B5EF4-FFF2-40B4-BE49-F238E27FC236}">
                <a16:creationId xmlns:a16="http://schemas.microsoft.com/office/drawing/2014/main" id="{EBFEFC18-4178-460D-94CF-FE6114DEE4EE}"/>
              </a:ext>
            </a:extLst>
          </p:cNvPr>
          <p:cNvSpPr>
            <a:spLocks noGrp="1"/>
          </p:cNvSpPr>
          <p:nvPr>
            <p:ph type="body" sz="quarter" idx="17" hasCustomPrompt="1"/>
          </p:nvPr>
        </p:nvSpPr>
        <p:spPr>
          <a:xfrm>
            <a:off x="566928" y="5998670"/>
            <a:ext cx="3035808" cy="214805"/>
          </a:xfrm>
        </p:spPr>
        <p:txBody>
          <a:bodyPr>
            <a:normAutofit/>
          </a:bodyPr>
          <a:lstStyle>
            <a:lvl1pPr marL="0" indent="0" algn="l">
              <a:buNone/>
              <a:defRPr sz="1200">
                <a:solidFill>
                  <a:schemeClr val="tx1"/>
                </a:solidFill>
              </a:defRPr>
            </a:lvl1pPr>
            <a:lvl2pPr marL="0" indent="0">
              <a:buNone/>
              <a:defRPr/>
            </a:lvl2pPr>
            <a:lvl3pPr marL="0" indent="0">
              <a:buNone/>
              <a:defRPr/>
            </a:lvl3pPr>
            <a:lvl4pPr marL="0" indent="0">
              <a:buNone/>
              <a:defRPr/>
            </a:lvl4pPr>
            <a:lvl5pPr marL="0" indent="0">
              <a:buNone/>
              <a:defRPr/>
            </a:lvl5pPr>
          </a:lstStyle>
          <a:p>
            <a:pPr lvl="0"/>
            <a:r>
              <a:rPr lang="en-US"/>
              <a:t>[Month DD, 20YY]</a:t>
            </a:r>
          </a:p>
        </p:txBody>
      </p:sp>
      <p:sp>
        <p:nvSpPr>
          <p:cNvPr id="5" name="Picture Placeholder 4">
            <a:extLst>
              <a:ext uri="{FF2B5EF4-FFF2-40B4-BE49-F238E27FC236}">
                <a16:creationId xmlns:a16="http://schemas.microsoft.com/office/drawing/2014/main" id="{78496E54-0E25-491E-9250-6235E2D8C1DF}"/>
              </a:ext>
            </a:extLst>
          </p:cNvPr>
          <p:cNvSpPr>
            <a:spLocks noGrp="1"/>
          </p:cNvSpPr>
          <p:nvPr>
            <p:ph type="pic" sz="quarter" idx="19"/>
          </p:nvPr>
        </p:nvSpPr>
        <p:spPr>
          <a:xfrm>
            <a:off x="7905395" y="1289050"/>
            <a:ext cx="4286605" cy="4924425"/>
          </a:xfrm>
        </p:spPr>
        <p:txBody>
          <a:bodyPr/>
          <a:lstStyle/>
          <a:p>
            <a:r>
              <a:rPr lang="en-US"/>
              <a:t>Click icon to add picture</a:t>
            </a:r>
          </a:p>
        </p:txBody>
      </p:sp>
      <p:sp>
        <p:nvSpPr>
          <p:cNvPr id="2" name="Text Placeholder 17">
            <a:extLst>
              <a:ext uri="{FF2B5EF4-FFF2-40B4-BE49-F238E27FC236}">
                <a16:creationId xmlns:a16="http://schemas.microsoft.com/office/drawing/2014/main" id="{FE429373-F3E5-FE93-2985-3A20602CB30D}"/>
              </a:ext>
            </a:extLst>
          </p:cNvPr>
          <p:cNvSpPr>
            <a:spLocks noGrp="1"/>
          </p:cNvSpPr>
          <p:nvPr>
            <p:ph type="body" sz="quarter" idx="21" hasCustomPrompt="1"/>
          </p:nvPr>
        </p:nvSpPr>
        <p:spPr>
          <a:xfrm>
            <a:off x="566382" y="1502569"/>
            <a:ext cx="5529618" cy="22162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a:t>[Optional placeholder—Delete this placeholder if you aren’t using it]</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2026 S&amp;P Global.</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225921535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a:solidFill>
                  <a:schemeClr val="tx1"/>
                </a:solidFill>
              </a:rPr>
              <a:t>TOC/AGENDA</a:t>
            </a:r>
          </a:p>
        </p:txBody>
      </p:sp>
    </p:spTree>
    <p:extLst>
      <p:ext uri="{BB962C8B-B14F-4D97-AF65-F5344CB8AC3E}">
        <p14:creationId xmlns:p14="http://schemas.microsoft.com/office/powerpoint/2010/main" val="417007709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Divider Photo 2">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E788391-9181-4039-9662-943128F9F643}"/>
              </a:ext>
            </a:extLst>
          </p:cNvPr>
          <p:cNvSpPr>
            <a:spLocks noGrp="1"/>
          </p:cNvSpPr>
          <p:nvPr>
            <p:ph type="ftr" sz="quarter" idx="16"/>
          </p:nvPr>
        </p:nvSpPr>
        <p:spPr/>
        <p:txBody>
          <a:bodyPr/>
          <a:lstStyle/>
          <a:p>
            <a:r>
              <a:rPr lang="en-US"/>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7" name="Title 1">
            <a:extLst>
              <a:ext uri="{FF2B5EF4-FFF2-40B4-BE49-F238E27FC236}">
                <a16:creationId xmlns:a16="http://schemas.microsoft.com/office/drawing/2014/main" id="{C1E8CFFC-BDBD-4E31-B071-4DDAA1454C11}"/>
              </a:ext>
            </a:extLst>
          </p:cNvPr>
          <p:cNvSpPr>
            <a:spLocks noGrp="1"/>
          </p:cNvSpPr>
          <p:nvPr>
            <p:ph type="title" hasCustomPrompt="1"/>
          </p:nvPr>
        </p:nvSpPr>
        <p:spPr>
          <a:xfrm>
            <a:off x="558798" y="456344"/>
            <a:ext cx="5214685" cy="709068"/>
          </a:xfrm>
          <a:prstGeom prst="rect">
            <a:avLst/>
          </a:prstGeom>
        </p:spPr>
        <p:txBody>
          <a:bodyPr anchor="ctr">
            <a:normAutofit/>
          </a:bodyPr>
          <a:lstStyle>
            <a:lvl1pPr>
              <a:defRPr sz="4000"/>
            </a:lvl1pPr>
          </a:lstStyle>
          <a:p>
            <a:r>
              <a:rPr lang="en-US"/>
              <a:t>Table of contents</a:t>
            </a:r>
          </a:p>
        </p:txBody>
      </p:sp>
      <p:sp>
        <p:nvSpPr>
          <p:cNvPr id="9" name="Text Placeholder 2">
            <a:extLst>
              <a:ext uri="{FF2B5EF4-FFF2-40B4-BE49-F238E27FC236}">
                <a16:creationId xmlns:a16="http://schemas.microsoft.com/office/drawing/2014/main" id="{4EBCF259-845B-4BA5-97CB-E81D70E376E7}"/>
              </a:ext>
            </a:extLst>
          </p:cNvPr>
          <p:cNvSpPr>
            <a:spLocks noGrp="1"/>
          </p:cNvSpPr>
          <p:nvPr>
            <p:ph idx="1" hasCustomPrompt="1"/>
          </p:nvPr>
        </p:nvSpPr>
        <p:spPr>
          <a:xfrm>
            <a:off x="567039" y="1289097"/>
            <a:ext cx="5214685" cy="4748525"/>
          </a:xfrm>
          <a:prstGeom prst="rect">
            <a:avLst/>
          </a:prstGeom>
        </p:spPr>
        <p:txBody>
          <a:bodyPr vert="horz" lIns="0" tIns="0" rIns="0" bIns="0" rtlCol="0">
            <a:noAutofit/>
          </a:bodyPr>
          <a:lstStyle>
            <a:lvl1pPr marL="0" indent="0">
              <a:buFontTx/>
              <a:buNone/>
              <a:defRPr/>
            </a:lvl1pPr>
            <a:lvl2pPr marL="169863" indent="0">
              <a:buFontTx/>
              <a:buNone/>
              <a:defRPr/>
            </a:lvl2pPr>
            <a:lvl3pPr marL="341312" indent="0">
              <a:buFontTx/>
              <a:buNone/>
              <a:defRPr/>
            </a:lvl3pPr>
            <a:lvl4pPr marL="517525" indent="0">
              <a:buFontTx/>
              <a:buNone/>
              <a:defRPr/>
            </a:lvl4pPr>
            <a:lvl5pPr marL="687387" indent="0">
              <a:buFontTx/>
              <a:buNone/>
              <a:defRPr/>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Second level</a:t>
            </a:r>
          </a:p>
        </p:txBody>
      </p:sp>
      <p:sp>
        <p:nvSpPr>
          <p:cNvPr id="8" name="Picture Placeholder 6">
            <a:extLst>
              <a:ext uri="{FF2B5EF4-FFF2-40B4-BE49-F238E27FC236}">
                <a16:creationId xmlns:a16="http://schemas.microsoft.com/office/drawing/2014/main" id="{DF119F31-B551-49BE-B486-88A63B1BDA06}"/>
              </a:ext>
            </a:extLst>
          </p:cNvPr>
          <p:cNvSpPr>
            <a:spLocks noGrp="1"/>
          </p:cNvSpPr>
          <p:nvPr>
            <p:ph type="pic" sz="quarter" idx="15" hasCustomPrompt="1"/>
          </p:nvPr>
        </p:nvSpPr>
        <p:spPr>
          <a:xfrm>
            <a:off x="6098117" y="479784"/>
            <a:ext cx="6093883" cy="5557838"/>
          </a:xfrm>
          <a:prstGeom prst="rect">
            <a:avLst/>
          </a:prstGeom>
          <a:blipFill>
            <a:blip r:embed="rId2"/>
            <a:stretch>
              <a:fillRect/>
            </a:stretch>
          </a:blipFill>
        </p:spPr>
        <p:txBody>
          <a:bodyPr anchor="ctr"/>
          <a:lstStyle>
            <a:lvl1pPr marL="0" indent="0" algn="ctr">
              <a:buNone/>
              <a:defRPr/>
            </a:lvl1pPr>
          </a:lstStyle>
          <a:p>
            <a:r>
              <a:rPr lang="en-US"/>
              <a:t>[Insert photo]</a:t>
            </a:r>
          </a:p>
        </p:txBody>
      </p:sp>
      <p:pic>
        <p:nvPicPr>
          <p:cNvPr id="100" name="Image 0" descr="https://snp-mediaportal.qbank.se/assets/deployedFiles/b1df7db893866364c914f2942049e8bf.png"/>
          <p:cNvPicPr>
            <a:picLocks noChangeAspect="1"/>
          </p:cNvPicPr>
          <p:nvPr/>
        </p:nvPicPr>
        <p:blipFill>
          <a:blip r:embed="rId1"/>
          <a:stretch>
            <a:fillRect/>
          </a:stretch>
        </p:blipFill>
        <p:spPr>
          <a:xfrm>
            <a:off x="466344" y="6281928"/>
            <a:ext cx="1572768" cy="557784"/>
          </a:xfrm>
          <a:prstGeom prst="rect">
            <a:avLst/>
          </a:prstGeom>
        </p:spPr>
      </p:pic>
    </p:spTree>
    <p:extLst>
      <p:ext uri="{BB962C8B-B14F-4D97-AF65-F5344CB8AC3E}">
        <p14:creationId xmlns:p14="http://schemas.microsoft.com/office/powerpoint/2010/main" val="95778028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Agenda - presentations">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6" name="TextBox 5">
            <a:extLst>
              <a:ext uri="{FF2B5EF4-FFF2-40B4-BE49-F238E27FC236}">
                <a16:creationId xmlns:a16="http://schemas.microsoft.com/office/drawing/2014/main" id="{D1AB2D4B-61B8-4F93-BE55-9F895DB392B2}"/>
              </a:ext>
            </a:extLst>
          </p:cNvPr>
          <p:cNvSpPr txBox="1"/>
          <p:nvPr userDrawn="1"/>
        </p:nvSpPr>
        <p:spPr>
          <a:xfrm>
            <a:off x="558799" y="3694832"/>
            <a:ext cx="3583709" cy="615553"/>
          </a:xfrm>
          <a:prstGeom prst="rect">
            <a:avLst/>
          </a:prstGeom>
          <a:noFill/>
        </p:spPr>
        <p:txBody>
          <a:bodyPr wrap="square" lIns="0" tIns="0" rIns="0" bIns="0" rtlCol="0" anchor="ctr">
            <a:spAutoFit/>
          </a:bodyPr>
          <a:lstStyle/>
          <a:p>
            <a:pPr algn="l">
              <a:spcAft>
                <a:spcPts val="200"/>
              </a:spcAft>
            </a:pPr>
            <a:r>
              <a:rPr lang="en-US" sz="4000"/>
              <a:t>Agenda</a:t>
            </a:r>
          </a:p>
        </p:txBody>
      </p:sp>
      <p:sp>
        <p:nvSpPr>
          <p:cNvPr id="53" name="Text Placeholder 5">
            <a:extLst>
              <a:ext uri="{FF2B5EF4-FFF2-40B4-BE49-F238E27FC236}">
                <a16:creationId xmlns:a16="http://schemas.microsoft.com/office/drawing/2014/main" id="{7ADECE40-364B-4CC4-B417-72EED8D3C3F4}"/>
              </a:ext>
            </a:extLst>
          </p:cNvPr>
          <p:cNvSpPr>
            <a:spLocks noGrp="1"/>
          </p:cNvSpPr>
          <p:nvPr>
            <p:ph type="body" sz="quarter" idx="14" hasCustomPrompt="1"/>
          </p:nvPr>
        </p:nvSpPr>
        <p:spPr>
          <a:xfrm>
            <a:off x="6607175" y="1951891"/>
            <a:ext cx="5026025" cy="4101436"/>
          </a:xfrm>
          <a:prstGeom prst="rect">
            <a:avLst/>
          </a:prstGeom>
        </p:spPr>
        <p:txBody>
          <a:bodyPr anchor="ctr"/>
          <a:lstStyle>
            <a:lvl1pPr marL="0" indent="0">
              <a:buFont typeface="Arial" panose="020B0604020202020204" pitchFamily="34" charset="0"/>
              <a:buChar char="​"/>
              <a:defRPr sz="2400"/>
            </a:lvl1pPr>
            <a:lvl2pPr marL="228600" indent="-228600">
              <a:defRPr sz="1800"/>
            </a:lvl2pPr>
          </a:lstStyle>
          <a:p>
            <a:pPr lvl="0"/>
            <a:r>
              <a:rPr lang="en-US"/>
              <a:t>[Click to add content items]</a:t>
            </a:r>
          </a:p>
          <a:p>
            <a:pPr lvl="1"/>
            <a:r>
              <a:rPr lang="en-US"/>
              <a:t>Second level</a:t>
            </a:r>
          </a:p>
        </p:txBody>
      </p:sp>
      <p:pic>
        <p:nvPicPr>
          <p:cNvPr id="100" name="Image 0" descr="https://snp-mediaportal.qbank.se/assets/deployedFiles/b1df7db893866364c914f2942049e8bf.png"/>
          <p:cNvPicPr>
            <a:picLocks noChangeAspect="1"/>
          </p:cNvPicPr>
          <p:nvPr/>
        </p:nvPicPr>
        <p:blipFill>
          <a:blip r:embed="rId1"/>
          <a:stretch>
            <a:fillRect/>
          </a:stretch>
        </p:blipFill>
        <p:spPr>
          <a:xfrm>
            <a:off x="466344" y="6281928"/>
            <a:ext cx="1572768" cy="557784"/>
          </a:xfrm>
          <a:prstGeom prst="rect">
            <a:avLst/>
          </a:prstGeom>
        </p:spPr>
      </p:pic>
    </p:spTree>
    <p:extLst>
      <p:ext uri="{BB962C8B-B14F-4D97-AF65-F5344CB8AC3E}">
        <p14:creationId xmlns:p14="http://schemas.microsoft.com/office/powerpoint/2010/main" val="237312765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userDrawn="1">
          <p15:clr>
            <a:srgbClr val="FBAE40"/>
          </p15:clr>
        </p15:guide>
        <p15:guide id="2" orient="horz" pos="3816" userDrawn="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OC - reports">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4" name="TextBox 3">
            <a:extLst>
              <a:ext uri="{FF2B5EF4-FFF2-40B4-BE49-F238E27FC236}">
                <a16:creationId xmlns:a16="http://schemas.microsoft.com/office/drawing/2014/main" id="{368E778E-5794-4781-A782-DE31D3000154}"/>
              </a:ext>
            </a:extLst>
          </p:cNvPr>
          <p:cNvSpPr txBox="1"/>
          <p:nvPr userDrawn="1"/>
        </p:nvSpPr>
        <p:spPr>
          <a:xfrm>
            <a:off x="567038" y="323644"/>
            <a:ext cx="11064240" cy="369332"/>
          </a:xfrm>
          <a:prstGeom prst="rect">
            <a:avLst/>
          </a:prstGeom>
          <a:noFill/>
        </p:spPr>
        <p:txBody>
          <a:bodyPr wrap="square" lIns="0" tIns="0" rIns="0" bIns="0" rtlCol="0">
            <a:spAutoFit/>
          </a:bodyPr>
          <a:lstStyle/>
          <a:p>
            <a:pPr algn="l"/>
            <a:r>
              <a:rPr lang="en-US" sz="2400"/>
              <a:t>Table of contents</a:t>
            </a:r>
          </a:p>
        </p:txBody>
      </p:sp>
      <p:sp>
        <p:nvSpPr>
          <p:cNvPr id="10" name="Content Placeholder 2">
            <a:extLst>
              <a:ext uri="{FF2B5EF4-FFF2-40B4-BE49-F238E27FC236}">
                <a16:creationId xmlns:a16="http://schemas.microsoft.com/office/drawing/2014/main" id="{85F1D6E6-A55C-4ECB-8E20-E9695CD41CD9}"/>
              </a:ext>
            </a:extLst>
          </p:cNvPr>
          <p:cNvSpPr>
            <a:spLocks noGrp="1"/>
          </p:cNvSpPr>
          <p:nvPr>
            <p:ph sz="quarter" idx="17" hasCustomPrompt="1"/>
          </p:nvPr>
        </p:nvSpPr>
        <p:spPr>
          <a:xfrm>
            <a:off x="567037" y="1257300"/>
            <a:ext cx="11060913" cy="4937760"/>
          </a:xfrm>
        </p:spPr>
        <p:txBody>
          <a:bodyPr numCol="2" spcCol="914400"/>
          <a:lstStyle>
            <a:lvl1pPr>
              <a:tabLst>
                <a:tab pos="5081588" algn="r"/>
              </a:tabLst>
              <a:defRPr/>
            </a:lvl1pPr>
            <a:lvl2pPr>
              <a:tabLst>
                <a:tab pos="5081588" algn="r"/>
              </a:tabLst>
              <a:defRPr/>
            </a:lvl2pPr>
            <a:lvl3pPr>
              <a:tabLst>
                <a:tab pos="5081588" algn="r"/>
              </a:tabLst>
              <a:defRPr/>
            </a:lvl3pPr>
            <a:lvl4pPr>
              <a:tabLst>
                <a:tab pos="5081588" algn="r"/>
              </a:tabLst>
              <a:defRPr/>
            </a:lvl4pPr>
            <a:lvl5pPr>
              <a:tabLst>
                <a:tab pos="5081588" algn="r"/>
              </a:tabLst>
              <a:defRPr/>
            </a:lvl5pPr>
          </a:lstStyle>
          <a:p>
            <a:pPr lvl="0"/>
            <a:r>
              <a:rPr kumimoji="0" lang="en-US" sz="1600" b="0" i="0" u="none" strike="noStrike" kern="1200" cap="none" spc="0" normalizeH="0" baseline="0" noProof="0">
                <a:ln>
                  <a:noFill/>
                </a:ln>
                <a:solidFill>
                  <a:srgbClr val="000000"/>
                </a:solidFill>
                <a:effectLst/>
                <a:uLnTx/>
                <a:uFillTx/>
                <a:latin typeface="Arial"/>
                <a:ea typeface="+mn-ea"/>
                <a:cs typeface="+mn-cs"/>
              </a:rPr>
              <a:t>[Click to add content]</a:t>
            </a:r>
            <a:endParaRPr lang="en-US"/>
          </a:p>
          <a:p>
            <a:pPr lvl="1"/>
            <a:r>
              <a:rPr lang="en-US"/>
              <a:t>Second level</a:t>
            </a:r>
          </a:p>
          <a:p>
            <a:pPr lvl="2"/>
            <a:r>
              <a:rPr lang="en-US"/>
              <a:t>Third level</a:t>
            </a:r>
          </a:p>
          <a:p>
            <a:pPr lvl="3"/>
            <a:r>
              <a:rPr lang="en-US"/>
              <a:t>Fourth level</a:t>
            </a:r>
          </a:p>
          <a:p>
            <a:pPr lvl="4"/>
            <a:r>
              <a:rPr lang="en-US"/>
              <a:t>Fifth level</a:t>
            </a:r>
          </a:p>
        </p:txBody>
      </p:sp>
      <p:pic>
        <p:nvPicPr>
          <p:cNvPr id="100" name="Image 0" descr="https://snp-mediaportal.qbank.se/assets/deployedFiles/b1df7db893866364c914f2942049e8bf.png"/>
          <p:cNvPicPr>
            <a:picLocks noChangeAspect="1"/>
          </p:cNvPicPr>
          <p:nvPr/>
        </p:nvPicPr>
        <p:blipFill>
          <a:blip r:embed="rId1"/>
          <a:stretch>
            <a:fillRect/>
          </a:stretch>
        </p:blipFill>
        <p:spPr>
          <a:xfrm>
            <a:off x="466344" y="6281928"/>
            <a:ext cx="1572768" cy="557784"/>
          </a:xfrm>
          <a:prstGeom prst="rect">
            <a:avLst/>
          </a:prstGeom>
        </p:spPr>
      </p:pic>
    </p:spTree>
    <p:extLst>
      <p:ext uri="{BB962C8B-B14F-4D97-AF65-F5344CB8AC3E}">
        <p14:creationId xmlns:p14="http://schemas.microsoft.com/office/powerpoint/2010/main" val="289222876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userDrawn="1">
          <p15:clr>
            <a:srgbClr val="FBAE40"/>
          </p15:clr>
        </p15:guide>
        <p15:guide id="2" orient="horz" pos="3816" userDrawn="1">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a:solidFill>
                  <a:schemeClr val="tx1"/>
                </a:solidFill>
              </a:rPr>
              <a:t>BIOS</a:t>
            </a:r>
          </a:p>
        </p:txBody>
      </p:sp>
    </p:spTree>
    <p:extLst>
      <p:ext uri="{BB962C8B-B14F-4D97-AF65-F5344CB8AC3E}">
        <p14:creationId xmlns:p14="http://schemas.microsoft.com/office/powerpoint/2010/main" val="112023931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ingle Author">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5BE700C-9B65-48D2-B989-340A545D1AF8}"/>
              </a:ext>
            </a:extLst>
          </p:cNvPr>
          <p:cNvSpPr>
            <a:spLocks noGrp="1"/>
          </p:cNvSpPr>
          <p:nvPr>
            <p:ph type="sldNum" sz="quarter" idx="10"/>
          </p:nvPr>
        </p:nvSpPr>
        <p:spPr/>
        <p:txBody>
          <a:bodyPr/>
          <a:lstStyle/>
          <a:p>
            <a:fld id="{5CFA18E4-D58E-4B28-B105-28D9665A8EBC}" type="slidenum">
              <a:rPr lang="en-US" smtClean="0"/>
              <a:pPr/>
              <a:t>‹#›</a:t>
            </a:fld>
            <a:endParaRPr lang="en-US"/>
          </a:p>
        </p:txBody>
      </p:sp>
      <p:sp>
        <p:nvSpPr>
          <p:cNvPr id="4" name="Title 1">
            <a:extLst>
              <a:ext uri="{FF2B5EF4-FFF2-40B4-BE49-F238E27FC236}">
                <a16:creationId xmlns:a16="http://schemas.microsoft.com/office/drawing/2014/main" id="{2138754E-07B4-4557-9122-37777C75797C}"/>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a:t>[Presenter/Moderator/Panelist] – select a title</a:t>
            </a:r>
          </a:p>
        </p:txBody>
      </p:sp>
      <p:sp>
        <p:nvSpPr>
          <p:cNvPr id="10" name="Picture Placeholder 17">
            <a:extLst>
              <a:ext uri="{FF2B5EF4-FFF2-40B4-BE49-F238E27FC236}">
                <a16:creationId xmlns:a16="http://schemas.microsoft.com/office/drawing/2014/main" id="{D96010C1-4595-4367-B9F6-DB15F9269834}"/>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anchor="ctr"/>
          <a:lstStyle>
            <a:lvl1pPr marL="0" indent="0" algn="ctr">
              <a:buNone/>
              <a:defRPr b="1"/>
            </a:lvl1pPr>
          </a:lstStyle>
          <a:p>
            <a:r>
              <a:rPr lang="en-US"/>
              <a:t>Click to add portrait photo or remove</a:t>
            </a:r>
          </a:p>
        </p:txBody>
      </p:sp>
      <p:sp>
        <p:nvSpPr>
          <p:cNvPr id="9" name="Text Placeholder 6">
            <a:extLst>
              <a:ext uri="{FF2B5EF4-FFF2-40B4-BE49-F238E27FC236}">
                <a16:creationId xmlns:a16="http://schemas.microsoft.com/office/drawing/2014/main" id="{458F1CB7-C380-4D98-8B57-644A777302F2}"/>
              </a:ext>
            </a:extLst>
          </p:cNvPr>
          <p:cNvSpPr>
            <a:spLocks noGrp="1"/>
          </p:cNvSpPr>
          <p:nvPr>
            <p:ph type="body" sz="quarter" idx="24" hasCustomPrompt="1"/>
          </p:nvPr>
        </p:nvSpPr>
        <p:spPr>
          <a:xfrm>
            <a:off x="3136392" y="1903413"/>
            <a:ext cx="8493356" cy="2187575"/>
          </a:xfrm>
          <a:prstGeom prst="rect">
            <a:avLst/>
          </a:prstGeom>
        </p:spPr>
        <p:txBody>
          <a:bodyPr anchor="ctr"/>
          <a:lstStyle>
            <a:lvl1pPr marL="0" indent="0">
              <a:lnSpc>
                <a:spcPct val="100000"/>
              </a:lnSpc>
              <a:spcBef>
                <a:spcPts val="0"/>
              </a:spcBef>
              <a:spcAft>
                <a:spcPts val="600"/>
              </a:spcAft>
              <a:buFontTx/>
              <a:buNone/>
              <a:defRPr/>
            </a:lvl1pPr>
            <a:lvl2pPr marL="183764" indent="0">
              <a:buFontTx/>
              <a:buNone/>
              <a:defRPr/>
            </a:lvl2pPr>
            <a:lvl3pPr marL="397056" indent="0">
              <a:buFontTx/>
              <a:buNone/>
              <a:defRPr/>
            </a:lvl3pPr>
            <a:lvl4pPr marL="566913" indent="0">
              <a:buFontTx/>
              <a:buNone/>
              <a:defRPr/>
            </a:lvl4pPr>
            <a:lvl5pPr marL="740645" indent="0">
              <a:buFontTx/>
              <a:buNone/>
              <a:defRPr/>
            </a:lvl5pPr>
          </a:lstStyle>
          <a:p>
            <a:pPr lvl="0"/>
            <a:r>
              <a:rPr lang="en-US"/>
              <a:t>Copy and paste the first paragraph of your bio here</a:t>
            </a:r>
          </a:p>
        </p:txBody>
      </p:sp>
      <p:sp>
        <p:nvSpPr>
          <p:cNvPr id="5" name="Text Placeholder 7">
            <a:extLst>
              <a:ext uri="{FF2B5EF4-FFF2-40B4-BE49-F238E27FC236}">
                <a16:creationId xmlns:a16="http://schemas.microsoft.com/office/drawing/2014/main" id="{2BFEA3C9-368E-4564-8216-477D103F8884}"/>
              </a:ext>
            </a:extLst>
          </p:cNvPr>
          <p:cNvSpPr>
            <a:spLocks noGrp="1"/>
          </p:cNvSpPr>
          <p:nvPr>
            <p:ph type="body" sz="quarter" idx="13" hasCustomPrompt="1"/>
          </p:nvPr>
        </p:nvSpPr>
        <p:spPr>
          <a:xfrm>
            <a:off x="574912" y="4258763"/>
            <a:ext cx="5512296"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6" name="Text Placeholder 7">
            <a:extLst>
              <a:ext uri="{FF2B5EF4-FFF2-40B4-BE49-F238E27FC236}">
                <a16:creationId xmlns:a16="http://schemas.microsoft.com/office/drawing/2014/main" id="{4A29EB88-5E45-4FD8-93B5-97649F1F7C7B}"/>
              </a:ext>
            </a:extLst>
          </p:cNvPr>
          <p:cNvSpPr>
            <a:spLocks noGrp="1"/>
          </p:cNvSpPr>
          <p:nvPr>
            <p:ph type="body" sz="quarter" idx="14" hasCustomPrompt="1"/>
          </p:nvPr>
        </p:nvSpPr>
        <p:spPr>
          <a:xfrm>
            <a:off x="574912" y="4656700"/>
            <a:ext cx="551534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7" name="Text Placeholder 7">
            <a:extLst>
              <a:ext uri="{FF2B5EF4-FFF2-40B4-BE49-F238E27FC236}">
                <a16:creationId xmlns:a16="http://schemas.microsoft.com/office/drawing/2014/main" id="{B7A4A313-FD4C-48FC-8393-47C4FDF1DEB7}"/>
              </a:ext>
            </a:extLst>
          </p:cNvPr>
          <p:cNvSpPr>
            <a:spLocks noGrp="1"/>
          </p:cNvSpPr>
          <p:nvPr>
            <p:ph type="body" sz="quarter" idx="15" hasCustomPrompt="1"/>
          </p:nvPr>
        </p:nvSpPr>
        <p:spPr>
          <a:xfrm>
            <a:off x="583704" y="5118885"/>
            <a:ext cx="5512296"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pic>
        <p:nvPicPr>
          <p:cNvPr id="100" name="Image 0" descr="https://snp-mediaportal.qbank.se/assets/deployedFiles/b1df7db893866364c914f2942049e8bf.png"/>
          <p:cNvPicPr>
            <a:picLocks noChangeAspect="1"/>
          </p:cNvPicPr>
          <p:nvPr/>
        </p:nvPicPr>
        <p:blipFill>
          <a:blip r:embed="rId1"/>
          <a:stretch>
            <a:fillRect/>
          </a:stretch>
        </p:blipFill>
        <p:spPr>
          <a:xfrm>
            <a:off x="466344" y="6281928"/>
            <a:ext cx="1572768" cy="557784"/>
          </a:xfrm>
          <a:prstGeom prst="rect">
            <a:avLst/>
          </a:prstGeom>
        </p:spPr>
      </p:pic>
    </p:spTree>
    <p:extLst>
      <p:ext uri="{BB962C8B-B14F-4D97-AF65-F5344CB8AC3E}">
        <p14:creationId xmlns:p14="http://schemas.microsoft.com/office/powerpoint/2010/main" val="301955795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2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575D78A-CDD8-43A2-B722-4DD086071CBD}"/>
              </a:ext>
            </a:extLst>
          </p:cNvPr>
          <p:cNvSpPr>
            <a:spLocks noGrp="1"/>
          </p:cNvSpPr>
          <p:nvPr>
            <p:ph type="sldNum" sz="quarter" idx="10"/>
          </p:nvPr>
        </p:nvSpPr>
        <p:spPr/>
        <p:txBody>
          <a:bodyPr/>
          <a:lstStyle/>
          <a:p>
            <a:fld id="{5CFA18E4-D58E-4B28-B105-28D9665A8EBC}" type="slidenum">
              <a:rPr lang="en-US" smtClean="0"/>
              <a:pPr/>
              <a:t>‹#›</a:t>
            </a:fld>
            <a:endParaRPr lang="en-US"/>
          </a:p>
        </p:txBody>
      </p:sp>
      <p:sp>
        <p:nvSpPr>
          <p:cNvPr id="4" name="Title 1">
            <a:extLst>
              <a:ext uri="{FF2B5EF4-FFF2-40B4-BE49-F238E27FC236}">
                <a16:creationId xmlns:a16="http://schemas.microsoft.com/office/drawing/2014/main" id="{F20E5D11-48D2-46CF-8380-BEEF8C7D0E67}"/>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a:t>[Presenters/Moderators/Panelists] – select a title</a:t>
            </a:r>
          </a:p>
        </p:txBody>
      </p:sp>
      <p:sp>
        <p:nvSpPr>
          <p:cNvPr id="17" name="Picture Placeholder 17">
            <a:extLst>
              <a:ext uri="{FF2B5EF4-FFF2-40B4-BE49-F238E27FC236}">
                <a16:creationId xmlns:a16="http://schemas.microsoft.com/office/drawing/2014/main" id="{0963E4D1-F246-4469-BECB-540CBCA1B881}"/>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13" name="Text Placeholder 7">
            <a:extLst>
              <a:ext uri="{FF2B5EF4-FFF2-40B4-BE49-F238E27FC236}">
                <a16:creationId xmlns:a16="http://schemas.microsoft.com/office/drawing/2014/main" id="{DB8E4F65-339D-453C-B85E-9390244580C0}"/>
              </a:ext>
            </a:extLst>
          </p:cNvPr>
          <p:cNvSpPr>
            <a:spLocks noGrp="1"/>
          </p:cNvSpPr>
          <p:nvPr>
            <p:ph type="body" sz="quarter" idx="13" hasCustomPrompt="1"/>
          </p:nvPr>
        </p:nvSpPr>
        <p:spPr>
          <a:xfrm>
            <a:off x="574912" y="4258763"/>
            <a:ext cx="5512296"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14" name="Text Placeholder 7">
            <a:extLst>
              <a:ext uri="{FF2B5EF4-FFF2-40B4-BE49-F238E27FC236}">
                <a16:creationId xmlns:a16="http://schemas.microsoft.com/office/drawing/2014/main" id="{DA958ED2-3569-4C3C-A692-B6B92B99E2F1}"/>
              </a:ext>
            </a:extLst>
          </p:cNvPr>
          <p:cNvSpPr>
            <a:spLocks noGrp="1"/>
          </p:cNvSpPr>
          <p:nvPr>
            <p:ph type="body" sz="quarter" idx="14" hasCustomPrompt="1"/>
          </p:nvPr>
        </p:nvSpPr>
        <p:spPr>
          <a:xfrm>
            <a:off x="574912" y="4656700"/>
            <a:ext cx="551534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15" name="Text Placeholder 7">
            <a:extLst>
              <a:ext uri="{FF2B5EF4-FFF2-40B4-BE49-F238E27FC236}">
                <a16:creationId xmlns:a16="http://schemas.microsoft.com/office/drawing/2014/main" id="{BA3389FA-8A63-4288-9A98-59EC19AC4E5F}"/>
              </a:ext>
            </a:extLst>
          </p:cNvPr>
          <p:cNvSpPr>
            <a:spLocks noGrp="1"/>
          </p:cNvSpPr>
          <p:nvPr>
            <p:ph type="body" sz="quarter" idx="15" hasCustomPrompt="1"/>
          </p:nvPr>
        </p:nvSpPr>
        <p:spPr>
          <a:xfrm>
            <a:off x="583704" y="5118885"/>
            <a:ext cx="5512296"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
        <p:nvSpPr>
          <p:cNvPr id="9" name="Picture Placeholder 17">
            <a:extLst>
              <a:ext uri="{FF2B5EF4-FFF2-40B4-BE49-F238E27FC236}">
                <a16:creationId xmlns:a16="http://schemas.microsoft.com/office/drawing/2014/main" id="{2A8E5B0D-3D58-4517-81C4-D7B36DC30599}"/>
              </a:ext>
            </a:extLst>
          </p:cNvPr>
          <p:cNvSpPr>
            <a:spLocks noGrp="1"/>
          </p:cNvSpPr>
          <p:nvPr>
            <p:ph type="pic" sz="quarter" idx="24" hasCustomPrompt="1"/>
          </p:nvPr>
        </p:nvSpPr>
        <p:spPr>
          <a:xfrm>
            <a:off x="6527866"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10" name="Text Placeholder 7">
            <a:extLst>
              <a:ext uri="{FF2B5EF4-FFF2-40B4-BE49-F238E27FC236}">
                <a16:creationId xmlns:a16="http://schemas.microsoft.com/office/drawing/2014/main" id="{4B4B870D-FC17-4918-9CBB-99F7941BFFA4}"/>
              </a:ext>
            </a:extLst>
          </p:cNvPr>
          <p:cNvSpPr>
            <a:spLocks noGrp="1"/>
          </p:cNvSpPr>
          <p:nvPr>
            <p:ph type="body" sz="quarter" idx="25" hasCustomPrompt="1"/>
          </p:nvPr>
        </p:nvSpPr>
        <p:spPr>
          <a:xfrm>
            <a:off x="6527865" y="4249619"/>
            <a:ext cx="5093091"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11" name="Text Placeholder 7">
            <a:extLst>
              <a:ext uri="{FF2B5EF4-FFF2-40B4-BE49-F238E27FC236}">
                <a16:creationId xmlns:a16="http://schemas.microsoft.com/office/drawing/2014/main" id="{59E5C66B-6906-4F19-BF8F-DC836C6943AE}"/>
              </a:ext>
            </a:extLst>
          </p:cNvPr>
          <p:cNvSpPr>
            <a:spLocks noGrp="1"/>
          </p:cNvSpPr>
          <p:nvPr>
            <p:ph type="body" sz="quarter" idx="26" hasCustomPrompt="1"/>
          </p:nvPr>
        </p:nvSpPr>
        <p:spPr>
          <a:xfrm>
            <a:off x="6527865" y="4647556"/>
            <a:ext cx="5095907"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12" name="Text Placeholder 7">
            <a:extLst>
              <a:ext uri="{FF2B5EF4-FFF2-40B4-BE49-F238E27FC236}">
                <a16:creationId xmlns:a16="http://schemas.microsoft.com/office/drawing/2014/main" id="{A0732281-1662-446D-BF97-1F36FDA2C65B}"/>
              </a:ext>
            </a:extLst>
          </p:cNvPr>
          <p:cNvSpPr>
            <a:spLocks noGrp="1"/>
          </p:cNvSpPr>
          <p:nvPr>
            <p:ph type="body" sz="quarter" idx="27" hasCustomPrompt="1"/>
          </p:nvPr>
        </p:nvSpPr>
        <p:spPr>
          <a:xfrm>
            <a:off x="6536657" y="5109741"/>
            <a:ext cx="5093091"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pic>
        <p:nvPicPr>
          <p:cNvPr id="100" name="Image 0" descr="https://snp-mediaportal.qbank.se/assets/deployedFiles/b1df7db893866364c914f2942049e8bf.png"/>
          <p:cNvPicPr>
            <a:picLocks noChangeAspect="1"/>
          </p:cNvPicPr>
          <p:nvPr/>
        </p:nvPicPr>
        <p:blipFill>
          <a:blip r:embed="rId1"/>
          <a:stretch>
            <a:fillRect/>
          </a:stretch>
        </p:blipFill>
        <p:spPr>
          <a:xfrm>
            <a:off x="466344" y="6281928"/>
            <a:ext cx="1572768" cy="557784"/>
          </a:xfrm>
          <a:prstGeom prst="rect">
            <a:avLst/>
          </a:prstGeom>
        </p:spPr>
      </p:pic>
    </p:spTree>
    <p:extLst>
      <p:ext uri="{BB962C8B-B14F-4D97-AF65-F5344CB8AC3E}">
        <p14:creationId xmlns:p14="http://schemas.microsoft.com/office/powerpoint/2010/main" val="132345860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3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575D78A-CDD8-43A2-B722-4DD086071CBD}"/>
              </a:ext>
            </a:extLst>
          </p:cNvPr>
          <p:cNvSpPr>
            <a:spLocks noGrp="1"/>
          </p:cNvSpPr>
          <p:nvPr>
            <p:ph type="sldNum" sz="quarter" idx="10"/>
          </p:nvPr>
        </p:nvSpPr>
        <p:spPr/>
        <p:txBody>
          <a:bodyPr/>
          <a:lstStyle/>
          <a:p>
            <a:fld id="{5CFA18E4-D58E-4B28-B105-28D9665A8EBC}" type="slidenum">
              <a:rPr lang="en-US" smtClean="0"/>
              <a:pPr/>
              <a:t>‹#›</a:t>
            </a:fld>
            <a:endParaRPr lang="en-US"/>
          </a:p>
        </p:txBody>
      </p:sp>
      <p:sp>
        <p:nvSpPr>
          <p:cNvPr id="4" name="Title 1">
            <a:extLst>
              <a:ext uri="{FF2B5EF4-FFF2-40B4-BE49-F238E27FC236}">
                <a16:creationId xmlns:a16="http://schemas.microsoft.com/office/drawing/2014/main" id="{F20E5D11-48D2-46CF-8380-BEEF8C7D0E67}"/>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a:t>[Presenters/Moderators/Panelists] – select a title</a:t>
            </a:r>
          </a:p>
        </p:txBody>
      </p:sp>
      <p:sp>
        <p:nvSpPr>
          <p:cNvPr id="16" name="Picture Placeholder 17">
            <a:extLst>
              <a:ext uri="{FF2B5EF4-FFF2-40B4-BE49-F238E27FC236}">
                <a16:creationId xmlns:a16="http://schemas.microsoft.com/office/drawing/2014/main" id="{E18A9881-DF3F-4314-8841-AAA80E908A97}"/>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13" name="Text Placeholder 7">
            <a:extLst>
              <a:ext uri="{FF2B5EF4-FFF2-40B4-BE49-F238E27FC236}">
                <a16:creationId xmlns:a16="http://schemas.microsoft.com/office/drawing/2014/main" id="{DB8E4F65-339D-453C-B85E-9390244580C0}"/>
              </a:ext>
            </a:extLst>
          </p:cNvPr>
          <p:cNvSpPr>
            <a:spLocks noGrp="1"/>
          </p:cNvSpPr>
          <p:nvPr>
            <p:ph type="body" sz="quarter" idx="13" hasCustomPrompt="1"/>
          </p:nvPr>
        </p:nvSpPr>
        <p:spPr>
          <a:xfrm>
            <a:off x="569372" y="4258763"/>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14" name="Text Placeholder 7">
            <a:extLst>
              <a:ext uri="{FF2B5EF4-FFF2-40B4-BE49-F238E27FC236}">
                <a16:creationId xmlns:a16="http://schemas.microsoft.com/office/drawing/2014/main" id="{DA958ED2-3569-4C3C-A692-B6B92B99E2F1}"/>
              </a:ext>
            </a:extLst>
          </p:cNvPr>
          <p:cNvSpPr>
            <a:spLocks noGrp="1"/>
          </p:cNvSpPr>
          <p:nvPr>
            <p:ph type="body" sz="quarter" idx="14" hasCustomPrompt="1"/>
          </p:nvPr>
        </p:nvSpPr>
        <p:spPr>
          <a:xfrm>
            <a:off x="569372" y="4656700"/>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15" name="Text Placeholder 7">
            <a:extLst>
              <a:ext uri="{FF2B5EF4-FFF2-40B4-BE49-F238E27FC236}">
                <a16:creationId xmlns:a16="http://schemas.microsoft.com/office/drawing/2014/main" id="{BA3389FA-8A63-4288-9A98-59EC19AC4E5F}"/>
              </a:ext>
            </a:extLst>
          </p:cNvPr>
          <p:cNvSpPr>
            <a:spLocks noGrp="1"/>
          </p:cNvSpPr>
          <p:nvPr>
            <p:ph type="body" sz="quarter" idx="15" hasCustomPrompt="1"/>
          </p:nvPr>
        </p:nvSpPr>
        <p:spPr>
          <a:xfrm>
            <a:off x="578164" y="5118885"/>
            <a:ext cx="3396175"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
        <p:nvSpPr>
          <p:cNvPr id="18" name="Picture Placeholder 17">
            <a:extLst>
              <a:ext uri="{FF2B5EF4-FFF2-40B4-BE49-F238E27FC236}">
                <a16:creationId xmlns:a16="http://schemas.microsoft.com/office/drawing/2014/main" id="{C592B89A-95D5-4D3F-9919-D8C4397786C1}"/>
              </a:ext>
            </a:extLst>
          </p:cNvPr>
          <p:cNvSpPr>
            <a:spLocks noGrp="1"/>
          </p:cNvSpPr>
          <p:nvPr>
            <p:ph type="pic" sz="quarter" idx="24" hasCustomPrompt="1"/>
          </p:nvPr>
        </p:nvSpPr>
        <p:spPr>
          <a:xfrm>
            <a:off x="4448624"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19" name="Text Placeholder 7">
            <a:extLst>
              <a:ext uri="{FF2B5EF4-FFF2-40B4-BE49-F238E27FC236}">
                <a16:creationId xmlns:a16="http://schemas.microsoft.com/office/drawing/2014/main" id="{B44B7B59-8A0C-4D95-9D25-5E3DF480AAAB}"/>
              </a:ext>
            </a:extLst>
          </p:cNvPr>
          <p:cNvSpPr>
            <a:spLocks noGrp="1"/>
          </p:cNvSpPr>
          <p:nvPr>
            <p:ph type="body" sz="quarter" idx="25" hasCustomPrompt="1"/>
          </p:nvPr>
        </p:nvSpPr>
        <p:spPr>
          <a:xfrm>
            <a:off x="4430937" y="4249619"/>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20" name="Text Placeholder 7">
            <a:extLst>
              <a:ext uri="{FF2B5EF4-FFF2-40B4-BE49-F238E27FC236}">
                <a16:creationId xmlns:a16="http://schemas.microsoft.com/office/drawing/2014/main" id="{D867FDEA-93C7-4652-AC2F-743293039C3C}"/>
              </a:ext>
            </a:extLst>
          </p:cNvPr>
          <p:cNvSpPr>
            <a:spLocks noGrp="1"/>
          </p:cNvSpPr>
          <p:nvPr>
            <p:ph type="body" sz="quarter" idx="26" hasCustomPrompt="1"/>
          </p:nvPr>
        </p:nvSpPr>
        <p:spPr>
          <a:xfrm>
            <a:off x="4430937" y="4647556"/>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21" name="Text Placeholder 7">
            <a:extLst>
              <a:ext uri="{FF2B5EF4-FFF2-40B4-BE49-F238E27FC236}">
                <a16:creationId xmlns:a16="http://schemas.microsoft.com/office/drawing/2014/main" id="{5F3E5738-3EED-47E4-B437-5701BE83D5BB}"/>
              </a:ext>
            </a:extLst>
          </p:cNvPr>
          <p:cNvSpPr>
            <a:spLocks noGrp="1"/>
          </p:cNvSpPr>
          <p:nvPr>
            <p:ph type="body" sz="quarter" idx="27" hasCustomPrompt="1"/>
          </p:nvPr>
        </p:nvSpPr>
        <p:spPr>
          <a:xfrm>
            <a:off x="4439729" y="5109741"/>
            <a:ext cx="3396175"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
        <p:nvSpPr>
          <p:cNvPr id="22" name="Picture Placeholder 17">
            <a:extLst>
              <a:ext uri="{FF2B5EF4-FFF2-40B4-BE49-F238E27FC236}">
                <a16:creationId xmlns:a16="http://schemas.microsoft.com/office/drawing/2014/main" id="{565A1BAD-5C48-4C0D-AE93-5DBA70892675}"/>
              </a:ext>
            </a:extLst>
          </p:cNvPr>
          <p:cNvSpPr>
            <a:spLocks noGrp="1"/>
          </p:cNvSpPr>
          <p:nvPr>
            <p:ph type="pic" sz="quarter" idx="28" hasCustomPrompt="1"/>
          </p:nvPr>
        </p:nvSpPr>
        <p:spPr>
          <a:xfrm>
            <a:off x="8224782"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23" name="Text Placeholder 7">
            <a:extLst>
              <a:ext uri="{FF2B5EF4-FFF2-40B4-BE49-F238E27FC236}">
                <a16:creationId xmlns:a16="http://schemas.microsoft.com/office/drawing/2014/main" id="{EA3D350B-6C94-4545-86A9-0AD2FE58305E}"/>
              </a:ext>
            </a:extLst>
          </p:cNvPr>
          <p:cNvSpPr>
            <a:spLocks noGrp="1"/>
          </p:cNvSpPr>
          <p:nvPr>
            <p:ph type="body" sz="quarter" idx="29" hasCustomPrompt="1"/>
          </p:nvPr>
        </p:nvSpPr>
        <p:spPr>
          <a:xfrm>
            <a:off x="8224781" y="4249619"/>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24" name="Text Placeholder 7">
            <a:extLst>
              <a:ext uri="{FF2B5EF4-FFF2-40B4-BE49-F238E27FC236}">
                <a16:creationId xmlns:a16="http://schemas.microsoft.com/office/drawing/2014/main" id="{FEEFE4CE-79A1-47ED-A87A-3656BFD65401}"/>
              </a:ext>
            </a:extLst>
          </p:cNvPr>
          <p:cNvSpPr>
            <a:spLocks noGrp="1"/>
          </p:cNvSpPr>
          <p:nvPr>
            <p:ph type="body" sz="quarter" idx="30" hasCustomPrompt="1"/>
          </p:nvPr>
        </p:nvSpPr>
        <p:spPr>
          <a:xfrm>
            <a:off x="8224781" y="4647556"/>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25" name="Text Placeholder 7">
            <a:extLst>
              <a:ext uri="{FF2B5EF4-FFF2-40B4-BE49-F238E27FC236}">
                <a16:creationId xmlns:a16="http://schemas.microsoft.com/office/drawing/2014/main" id="{35772D5C-CDC5-422E-9C96-517E55AE44FE}"/>
              </a:ext>
            </a:extLst>
          </p:cNvPr>
          <p:cNvSpPr>
            <a:spLocks noGrp="1"/>
          </p:cNvSpPr>
          <p:nvPr>
            <p:ph type="body" sz="quarter" idx="31" hasCustomPrompt="1"/>
          </p:nvPr>
        </p:nvSpPr>
        <p:spPr>
          <a:xfrm>
            <a:off x="8233573" y="5109741"/>
            <a:ext cx="3396175"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pic>
        <p:nvPicPr>
          <p:cNvPr id="100" name="Image 0" descr="https://snp-mediaportal.qbank.se/assets/deployedFiles/b1df7db893866364c914f2942049e8bf.png"/>
          <p:cNvPicPr>
            <a:picLocks noChangeAspect="1"/>
          </p:cNvPicPr>
          <p:nvPr/>
        </p:nvPicPr>
        <p:blipFill>
          <a:blip r:embed="rId1"/>
          <a:stretch>
            <a:fillRect/>
          </a:stretch>
        </p:blipFill>
        <p:spPr>
          <a:xfrm>
            <a:off x="466344" y="6281928"/>
            <a:ext cx="1572768" cy="557784"/>
          </a:xfrm>
          <a:prstGeom prst="rect">
            <a:avLst/>
          </a:prstGeom>
        </p:spPr>
      </p:pic>
    </p:spTree>
    <p:extLst>
      <p:ext uri="{BB962C8B-B14F-4D97-AF65-F5344CB8AC3E}">
        <p14:creationId xmlns:p14="http://schemas.microsoft.com/office/powerpoint/2010/main" val="381971570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4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9D0302A-6B11-4359-9340-D7697342E077}"/>
              </a:ext>
            </a:extLst>
          </p:cNvPr>
          <p:cNvSpPr>
            <a:spLocks noGrp="1"/>
          </p:cNvSpPr>
          <p:nvPr>
            <p:ph type="sldNum" sz="quarter" idx="10"/>
          </p:nvPr>
        </p:nvSpPr>
        <p:spPr/>
        <p:txBody>
          <a:bodyPr/>
          <a:lstStyle/>
          <a:p>
            <a:fld id="{5CFA18E4-D58E-4B28-B105-28D9665A8EBC}" type="slidenum">
              <a:rPr lang="en-US" smtClean="0"/>
              <a:pPr/>
              <a:t>‹#›</a:t>
            </a:fld>
            <a:endParaRPr lang="en-US"/>
          </a:p>
        </p:txBody>
      </p:sp>
      <p:sp>
        <p:nvSpPr>
          <p:cNvPr id="4" name="Title 1">
            <a:extLst>
              <a:ext uri="{FF2B5EF4-FFF2-40B4-BE49-F238E27FC236}">
                <a16:creationId xmlns:a16="http://schemas.microsoft.com/office/drawing/2014/main" id="{4348ACEE-4D47-4395-8914-65292080F51E}"/>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a:t>[Presenters/Moderators/Panelists] – select a title</a:t>
            </a:r>
          </a:p>
        </p:txBody>
      </p:sp>
      <p:sp>
        <p:nvSpPr>
          <p:cNvPr id="5" name="Picture Placeholder 17">
            <a:extLst>
              <a:ext uri="{FF2B5EF4-FFF2-40B4-BE49-F238E27FC236}">
                <a16:creationId xmlns:a16="http://schemas.microsoft.com/office/drawing/2014/main" id="{13874D71-DEE4-4585-9798-1C1D387CEF03}"/>
              </a:ext>
            </a:extLst>
          </p:cNvPr>
          <p:cNvSpPr>
            <a:spLocks noGrp="1"/>
          </p:cNvSpPr>
          <p:nvPr>
            <p:ph type="pic" sz="quarter" idx="23" hasCustomPrompt="1"/>
          </p:nvPr>
        </p:nvSpPr>
        <p:spPr>
          <a:xfrm>
            <a:off x="567039"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6" name="Text Placeholder 7">
            <a:extLst>
              <a:ext uri="{FF2B5EF4-FFF2-40B4-BE49-F238E27FC236}">
                <a16:creationId xmlns:a16="http://schemas.microsoft.com/office/drawing/2014/main" id="{267613AE-2BF4-40BC-BF6A-47F974F6E966}"/>
              </a:ext>
            </a:extLst>
          </p:cNvPr>
          <p:cNvSpPr>
            <a:spLocks noGrp="1"/>
          </p:cNvSpPr>
          <p:nvPr>
            <p:ph type="body" sz="quarter" idx="13" hasCustomPrompt="1"/>
          </p:nvPr>
        </p:nvSpPr>
        <p:spPr>
          <a:xfrm>
            <a:off x="567039" y="425858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7" name="Text Placeholder 7">
            <a:extLst>
              <a:ext uri="{FF2B5EF4-FFF2-40B4-BE49-F238E27FC236}">
                <a16:creationId xmlns:a16="http://schemas.microsoft.com/office/drawing/2014/main" id="{AE90B753-E282-442B-84E7-5A7E2F8C0706}"/>
              </a:ext>
            </a:extLst>
          </p:cNvPr>
          <p:cNvSpPr>
            <a:spLocks noGrp="1"/>
          </p:cNvSpPr>
          <p:nvPr>
            <p:ph type="body" sz="quarter" idx="14" hasCustomPrompt="1"/>
          </p:nvPr>
        </p:nvSpPr>
        <p:spPr>
          <a:xfrm>
            <a:off x="567040" y="465652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8" name="Text Placeholder 7">
            <a:extLst>
              <a:ext uri="{FF2B5EF4-FFF2-40B4-BE49-F238E27FC236}">
                <a16:creationId xmlns:a16="http://schemas.microsoft.com/office/drawing/2014/main" id="{B00296E1-79C9-4288-BB0D-268520881F96}"/>
              </a:ext>
            </a:extLst>
          </p:cNvPr>
          <p:cNvSpPr>
            <a:spLocks noGrp="1"/>
          </p:cNvSpPr>
          <p:nvPr>
            <p:ph type="body" sz="quarter" idx="15" hasCustomPrompt="1"/>
          </p:nvPr>
        </p:nvSpPr>
        <p:spPr>
          <a:xfrm>
            <a:off x="575831" y="5118706"/>
            <a:ext cx="2435855"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
        <p:nvSpPr>
          <p:cNvPr id="9" name="Picture Placeholder 17">
            <a:extLst>
              <a:ext uri="{FF2B5EF4-FFF2-40B4-BE49-F238E27FC236}">
                <a16:creationId xmlns:a16="http://schemas.microsoft.com/office/drawing/2014/main" id="{7DCCDFBD-3BCA-4F0C-923B-9AF98CADDCDB}"/>
              </a:ext>
            </a:extLst>
          </p:cNvPr>
          <p:cNvSpPr>
            <a:spLocks noGrp="1"/>
          </p:cNvSpPr>
          <p:nvPr>
            <p:ph type="pic" sz="quarter" idx="24" hasCustomPrompt="1"/>
          </p:nvPr>
        </p:nvSpPr>
        <p:spPr>
          <a:xfrm>
            <a:off x="3448527"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10" name="Text Placeholder 7">
            <a:extLst>
              <a:ext uri="{FF2B5EF4-FFF2-40B4-BE49-F238E27FC236}">
                <a16:creationId xmlns:a16="http://schemas.microsoft.com/office/drawing/2014/main" id="{5A4BD374-EAF1-48D8-9CD4-A02D195CC8B4}"/>
              </a:ext>
            </a:extLst>
          </p:cNvPr>
          <p:cNvSpPr>
            <a:spLocks noGrp="1"/>
          </p:cNvSpPr>
          <p:nvPr>
            <p:ph type="body" sz="quarter" idx="25" hasCustomPrompt="1"/>
          </p:nvPr>
        </p:nvSpPr>
        <p:spPr>
          <a:xfrm>
            <a:off x="3448527" y="425858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11" name="Text Placeholder 7">
            <a:extLst>
              <a:ext uri="{FF2B5EF4-FFF2-40B4-BE49-F238E27FC236}">
                <a16:creationId xmlns:a16="http://schemas.microsoft.com/office/drawing/2014/main" id="{A52EF8A5-21BA-476E-8BE5-9C93113CD721}"/>
              </a:ext>
            </a:extLst>
          </p:cNvPr>
          <p:cNvSpPr>
            <a:spLocks noGrp="1"/>
          </p:cNvSpPr>
          <p:nvPr>
            <p:ph type="body" sz="quarter" idx="26" hasCustomPrompt="1"/>
          </p:nvPr>
        </p:nvSpPr>
        <p:spPr>
          <a:xfrm>
            <a:off x="3454175" y="465652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12" name="Text Placeholder 7">
            <a:extLst>
              <a:ext uri="{FF2B5EF4-FFF2-40B4-BE49-F238E27FC236}">
                <a16:creationId xmlns:a16="http://schemas.microsoft.com/office/drawing/2014/main" id="{2F910126-582E-45E7-ADD6-72F532C9B02F}"/>
              </a:ext>
            </a:extLst>
          </p:cNvPr>
          <p:cNvSpPr>
            <a:spLocks noGrp="1"/>
          </p:cNvSpPr>
          <p:nvPr>
            <p:ph type="body" sz="quarter" idx="27" hasCustomPrompt="1"/>
          </p:nvPr>
        </p:nvSpPr>
        <p:spPr>
          <a:xfrm>
            <a:off x="3462966" y="5118706"/>
            <a:ext cx="2435855"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
        <p:nvSpPr>
          <p:cNvPr id="13" name="Picture Placeholder 17">
            <a:extLst>
              <a:ext uri="{FF2B5EF4-FFF2-40B4-BE49-F238E27FC236}">
                <a16:creationId xmlns:a16="http://schemas.microsoft.com/office/drawing/2014/main" id="{825C02C8-87E5-4224-BC8C-BCD842C1C04E}"/>
              </a:ext>
            </a:extLst>
          </p:cNvPr>
          <p:cNvSpPr>
            <a:spLocks noGrp="1"/>
          </p:cNvSpPr>
          <p:nvPr>
            <p:ph type="pic" sz="quarter" idx="28" hasCustomPrompt="1"/>
          </p:nvPr>
        </p:nvSpPr>
        <p:spPr>
          <a:xfrm>
            <a:off x="6330015" y="190398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14" name="Text Placeholder 7">
            <a:extLst>
              <a:ext uri="{FF2B5EF4-FFF2-40B4-BE49-F238E27FC236}">
                <a16:creationId xmlns:a16="http://schemas.microsoft.com/office/drawing/2014/main" id="{6FFA6E76-5DE6-4F14-8C70-9B1EDBA4577B}"/>
              </a:ext>
            </a:extLst>
          </p:cNvPr>
          <p:cNvSpPr>
            <a:spLocks noGrp="1"/>
          </p:cNvSpPr>
          <p:nvPr>
            <p:ph type="body" sz="quarter" idx="29" hasCustomPrompt="1"/>
          </p:nvPr>
        </p:nvSpPr>
        <p:spPr>
          <a:xfrm>
            <a:off x="6330015" y="425914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15" name="Text Placeholder 7">
            <a:extLst>
              <a:ext uri="{FF2B5EF4-FFF2-40B4-BE49-F238E27FC236}">
                <a16:creationId xmlns:a16="http://schemas.microsoft.com/office/drawing/2014/main" id="{CDF41FE2-E444-49AC-AF04-E846336EF9C7}"/>
              </a:ext>
            </a:extLst>
          </p:cNvPr>
          <p:cNvSpPr>
            <a:spLocks noGrp="1"/>
          </p:cNvSpPr>
          <p:nvPr>
            <p:ph type="body" sz="quarter" idx="30" hasCustomPrompt="1"/>
          </p:nvPr>
        </p:nvSpPr>
        <p:spPr>
          <a:xfrm>
            <a:off x="6332519" y="465708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16" name="Text Placeholder 7">
            <a:extLst>
              <a:ext uri="{FF2B5EF4-FFF2-40B4-BE49-F238E27FC236}">
                <a16:creationId xmlns:a16="http://schemas.microsoft.com/office/drawing/2014/main" id="{1D326573-CDF5-4639-8BB3-A9BF21601920}"/>
              </a:ext>
            </a:extLst>
          </p:cNvPr>
          <p:cNvSpPr>
            <a:spLocks noGrp="1"/>
          </p:cNvSpPr>
          <p:nvPr>
            <p:ph type="body" sz="quarter" idx="31" hasCustomPrompt="1"/>
          </p:nvPr>
        </p:nvSpPr>
        <p:spPr>
          <a:xfrm>
            <a:off x="6341310" y="5119266"/>
            <a:ext cx="2435855"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sp>
        <p:nvSpPr>
          <p:cNvPr id="17" name="Picture Placeholder 17">
            <a:extLst>
              <a:ext uri="{FF2B5EF4-FFF2-40B4-BE49-F238E27FC236}">
                <a16:creationId xmlns:a16="http://schemas.microsoft.com/office/drawing/2014/main" id="{D3BD3CB3-A08D-44E5-A7FB-5896B3A8B382}"/>
              </a:ext>
            </a:extLst>
          </p:cNvPr>
          <p:cNvSpPr>
            <a:spLocks noGrp="1"/>
          </p:cNvSpPr>
          <p:nvPr>
            <p:ph type="pic" sz="quarter" idx="32" hasCustomPrompt="1"/>
          </p:nvPr>
        </p:nvSpPr>
        <p:spPr>
          <a:xfrm>
            <a:off x="9211503" y="190398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a:t>Click to add portrait photo or remove</a:t>
            </a:r>
          </a:p>
        </p:txBody>
      </p:sp>
      <p:sp>
        <p:nvSpPr>
          <p:cNvPr id="18" name="Text Placeholder 7">
            <a:extLst>
              <a:ext uri="{FF2B5EF4-FFF2-40B4-BE49-F238E27FC236}">
                <a16:creationId xmlns:a16="http://schemas.microsoft.com/office/drawing/2014/main" id="{92BC594B-3E6F-42C9-8E2D-D40A431B0600}"/>
              </a:ext>
            </a:extLst>
          </p:cNvPr>
          <p:cNvSpPr>
            <a:spLocks noGrp="1"/>
          </p:cNvSpPr>
          <p:nvPr>
            <p:ph type="body" sz="quarter" idx="33" hasCustomPrompt="1"/>
          </p:nvPr>
        </p:nvSpPr>
        <p:spPr>
          <a:xfrm>
            <a:off x="9211502" y="4259144"/>
            <a:ext cx="2413459"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a:t>Click to add name</a:t>
            </a:r>
          </a:p>
        </p:txBody>
      </p:sp>
      <p:sp>
        <p:nvSpPr>
          <p:cNvPr id="19" name="Text Placeholder 7">
            <a:extLst>
              <a:ext uri="{FF2B5EF4-FFF2-40B4-BE49-F238E27FC236}">
                <a16:creationId xmlns:a16="http://schemas.microsoft.com/office/drawing/2014/main" id="{DEDD6D3A-1A63-472D-8053-3788409FA4B0}"/>
              </a:ext>
            </a:extLst>
          </p:cNvPr>
          <p:cNvSpPr>
            <a:spLocks noGrp="1"/>
          </p:cNvSpPr>
          <p:nvPr>
            <p:ph type="body" sz="quarter" idx="34" hasCustomPrompt="1"/>
          </p:nvPr>
        </p:nvSpPr>
        <p:spPr>
          <a:xfrm>
            <a:off x="9211503" y="4657081"/>
            <a:ext cx="241479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a:t>Click to add title and company</a:t>
            </a:r>
          </a:p>
        </p:txBody>
      </p:sp>
      <p:sp>
        <p:nvSpPr>
          <p:cNvPr id="20" name="Text Placeholder 7">
            <a:extLst>
              <a:ext uri="{FF2B5EF4-FFF2-40B4-BE49-F238E27FC236}">
                <a16:creationId xmlns:a16="http://schemas.microsoft.com/office/drawing/2014/main" id="{8A7D7523-6E2A-4652-9057-9383EAD3750C}"/>
              </a:ext>
            </a:extLst>
          </p:cNvPr>
          <p:cNvSpPr>
            <a:spLocks noGrp="1"/>
          </p:cNvSpPr>
          <p:nvPr>
            <p:ph type="body" sz="quarter" idx="35" hasCustomPrompt="1"/>
          </p:nvPr>
        </p:nvSpPr>
        <p:spPr>
          <a:xfrm>
            <a:off x="9220294" y="5119266"/>
            <a:ext cx="2413459" cy="332160"/>
          </a:xfrm>
          <a:prstGeom prst="rect">
            <a:avLst/>
          </a:prstGeom>
        </p:spPr>
        <p:txBody>
          <a:bodyPr anchor="ctr">
            <a:noAutofit/>
          </a:bodyPr>
          <a:lstStyle>
            <a:lvl1pPr marL="0" indent="0">
              <a:buNone/>
              <a:defRPr sz="1400" b="0"/>
            </a:lvl1pPr>
            <a:lvl2pPr marL="169858" indent="0">
              <a:buNone/>
              <a:defRPr/>
            </a:lvl2pPr>
          </a:lstStyle>
          <a:p>
            <a:r>
              <a:rPr lang="en-US"/>
              <a:t>Click to add email</a:t>
            </a:r>
          </a:p>
        </p:txBody>
      </p:sp>
      <p:pic>
        <p:nvPicPr>
          <p:cNvPr id="100" name="Image 0" descr="https://snp-mediaportal.qbank.se/assets/deployedFiles/b1df7db893866364c914f2942049e8bf.png"/>
          <p:cNvPicPr>
            <a:picLocks noChangeAspect="1"/>
          </p:cNvPicPr>
          <p:nvPr/>
        </p:nvPicPr>
        <p:blipFill>
          <a:blip r:embed="rId1"/>
          <a:stretch>
            <a:fillRect/>
          </a:stretch>
        </p:blipFill>
        <p:spPr>
          <a:xfrm>
            <a:off x="466344" y="6281928"/>
            <a:ext cx="1572768" cy="557784"/>
          </a:xfrm>
          <a:prstGeom prst="rect">
            <a:avLst/>
          </a:prstGeom>
        </p:spPr>
      </p:pic>
    </p:spTree>
    <p:extLst>
      <p:ext uri="{BB962C8B-B14F-4D97-AF65-F5344CB8AC3E}">
        <p14:creationId xmlns:p14="http://schemas.microsoft.com/office/powerpoint/2010/main" val="152767519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7200" b="1">
                <a:solidFill>
                  <a:schemeClr val="tx1"/>
                </a:solidFill>
              </a:rPr>
              <a:t>Disclaimers</a:t>
            </a:r>
          </a:p>
          <a:p>
            <a:pPr algn="ctr"/>
            <a:r>
              <a:rPr lang="en-US" sz="7200" b="1">
                <a:solidFill>
                  <a:schemeClr val="tx1"/>
                </a:solidFill>
              </a:rPr>
              <a:t>Must be included at the end of every deliverable</a:t>
            </a:r>
          </a:p>
        </p:txBody>
      </p:sp>
    </p:spTree>
    <p:extLst>
      <p:ext uri="{BB962C8B-B14F-4D97-AF65-F5344CB8AC3E}">
        <p14:creationId xmlns:p14="http://schemas.microsoft.com/office/powerpoint/2010/main" val="361831604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Energy">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4A2754-9801-4B84-AD47-B47EDD265969}"/>
              </a:ext>
              <a:ext uri="{C183D7F6-B498-43B3-948B-1728B52AA6E4}">
                <adec:decorative xmlns:adec="http://schemas.microsoft.com/office/drawing/2017/decorative" val="0"/>
              </a:ext>
            </a:extLst>
          </p:cNvPr>
          <p:cNvSpPr txBox="1"/>
          <p:nvPr userDrawn="1"/>
        </p:nvSpPr>
        <p:spPr>
          <a:xfrm>
            <a:off x="566928" y="1228397"/>
            <a:ext cx="11077576" cy="4401205"/>
          </a:xfrm>
          <a:prstGeom prst="rect">
            <a:avLst/>
          </a:prstGeom>
          <a:noFill/>
        </p:spPr>
        <p:txBody>
          <a:bodyPr wrap="square" anchor="t">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 2026 by S&amp;P Global Inc. All rights reserved.</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S&amp;P Global, the S&amp;P Global logo, S&amp;P Global Energy, and Platts are trademarks of S&amp;P Global Inc. Permission for any commercial use of these trademarks must be obtained in writing from S&amp;P Global Inc.</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You may view or otherwise use the information, prices, indices, assessments and other related information, graphs, tables and images ("Data") in or on this publication only for your personal use or, if you or your company has a license for the Data from S&amp;P Global Energy and you are an authorized user, for your company’s internal business use only. You may not publish, reproduce, extract, distribute, retransmit, resell, create any derivative work from, use in any artificial intelligence system, and/or otherwise provide access to the Data or any portion thereof to any person (either within or outside your company, including as part of or via any internal electronic system or intranet), firm or entity, including any subsidiary, parent, or other entity that is affiliated with your company, without S&amp;P Global Energy's prior written consent or as otherwise authorized under license from S&amp;P Global Energy. Any use or distribution of the Data beyond the express uses authorized in this paragraph above is subject to the payment of additional fees to S&amp;P Global Energy.</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S&amp;P Global Energy, its affiliates and all of their third-party licensors disclaim any and all warranties, express or implied, including, but not limited to, any warranties of merchantability or fitness for a particular purpose or use as to the Data, or the results obtained by its use or as to the performance thereof. Data in this publication includes independent and verifiable data collected from actual market participants. Any user of the Data should not rely on any information and/or assessment contained therein in making any investment, trading, risk management or other decision. S&amp;P Global Energy, its affiliates and their third-party licensors do not guarantee the adequacy, accuracy, timeliness and/or completeness of the Data or any component thereof or any communications (whether written, oral, electronic or in other format), and shall not be subject to any damages or liability, including but not limited to any indirect, special, incidental, punitive or consequential damages (including but not limited to, loss of profits, trading losses and loss of goodwill).</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ICE index data and NYMEX futures data used herein are provided under S&amp;P Global Energy's commercial licensing agreements with ICE and with NYMEX. You acknowledge that the ICE index data and NYMEX futures data herein are confidential and are proprietary trade secrets and data of ICE and NYMEX or its/their licensors/suppliers, and you shall use best efforts to prevent the unauthorized publication, disclosure or copying of the ICE index data and/or NYMEX futures data.</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Permission is granted for those registered with the Copyright Clearance Center (CCC) to copy material above for internal reference or personal use only, provided that appropriate payment is made to the CCC, 222 Rosewood Drive, Danvers, MA 01923, phone +1-978-750-8400. Reproduction in any other form, or for any other purpose, is forbidden without the express prior permission of S&amp;P Global Inc. For article reprints contact: The YGS Group, phone +1-717-505-9701 x105 (800-501-9571 from the U.S.).</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For all other queries or requests pursuant to this notice, please contact S&amp;P Global Inc. via email at support.energy@spglobal.com.</a:t>
            </a:r>
          </a:p>
        </p:txBody>
      </p:sp>
    </p:spTree>
    <p:extLst>
      <p:ext uri="{BB962C8B-B14F-4D97-AF65-F5344CB8AC3E}">
        <p14:creationId xmlns:p14="http://schemas.microsoft.com/office/powerpoint/2010/main" val="298893045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Energy_Spark">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4A2754-9801-4B84-AD47-B47EDD265969}"/>
              </a:ext>
              <a:ext uri="{C183D7F6-B498-43B3-948B-1728B52AA6E4}">
                <adec:decorative xmlns:adec="http://schemas.microsoft.com/office/drawing/2017/decorative" val="0"/>
              </a:ext>
            </a:extLst>
          </p:cNvPr>
          <p:cNvSpPr txBox="1"/>
          <p:nvPr userDrawn="1"/>
        </p:nvSpPr>
        <p:spPr>
          <a:xfrm>
            <a:off x="566928" y="1225296"/>
            <a:ext cx="11077576" cy="4555093"/>
          </a:xfrm>
          <a:prstGeom prst="rect">
            <a:avLst/>
          </a:prstGeom>
          <a:noFill/>
        </p:spPr>
        <p:txBody>
          <a:bodyPr wrap="square" anchor="t">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 2026 by S&amp;P Global Inc. All rights reserved.</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S&amp;P Global, the S&amp;P Global logo, S&amp;P Global Energy, and Platts are trademarks of S&amp;P Global Inc. Permission for any commercial use of these trademarks must be obtained in writing from S&amp;P Global Inc.</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You may view or otherwise use the information, prices, indices, assessments and other related information, graphs, tables and images ("Data") in or on this publication only for your personal use or, if you or your company has a license for the Data from S&amp;P Global Energy and you are an authorized user, for your company’s internal business use only. You may not publish, reproduce, extract, distribute, retransmit, resell, create any derivative work from, use in any artificial intelligence system, and/or otherwise provide access to the Data or any portion thereof to any person (either within or outside your company, including as part of or via any internal electronic system or intranet), firm or entity, including any subsidiary, parent, or other entity that is affiliated with your company, without S&amp;P Global Energy's prior written consent or as otherwise authorized under license from S&amp;P Global Energy. Any use or distribution of the Data beyond the express uses authorized in this paragraph above is subject to the payment of additional fees to S&amp;P Global Energy.</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S&amp;P Global Energy, its affiliates and all of their third-party licensors disclaim any and all warranties, express or implied, including, but not limited to, any warranties of merchantability or fitness for a particular purpose or use as to the Data, or the results obtained by its use or as to the performance thereof. Data in this publication includes independent and verifiable data collected from actual market participants. Any user of the Data should not rely on any information and/or assessment contained therein in making any investment, trading, risk management or other decision. S&amp;P Global Energy, its affiliates and their third-party licensors do not guarantee the adequacy, accuracy, timeliness and/or completeness of the Data or any component thereof or any communications (whether written, oral, electronic or in other format), and shall not be subject to any damages or liability, including but not limited to any indirect, special, incidental, punitive or consequential damages (including but not limited to, loss of profits, trading losses and loss of goodwill).</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ICE index data and NYMEX futures data used herein are provided under S&amp;P Global Energy's commercial licensing agreements with ICE and with NYMEX. You acknowledge that the ICE index data and NYMEX futures data herein are confidential and are proprietary trade secrets and data of ICE and NYMEX or its/their licensors/suppliers, and you shall use best efforts to prevent the unauthorized publication, disclosure or copying of the ICE index data and/or NYMEX futures data.</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Permission is granted for those registered with the Copyright Clearance Center (CCC) to copy material above for internal reference or personal use only, provided that appropriate payment is made to the CCC, 222 Rosewood Drive, Danvers, MA 01923, phone +1-978-750-8400. Reproduction in any other form, or for any other purpose, is forbidden without the express prior permission of S&amp;P Global Inc. For article reprints contact: The YGS Group, phone +1-717-505-9701 x105 (800-501-9571 from the U.S.).</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a:ea typeface="+mn-ea"/>
                <a:cs typeface="+mn-cs"/>
              </a:rPr>
              <a:t>For all other queries or requests pursuant to this notice, please contact S&amp;P Global Inc. via email </a:t>
            </a:r>
            <a:r>
              <a:rPr kumimoji="0" lang="en-US" sz="1000" b="0" i="0" u="none" strike="noStrike" kern="1200" cap="none" spc="0" normalizeH="0" baseline="0" noProof="0">
                <a:ln>
                  <a:noFill/>
                </a:ln>
                <a:solidFill>
                  <a:schemeClr val="tx1"/>
                </a:solidFill>
                <a:effectLst/>
                <a:uLnTx/>
                <a:uFillTx/>
                <a:latin typeface="Arial" panose="020B0604020202020204"/>
                <a:ea typeface="+mn-ea"/>
                <a:cs typeface="+mn-cs"/>
              </a:rPr>
              <a:t>at </a:t>
            </a:r>
            <a:r>
              <a:rPr kumimoji="0" lang="en-US" sz="1000" b="0" i="0" u="none" strike="noStrike" kern="1200" cap="none" spc="0" normalizeH="0" baseline="0" noProof="0">
                <a:ln>
                  <a:noFill/>
                </a:ln>
                <a:solidFill>
                  <a:schemeClr val="tx1"/>
                </a:solidFill>
                <a:effectLst/>
                <a:uLnTx/>
                <a:uFillTx/>
                <a:latin typeface="Arial" panose="020B0604020202020204"/>
                <a:ea typeface="+mn-ea"/>
                <a:cs typeface="+mn-cs"/>
                <a:hlinkClick r:id="rId2">
                  <a:extLst>
                    <a:ext uri="{A12FA001-AC4F-418D-AE19-62706E023703}">
                      <ahyp:hlinkClr xmlns:ahyp="http://schemas.microsoft.com/office/drawing/2018/hyperlinkcolor" val="tx"/>
                    </a:ext>
                  </a:extLst>
                </a:hlinkClick>
              </a:rPr>
              <a:t>support.energy@spglobal.com</a:t>
            </a:r>
            <a:r>
              <a:rPr kumimoji="0" lang="en-US" sz="1000" b="0" i="0" u="none" strike="noStrike" kern="1200" cap="none" spc="0" normalizeH="0" baseline="0" noProof="0">
                <a:ln>
                  <a:noFill/>
                </a:ln>
                <a:solidFill>
                  <a:schemeClr val="tx1"/>
                </a:solidFill>
                <a:effectLst/>
                <a:uLnTx/>
                <a:uFillTx/>
                <a:latin typeface="Arial" panose="020B0604020202020204"/>
                <a:ea typeface="+mn-ea"/>
                <a:cs typeface="+mn-cs"/>
              </a:rPr>
              <a:t>.</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chemeClr val="tx1"/>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1000">
                <a:solidFill>
                  <a:schemeClr val="tx1"/>
                </a:solidFill>
                <a:effectLst/>
              </a:rPr>
              <a:t>This content was created with the assistance of Kensho Spark Assist, an artificial intelligence (AI) tool. For complete Terms of Use, see </a:t>
            </a:r>
            <a:r>
              <a:rPr lang="en-US" sz="1000">
                <a:solidFill>
                  <a:schemeClr val="tx1"/>
                </a:solidFill>
                <a:effectLst/>
                <a:hlinkClick r:id="rId3" tooltip="https://www.spglobal.com/en/terms-of-use.">
                  <a:extLst>
                    <a:ext uri="{A12FA001-AC4F-418D-AE19-62706E023703}">
                      <ahyp:hlinkClr xmlns:ahyp="http://schemas.microsoft.com/office/drawing/2018/hyperlinkcolor" val="tx"/>
                    </a:ext>
                  </a:extLst>
                </a:hlinkClick>
              </a:rPr>
              <a:t>https://www.spglobal.com/en/terms-of-use</a:t>
            </a:r>
            <a:r>
              <a:rPr lang="en-US" sz="1000">
                <a:solidFill>
                  <a:schemeClr val="tx1"/>
                </a:solidFill>
                <a:effectLst/>
              </a:rPr>
              <a:t>. </a:t>
            </a:r>
            <a:endParaRPr kumimoji="0" lang="en-US" sz="1000" b="0" i="0" u="none" strike="noStrike" kern="1200" cap="none" spc="0" normalizeH="0" baseline="0" noProof="0">
              <a:ln>
                <a:noFill/>
              </a:ln>
              <a:solidFill>
                <a:schemeClr val="tx1"/>
              </a:solidFill>
              <a:effectLst/>
              <a:uLnTx/>
              <a:uFillTx/>
              <a:latin typeface="Arial" panose="020B0604020202020204"/>
              <a:ea typeface="+mn-ea"/>
              <a:cs typeface="+mn-cs"/>
            </a:endParaRPr>
          </a:p>
        </p:txBody>
      </p:sp>
    </p:spTree>
    <p:extLst>
      <p:ext uri="{BB962C8B-B14F-4D97-AF65-F5344CB8AC3E}">
        <p14:creationId xmlns:p14="http://schemas.microsoft.com/office/powerpoint/2010/main" val="158885151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Companies &amp; Transactions">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4A2754-9801-4B84-AD47-B47EDD265969}"/>
              </a:ext>
              <a:ext uri="{C183D7F6-B498-43B3-948B-1728B52AA6E4}">
                <adec:decorative xmlns:adec="http://schemas.microsoft.com/office/drawing/2017/decorative" val="0"/>
              </a:ext>
            </a:extLst>
          </p:cNvPr>
          <p:cNvSpPr txBox="1"/>
          <p:nvPr userDrawn="1"/>
        </p:nvSpPr>
        <p:spPr>
          <a:xfrm>
            <a:off x="566928" y="1732733"/>
            <a:ext cx="11077576" cy="3392532"/>
          </a:xfrm>
          <a:prstGeom prst="rect">
            <a:avLst/>
          </a:prstGeom>
          <a:noFill/>
        </p:spPr>
        <p:txBody>
          <a:bodyPr wrap="square" anchor="t">
            <a:spAutoFit/>
          </a:bodyPr>
          <a:lstStyle/>
          <a:p>
            <a:pPr marL="0" marR="0">
              <a:lnSpc>
                <a:spcPct val="107000"/>
              </a:lnSpc>
              <a:spcBef>
                <a:spcPts val="0"/>
              </a:spcBef>
              <a:spcAft>
                <a:spcPts val="800"/>
              </a:spcAft>
            </a:pPr>
            <a:r>
              <a:rPr lang="en-US" sz="1000" b="1">
                <a:effectLst/>
                <a:latin typeface="Arial" panose="020B0604020202020204" pitchFamily="34" charset="0"/>
                <a:ea typeface="Calibri" panose="020F0502020204030204" pitchFamily="34" charset="0"/>
                <a:cs typeface="Arial" panose="020B0604020202020204" pitchFamily="34" charset="0"/>
              </a:rPr>
              <a:t>Disclaimer</a:t>
            </a:r>
            <a:endParaRPr lang="en-US" sz="1000">
              <a:effectLst/>
              <a:latin typeface="Arial" panose="020B060402020202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000">
                <a:effectLst/>
                <a:latin typeface="Arial" panose="020B0604020202020204" pitchFamily="34" charset="0"/>
                <a:ea typeface="Calibri" panose="020F0502020204030204" pitchFamily="34" charset="0"/>
                <a:cs typeface="Arial" panose="020B0604020202020204" pitchFamily="34" charset="0"/>
              </a:rPr>
              <a:t>IHS Herold Inc. (“IHS Herold”), a wholly-owned subsidiary of S&amp;P Global, provides data and analysis on the strategy, performance, and valuation of companies in the global energy industry, as well as energy transactions and trends. IHS Herold serves a subscription client base consisting of energy companies, financial institutions, investment managers, and advisory firms. IHS Herold is not affiliated with any broker, dealer, bank, or investment bank. Companies mentioned in this report may be or may have been subscribers to IHS Herold data and research in the past year on terms consistent with all other clients of IHS Herold or clients of any member of the S&amp;P Global group. IHS Herold does not inform any company in advance of the nature or conclusions of its research reports. Analysts do not receive any compensation from the companies on which they report or from any other industry source.</a:t>
            </a:r>
          </a:p>
          <a:p>
            <a:pPr marL="0" marR="0">
              <a:lnSpc>
                <a:spcPct val="107000"/>
              </a:lnSpc>
              <a:spcBef>
                <a:spcPts val="0"/>
              </a:spcBef>
              <a:spcAft>
                <a:spcPts val="800"/>
              </a:spcAft>
            </a:pPr>
            <a:r>
              <a:rPr lang="en-US" sz="1000">
                <a:effectLst/>
                <a:latin typeface="Arial" panose="020B0604020202020204" pitchFamily="34" charset="0"/>
                <a:ea typeface="Calibri" panose="020F0502020204030204" pitchFamily="34" charset="0"/>
                <a:cs typeface="Arial" panose="020B0604020202020204" pitchFamily="34" charset="0"/>
              </a:rPr>
              <a:t>Copyright © 2026 S&amp;P Global. All rights reserved. The [</a:t>
            </a:r>
            <a:r>
              <a:rPr lang="en-US" sz="1000">
                <a:solidFill>
                  <a:srgbClr val="B92051"/>
                </a:solidFill>
                <a:effectLst/>
                <a:latin typeface="Arial" panose="020B0604020202020204" pitchFamily="34" charset="0"/>
                <a:ea typeface="Calibri" panose="020F0502020204030204" pitchFamily="34" charset="0"/>
                <a:cs typeface="Arial" panose="020B0604020202020204" pitchFamily="34" charset="0"/>
              </a:rPr>
              <a:t>Insert publication</a:t>
            </a:r>
            <a:r>
              <a:rPr lang="en-US" sz="1000">
                <a:effectLst/>
                <a:latin typeface="Arial" panose="020B0604020202020204" pitchFamily="34" charset="0"/>
                <a:ea typeface="Calibri" panose="020F0502020204030204" pitchFamily="34" charset="0"/>
                <a:cs typeface="Arial" panose="020B0604020202020204" pitchFamily="34" charset="0"/>
              </a:rPr>
              <a:t>] is published by IHS Herold, 55 Post Rd W, 2nd Floor, Westport, CT 06880, USA for the exclusive use of S&amp;P Global clients. Reproduction of this report, even for internal distribution, is strictly prohibited. The information contained herein has been obtained from sources believed to be reliable, but neither S&amp;P Global nor any of its affiliates guarantees their accuracy or completeness. No information or opinions contained herein constitutes a representation or solicitation for the purchase of any securities of the companies mentioned herein. From time to time, IHS Herold and/or its officers and employees may have long or short positions in the securities mentioned herein or during the past year may have transacted in securities of the companies mentioned. </a:t>
            </a:r>
          </a:p>
          <a:p>
            <a:pPr marL="0" marR="0">
              <a:lnSpc>
                <a:spcPct val="107000"/>
              </a:lnSpc>
              <a:spcBef>
                <a:spcPts val="0"/>
              </a:spcBef>
              <a:spcAft>
                <a:spcPts val="800"/>
              </a:spcAft>
            </a:pPr>
            <a:r>
              <a:rPr lang="en-US" sz="100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 who prepared this report certifies that the views expressed herein accurately reflect the research analyst’s professional opinions, are consistent with established IHS Herold methodologies and standards, and that no part of his or her compensation was, is, or will be directly or indirectly related to specific views contained in this report.</a:t>
            </a:r>
          </a:p>
          <a:p>
            <a:pPr marL="0" marR="0">
              <a:lnSpc>
                <a:spcPct val="107000"/>
              </a:lnSpc>
              <a:spcBef>
                <a:spcPts val="0"/>
              </a:spcBef>
              <a:spcAft>
                <a:spcPts val="800"/>
              </a:spcAft>
            </a:pPr>
            <a:r>
              <a:rPr lang="en-US" sz="100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analysts who prepared this report certify that the views expressed herein accurately reflect their professional opinions, are consistent with established IHS Herold methodologies and standards, and that no part of their compensation was, is, or will be directly or indirectly related to specific views contained in this report.</a:t>
            </a:r>
          </a:p>
          <a:p>
            <a:pPr marL="0" marR="0" lvl="0" indent="0" algn="l" defTabSz="457200" rtl="0" eaLnBrk="1" fontAlgn="auto" latinLnBrk="0" hangingPunct="1">
              <a:lnSpc>
                <a:spcPct val="107000"/>
              </a:lnSpc>
              <a:spcBef>
                <a:spcPts val="0"/>
              </a:spcBef>
              <a:spcAft>
                <a:spcPts val="800"/>
              </a:spcAft>
              <a:buClrTx/>
              <a:buSzTx/>
              <a:buFontTx/>
              <a:buNone/>
              <a:tabLst/>
              <a:defRPr/>
            </a:pPr>
            <a:r>
              <a:rPr lang="en-US" sz="1000">
                <a:solidFill>
                  <a:schemeClr val="accent1"/>
                </a:solidFill>
                <a:latin typeface="Arial" panose="020B0604020202020204" pitchFamily="34" charset="0"/>
                <a:cs typeface="Arial" panose="020B0604020202020204" pitchFamily="34" charset="0"/>
              </a:rPr>
              <a:t>The analyst that prepared this report has a [long/short] position in the securities of [company] mentioned in this report. This analyst is contractually prohibited from purchasing or selling the securities of this company during the blackout period implemented by IHS Herold for this type of report.</a:t>
            </a:r>
          </a:p>
        </p:txBody>
      </p:sp>
    </p:spTree>
    <p:extLst>
      <p:ext uri="{BB962C8B-B14F-4D97-AF65-F5344CB8AC3E}">
        <p14:creationId xmlns:p14="http://schemas.microsoft.com/office/powerpoint/2010/main" val="60755330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Companies &amp; Transactions_Spark">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4A2754-9801-4B84-AD47-B47EDD265969}"/>
              </a:ext>
              <a:ext uri="{C183D7F6-B498-43B3-948B-1728B52AA6E4}">
                <adec:decorative xmlns:adec="http://schemas.microsoft.com/office/drawing/2017/decorative" val="0"/>
              </a:ext>
            </a:extLst>
          </p:cNvPr>
          <p:cNvSpPr txBox="1"/>
          <p:nvPr userDrawn="1"/>
        </p:nvSpPr>
        <p:spPr>
          <a:xfrm>
            <a:off x="566928" y="1737360"/>
            <a:ext cx="11077576" cy="3659784"/>
          </a:xfrm>
          <a:prstGeom prst="rect">
            <a:avLst/>
          </a:prstGeom>
          <a:noFill/>
        </p:spPr>
        <p:txBody>
          <a:bodyPr wrap="square" anchor="t">
            <a:spAutoFit/>
          </a:bodyPr>
          <a:lstStyle/>
          <a:p>
            <a:pPr marL="0" marR="0">
              <a:lnSpc>
                <a:spcPct val="107000"/>
              </a:lnSpc>
              <a:spcBef>
                <a:spcPts val="0"/>
              </a:spcBef>
              <a:spcAft>
                <a:spcPts val="800"/>
              </a:spcAft>
            </a:pPr>
            <a:r>
              <a:rPr lang="en-US" sz="1000" b="1">
                <a:effectLst/>
                <a:latin typeface="Arial" panose="020B0604020202020204" pitchFamily="34" charset="0"/>
                <a:ea typeface="Calibri" panose="020F0502020204030204" pitchFamily="34" charset="0"/>
                <a:cs typeface="Arial" panose="020B0604020202020204" pitchFamily="34" charset="0"/>
              </a:rPr>
              <a:t>Disclaimer</a:t>
            </a:r>
            <a:endParaRPr lang="en-US" sz="1000">
              <a:effectLst/>
              <a:latin typeface="Arial" panose="020B060402020202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000">
                <a:effectLst/>
                <a:latin typeface="Arial" panose="020B0604020202020204" pitchFamily="34" charset="0"/>
                <a:ea typeface="Calibri" panose="020F0502020204030204" pitchFamily="34" charset="0"/>
                <a:cs typeface="Arial" panose="020B0604020202020204" pitchFamily="34" charset="0"/>
              </a:rPr>
              <a:t>IHS Herold Inc. (“IHS Herold”), a wholly-owned subsidiary of S&amp;P Global, provides data and analysis on the strategy, performance, and valuation of companies in the global energy industry, as well as energy transactions and trends. IHS Herold serves a subscription client base consisting of energy companies, financial institutions, investment managers, and advisory firms. IHS Herold is not affiliated with any broker, dealer, bank, or investment bank. Companies mentioned in this report may be or may have been subscribers to IHS Herold data and research in the past year on terms consistent with all other clients of IHS Herold or clients of any member of the S&amp;P Global group. IHS Herold does not inform any company in advance of the nature or conclusions of its research reports. Analysts do not receive any compensation from the companies on which they report or from any other industry source.</a:t>
            </a:r>
          </a:p>
          <a:p>
            <a:pPr marL="0" marR="0">
              <a:lnSpc>
                <a:spcPct val="107000"/>
              </a:lnSpc>
              <a:spcBef>
                <a:spcPts val="0"/>
              </a:spcBef>
              <a:spcAft>
                <a:spcPts val="800"/>
              </a:spcAft>
            </a:pPr>
            <a:r>
              <a:rPr lang="en-US" sz="1000">
                <a:effectLst/>
                <a:latin typeface="Arial" panose="020B0604020202020204" pitchFamily="34" charset="0"/>
                <a:ea typeface="Calibri" panose="020F0502020204030204" pitchFamily="34" charset="0"/>
                <a:cs typeface="Arial" panose="020B0604020202020204" pitchFamily="34" charset="0"/>
              </a:rPr>
              <a:t>Copyright © 2026 S&amp;P Global. All rights reserved. The [</a:t>
            </a:r>
            <a:r>
              <a:rPr lang="en-US" sz="1000">
                <a:solidFill>
                  <a:srgbClr val="B92051"/>
                </a:solidFill>
                <a:effectLst/>
                <a:latin typeface="Arial" panose="020B0604020202020204" pitchFamily="34" charset="0"/>
                <a:ea typeface="Calibri" panose="020F0502020204030204" pitchFamily="34" charset="0"/>
                <a:cs typeface="Arial" panose="020B0604020202020204" pitchFamily="34" charset="0"/>
              </a:rPr>
              <a:t>Insert publication</a:t>
            </a:r>
            <a:r>
              <a:rPr lang="en-US" sz="1000">
                <a:effectLst/>
                <a:latin typeface="Arial" panose="020B0604020202020204" pitchFamily="34" charset="0"/>
                <a:ea typeface="Calibri" panose="020F0502020204030204" pitchFamily="34" charset="0"/>
                <a:cs typeface="Arial" panose="020B0604020202020204" pitchFamily="34" charset="0"/>
              </a:rPr>
              <a:t>] is published by IHS Herold, 55 Post Rd W, 2nd Floor, Westport, CT 06880, USA for the exclusive use of S&amp;P Global clients. Reproduction of this report, even for internal distribution, is strictly prohibited. The information contained herein has been obtained from sources believed to be reliable, but neither S&amp;P Global nor any of its affiliates guarantees their accuracy or completeness. No information or opinions contained herein constitutes a representation or solicitation for the purchase of any securities of the companies mentioned herein. From time to time, IHS Herold and/or its officers and employees may have long or short positions in the securities mentioned herein or during the past year may have transacted in securities of the companies mentioned. </a:t>
            </a:r>
          </a:p>
          <a:p>
            <a:pPr marL="0" marR="0">
              <a:lnSpc>
                <a:spcPct val="107000"/>
              </a:lnSpc>
              <a:spcBef>
                <a:spcPts val="0"/>
              </a:spcBef>
              <a:spcAft>
                <a:spcPts val="800"/>
              </a:spcAft>
            </a:pPr>
            <a:r>
              <a:rPr lang="en-US" sz="100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 who prepared this report certifies that the views expressed herein accurately reflect the research analyst’s professional opinions, are consistent with established IHS Herold methodologies and standards, and that no part of his or her compensation was, is, or will be directly or indirectly related to specific views contained in this report.</a:t>
            </a:r>
          </a:p>
          <a:p>
            <a:pPr marL="0" marR="0">
              <a:lnSpc>
                <a:spcPct val="107000"/>
              </a:lnSpc>
              <a:spcBef>
                <a:spcPts val="0"/>
              </a:spcBef>
              <a:spcAft>
                <a:spcPts val="800"/>
              </a:spcAft>
            </a:pPr>
            <a:r>
              <a:rPr lang="en-US" sz="100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analysts who prepared this report certify that the views expressed herein accurately reflect their professional opinions, are consistent with established IHS Herold methodologies and standards, and that no part of their compensation was, is, or will be directly or indirectly related to specific views contained in this report.</a:t>
            </a:r>
          </a:p>
          <a:p>
            <a:pPr marL="0" marR="0" lvl="0" indent="0" algn="l" defTabSz="457200" rtl="0" eaLnBrk="1" fontAlgn="auto" latinLnBrk="0" hangingPunct="1">
              <a:lnSpc>
                <a:spcPct val="107000"/>
              </a:lnSpc>
              <a:spcBef>
                <a:spcPts val="0"/>
              </a:spcBef>
              <a:spcAft>
                <a:spcPts val="800"/>
              </a:spcAft>
              <a:buClrTx/>
              <a:buSzTx/>
              <a:buFontTx/>
              <a:buNone/>
              <a:tabLst/>
              <a:defRPr/>
            </a:pPr>
            <a:r>
              <a:rPr lang="en-US" sz="1000">
                <a:solidFill>
                  <a:schemeClr val="accent1"/>
                </a:solidFill>
                <a:latin typeface="Arial" panose="020B0604020202020204" pitchFamily="34" charset="0"/>
                <a:cs typeface="Arial" panose="020B0604020202020204" pitchFamily="34" charset="0"/>
              </a:rPr>
              <a:t>The analyst that prepared this report has a [long/short] position in the securities of [company] mentioned in this report. This analyst is contractually prohibited from purchasing or selling the securities of this company during the blackout period implemented by IHS Herold for this type of report.</a:t>
            </a:r>
          </a:p>
          <a:p>
            <a:pPr marL="0" marR="0" lvl="0" indent="0" algn="l" defTabSz="457200" rtl="0" eaLnBrk="1" fontAlgn="auto" latinLnBrk="0" hangingPunct="1">
              <a:lnSpc>
                <a:spcPct val="107000"/>
              </a:lnSpc>
              <a:spcBef>
                <a:spcPts val="0"/>
              </a:spcBef>
              <a:spcAft>
                <a:spcPts val="800"/>
              </a:spcAft>
              <a:buClrTx/>
              <a:buSzTx/>
              <a:buFontTx/>
              <a:buNone/>
              <a:tabLst/>
              <a:defRPr/>
            </a:pPr>
            <a:r>
              <a:rPr lang="en-US" sz="1000">
                <a:solidFill>
                  <a:schemeClr val="tx1"/>
                </a:solidFill>
                <a:effectLst/>
              </a:rPr>
              <a:t>This content was created with the assistance of Kensho Spark Assist, an artificial intelligence (AI) tool. For complete Terms of Use, see </a:t>
            </a:r>
            <a:r>
              <a:rPr lang="en-US" sz="1000">
                <a:solidFill>
                  <a:schemeClr val="tx1"/>
                </a:solidFill>
                <a:effectLst/>
                <a:hlinkClick r:id="rId3" tooltip="https://www.spglobal.com/en/terms-of-use.">
                  <a:extLst>
                    <a:ext uri="{A12FA001-AC4F-418D-AE19-62706E023703}">
                      <ahyp:hlinkClr xmlns:ahyp="http://schemas.microsoft.com/office/drawing/2018/hyperlinkcolor" val="tx"/>
                    </a:ext>
                  </a:extLst>
                </a:hlinkClick>
              </a:rPr>
              <a:t>https://www.spglobal.com/en/terms-of-use</a:t>
            </a:r>
            <a:r>
              <a:rPr lang="en-US" sz="1000">
                <a:solidFill>
                  <a:schemeClr val="tx1"/>
                </a:solidFill>
                <a:effectLst/>
              </a:rPr>
              <a:t>. </a:t>
            </a:r>
            <a:endParaRPr lang="en-US" sz="100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5499802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EA77DE4-BCDB-47D9-B82E-92CB162DC268}"/>
              </a:ext>
            </a:extLst>
          </p:cNvPr>
          <p:cNvSpPr txBox="1"/>
          <p:nvPr userDrawn="1"/>
        </p:nvSpPr>
        <p:spPr>
          <a:xfrm>
            <a:off x="0" y="0"/>
            <a:ext cx="12192000" cy="6858000"/>
          </a:xfrm>
          <a:prstGeom prst="rect">
            <a:avLst/>
          </a:prstGeom>
          <a:solidFill>
            <a:schemeClr val="accent5"/>
          </a:solidFill>
        </p:spPr>
        <p:txBody>
          <a:bodyPr wrap="square" rtlCol="0" anchor="ctr">
            <a:noAutofit/>
          </a:bodyPr>
          <a:lstStyle/>
          <a:p>
            <a:pPr algn="ctr">
              <a:lnSpc>
                <a:spcPct val="90000"/>
              </a:lnSpc>
            </a:pPr>
            <a:r>
              <a:rPr lang="en-US" sz="11500" b="1"/>
              <a:t>DO NOT USE LAYOUTS AFTER THIS! </a:t>
            </a:r>
          </a:p>
        </p:txBody>
      </p:sp>
    </p:spTree>
    <p:extLst>
      <p:ext uri="{BB962C8B-B14F-4D97-AF65-F5344CB8AC3E}">
        <p14:creationId xmlns:p14="http://schemas.microsoft.com/office/powerpoint/2010/main" val="86373039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Contact us">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1112" y="0"/>
            <a:ext cx="5577840" cy="6858000"/>
          </a:xfrm>
          <a:prstGeom prst="rect">
            <a:avLst/>
          </a:prstGeom>
        </p:spPr>
      </p:pic>
      <p:pic>
        <p:nvPicPr>
          <p:cNvPr id="3" name="Image 1" descr="https://snp-mediaportal.qbank.se/assets/deployedFiles/fd6ac17e8cb753e1865b09a3b5a17939.png">    </p:cNvPr>
          <p:cNvPicPr>
            <a:picLocks noChangeAspect="1"/>
          </p:cNvPicPr>
          <p:nvPr/>
        </p:nvPicPr>
        <p:blipFill>
          <a:blip r:embed="rId2"/>
          <a:stretch>
            <a:fillRect/>
          </a:stretch>
        </p:blipFill>
        <p:spPr>
          <a:xfrm>
            <a:off x="466344" y="6281928"/>
            <a:ext cx="1572768" cy="557784"/>
          </a:xfrm>
          <a:prstGeom prst="rect">
            <a:avLst/>
          </a:prstGeom>
        </p:spPr>
      </p:pic>
      <p:sp>
        <p:nvSpPr>
          <p:cNvPr id="4" name="Text 0"/>
          <p:cNvSpPr/>
          <p:nvPr/>
        </p:nvSpPr>
        <p:spPr>
          <a:xfrm>
            <a:off x="5276088" y="6565392"/>
            <a:ext cx="6126480" cy="219456"/>
          </a:xfrm>
          <a:prstGeom prst="rect">
            <a:avLst/>
          </a:prstGeom>
          <a:noFill/>
          <a:ln/>
        </p:spPr>
        <p:txBody>
          <a:bodyPr wrap="square" rtlCol="0" anchor="ctr"/>
          <a:lstStyle/>
          <a:p>
            <a:pPr algn="r" indent="0" marL="0">
              <a:buNone/>
            </a:pPr>
            <a:r>
              <a:rPr lang="en-US" sz="700" dirty="0">
                <a:solidFill>
                  <a:srgbClr val="FFFFFF"/>
                </a:solidFill>
                <a:latin typeface="Arial" pitchFamily="34" charset="0"/>
                <a:ea typeface="Arial" pitchFamily="34" charset="-122"/>
                <a:cs typeface="Arial" pitchFamily="34" charset="-120"/>
              </a:rPr>
              <a:t>© 2025 S&amp;P Global.</a:t>
            </a:r>
            <a:endParaRPr lang="en-US" sz="700" dirty="0"/>
          </a:p>
        </p:txBody>
      </p:sp>
      <p:sp>
        <p:nvSpPr>
          <p:cNvPr id="5" name="Text 1"/>
          <p:cNvSpPr/>
          <p:nvPr>
            <p:ph idx="103" type="sldNum" hasCustomPrompt="1"/>
          </p:nvPr>
        </p:nvSpPr>
        <p:spPr/>
        <p:txBody>
          <a:bodyPr wrap="none" rtlCol="0" anchor="ctr"/>
          <a:lstStyle/>
          <a:p>
            <a:pPr algn="r" indent="0" marL="0">
              <a:buNone/>
            </a:pPr>
            <a:r>
              <a:rPr lang="en-US" sz="700" dirty="0">
                <a:solidFill>
                  <a:srgbClr val="FFFFFF"/>
                </a:solidFill>
                <a:latin typeface="Arial" pitchFamily="34" charset="0"/>
                <a:ea typeface="Arial" pitchFamily="34" charset="-122"/>
                <a:cs typeface="Arial" pitchFamily="34" charset="-120"/>
              </a:rPr>
              <a:t>&lt;#&gt;</a:t>
            </a:r>
            <a:endParaRPr lang="en-US" sz="700" dirty="0"/>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disclaimer">
    <p:bg>
      <p:bgPr>
        <a:solidFill>
          <a:srgbClr val="FFFFFF"/>
        </a:solidFill>
      </p:bgPr>
    </p:bg>
    <p:spTree>
      <p:nvGrpSpPr>
        <p:cNvPr id="1" name=""/>
        <p:cNvGrpSpPr/>
        <p:nvPr/>
      </p:nvGrpSpPr>
      <p:grpSpPr>
        <a:xfrm>
          <a:off x="0" y="0"/>
          <a:ext cx="0" cy="0"/>
          <a:chOff x="0" y="0"/>
          <a:chExt cx="0" cy="0"/>
        </a:xfrm>
      </p:grpSpPr>
      <p:pic>
        <p:nvPicPr>
          <p:cNvPr id="2" name="Image 0" descr="https://snp-mediaportal.qbank.se/assets/deployedFiles/b1df7db893866364c914f2942049e8bf.png">    </p:cNvPr>
          <p:cNvPicPr>
            <a:picLocks noChangeAspect="1"/>
          </p:cNvPicPr>
          <p:nvPr/>
        </p:nvPicPr>
        <p:blipFill>
          <a:blip r:embed="rId1"/>
          <a:stretch>
            <a:fillRect/>
          </a:stretch>
        </p:blipFill>
        <p:spPr>
          <a:xfrm>
            <a:off x="466344" y="6281928"/>
            <a:ext cx="1572768" cy="557784"/>
          </a:xfrm>
          <a:prstGeom prst="rect">
            <a:avLst/>
          </a:prstGeom>
        </p:spPr>
      </p:pic>
      <p:sp>
        <p:nvSpPr>
          <p:cNvPr id="3" name="Text 0"/>
          <p:cNvSpPr/>
          <p:nvPr>
            <p:ph idx="101" type="sldNum" hasCustomPrompt="1"/>
          </p:nvPr>
        </p:nvSpPr>
        <p:spPr/>
        <p:txBody>
          <a:bodyPr wrap="none" rtlCol="0" anchor="ctr"/>
          <a:lstStyle/>
          <a:p>
            <a:pPr algn="r" indent="0" marL="0">
              <a:buNone/>
            </a:pPr>
            <a:r>
              <a:rPr lang="en-US" sz="700" dirty="0">
                <a:solidFill>
                  <a:srgbClr val="FFFFFF"/>
                </a:solidFill>
                <a:latin typeface="Arial" pitchFamily="34" charset="0"/>
                <a:ea typeface="Arial" pitchFamily="34" charset="-122"/>
                <a:cs typeface="Arial" pitchFamily="34" charset="-120"/>
              </a:rPr>
              <a:t>&lt;#&gt;</a:t>
            </a:r>
            <a:endParaRPr lang="en-US" sz="700" dirty="0"/>
          </a:p>
        </p:txBody>
      </p:sp>
      <p:sp>
        <p:nvSpPr>
          <p:cNvPr id="4" name="Text 0"/>
          <p:cNvSpPr/>
          <p:nvPr/>
        </p:nvSpPr>
        <p:spPr>
          <a:xfrm>
            <a:off x="566928" y="448056"/>
            <a:ext cx="11064240" cy="5788152"/>
          </a:xfrm>
          <a:prstGeom prst="rect">
            <a:avLst/>
          </a:prstGeom>
          <a:noFill/>
          <a:ln/>
        </p:spPr>
        <p:txBody>
          <a:bodyPr wrap="square" lIns="0" tIns="0" rIns="0" bIns="0" rtlCol="0" anchor="ctr"/>
          <a:lstStyle/>
          <a:p>
            <a:pPr algn="l" indent="0" marL="0">
              <a:buNone/>
            </a:pPr>
            <a:r>
              <a:rPr lang="en-US" sz="1000" dirty="0">
                <a:solidFill>
                  <a:srgbClr val="000000"/>
                </a:solidFill>
                <a:latin typeface="Arial" pitchFamily="34" charset="0"/>
                <a:ea typeface="Arial" pitchFamily="34" charset="-122"/>
                <a:cs typeface="Arial" pitchFamily="34" charset="-120"/>
              </a:rPr>
              <a:t>Copyright © 2025 by S&amp;P Global Market Intelligence, a division of S&amp;P Global Inc. All rights reserved.</a:t>
            </a:r>
            <a:endParaRPr lang="en-US" sz="1000" dirty="0"/>
          </a:p>
          <a:p>
            <a:pPr algn="l" indent="0" marL="0">
              <a:buNone/>
            </a:pPr>
            <a:endParaRPr lang="en-US" sz="1000" dirty="0"/>
          </a:p>
          <a:p>
            <a:pPr algn="l" indent="0" marL="0">
              <a:buNone/>
            </a:pPr>
            <a:r>
              <a:rPr lang="en-US" sz="1000" dirty="0">
                <a:solidFill>
                  <a:srgbClr val="000000"/>
                </a:solidFill>
                <a:latin typeface="Arial" pitchFamily="34" charset="0"/>
                <a:ea typeface="Arial" pitchFamily="34" charset="-122"/>
                <a:cs typeface="Arial" pitchFamily="34" charset="-120"/>
              </a:rPr>
              <a:t>These materials have been prepared solely for information purposes based upon information generally available to the public and from sources believed to be reliable. No content (including index data, ratings, credit-related analyses and data, research, model, software or other application or output therefrom) or any part thereof (Content) may be modified, reverse engineered, reproduced or distributed in any form by any means, or stored in a database or retrieval system, without the prior written permission of S&amp;P Global Market Intelligence or its affiliates (collectively, S&amp;P Global). The Content shall not be used for any unlawful or unauthorized purposes. S&amp;P Global and any third-party providers, (collectively S&amp;P Global Parties) do not guarantee the accuracy, completeness, timeliness or availability of the Content. S&amp;P Global Parties are not responsible for any errors or omissions, regardless of the cause, for the results obtained from the use of the Content. THE CONTENT IS PROVIDED ON "AS IS" BASIS. S&amp;P GLOBAL PARTIES DISCLAIM ANY AND ALL EXPRESS OR IMPLIED WARRANTIES, INCLUDING, BUT NOT LIMITED TO, ANY WARRANTIES OF MERCHANTABILITY OR FITNESS FOR A PARTICULAR PURPOSE OR USE, FREEDOM FROM BUGS, SOFTWARE ERRORS OR DEFECTS, THAT THE CONTENT'S FUNCTIONING WILL BE UNINTERRUPTED OR THAT THE CONTENT WILL OPERATE WITH ANY SOFTWARE OR HARDWARE CONFIGURATION. In no event shall S&amp;P Global Parties be liable to any party for any direct, indirect, incidental, exemplary, compensatory, punitive, special or consequential damages, costs, expenses, legal fees, or losses (including, without limitation, lost income or lost profits and opportunity costs or losses caused by negligence) in connection with any use of the Content even if advised of the possibility of such damages.</a:t>
            </a:r>
            <a:endParaRPr lang="en-US" sz="1000" dirty="0"/>
          </a:p>
          <a:p>
            <a:pPr algn="l" indent="0" marL="0">
              <a:buNone/>
            </a:pPr>
            <a:endParaRPr lang="en-US" sz="1000" dirty="0"/>
          </a:p>
          <a:p>
            <a:pPr algn="l" indent="0" marL="0">
              <a:buNone/>
            </a:pPr>
            <a:r>
              <a:rPr lang="en-US" sz="1000" dirty="0">
                <a:solidFill>
                  <a:srgbClr val="000000"/>
                </a:solidFill>
                <a:latin typeface="Arial" pitchFamily="34" charset="0"/>
                <a:ea typeface="Arial" pitchFamily="34" charset="-122"/>
                <a:cs typeface="Arial" pitchFamily="34" charset="-120"/>
              </a:rPr>
              <a:t>S&amp;P Global Market Intelligence's opinions, quotes and credit-related and other analyses are statements of opinion as of the date they are expressed and not statements of fact or recommendations to purchase, hold, or sell any securities or to make any investment decisions, and do not address the suitability of any security. S&amp;P Global Market Intelligence may provide index data. Direct investment in an index is not possible. Exposure to an asset class represented by an index is available through investable instruments based on that index. S&amp;P Global Market Intelligence assumes no obligation to update the Content following publication in any form or format. The Content should not be relied on and is not a substitute for the skill, judgment and experience of the user, its management, employees, advisors and/or clients when making investment and other business decisions. S&amp;P Global Market Intelligence does not endorse companies, technologies, products, services, or solutions.</a:t>
            </a:r>
            <a:endParaRPr lang="en-US" sz="1000" dirty="0"/>
          </a:p>
          <a:p>
            <a:pPr algn="l" indent="0" marL="0">
              <a:buNone/>
            </a:pPr>
            <a:endParaRPr lang="en-US" sz="1000" dirty="0"/>
          </a:p>
          <a:p>
            <a:pPr algn="l" indent="0" marL="0">
              <a:buNone/>
            </a:pPr>
            <a:r>
              <a:rPr lang="en-US" sz="1000" dirty="0">
                <a:solidFill>
                  <a:srgbClr val="000000"/>
                </a:solidFill>
                <a:latin typeface="Arial" pitchFamily="34" charset="0"/>
                <a:ea typeface="Arial" pitchFamily="34" charset="-122"/>
                <a:cs typeface="Arial" pitchFamily="34" charset="-120"/>
              </a:rPr>
              <a:t>S&amp;P Global keeps certain activities of its divisions separate from each other in order to preserve the independence and objectivity of their respective activities. As a result, certain divisions of S&amp;P Global may have information that is not available to other S&amp;P Global divisions. S&amp;P Global has established policies and procedures to maintain the confidentiality of certain non-public information received in connection with each analytical process.</a:t>
            </a:r>
            <a:endParaRPr lang="en-US" sz="1000" dirty="0"/>
          </a:p>
          <a:p>
            <a:pPr algn="l" indent="0" marL="0">
              <a:buNone/>
            </a:pPr>
            <a:endParaRPr lang="en-US" sz="1000" dirty="0"/>
          </a:p>
          <a:p>
            <a:pPr algn="l" indent="0" marL="0">
              <a:buNone/>
            </a:pPr>
            <a:r>
              <a:rPr lang="en-US" sz="1000" dirty="0">
                <a:solidFill>
                  <a:srgbClr val="000000"/>
                </a:solidFill>
                <a:latin typeface="Arial" pitchFamily="34" charset="0"/>
                <a:ea typeface="Arial" pitchFamily="34" charset="-122"/>
                <a:cs typeface="Arial" pitchFamily="34" charset="-120"/>
              </a:rPr>
              <a:t>S&amp;P Global may receive compensation for its ratings and certain analyses, normally from issuers or underwriters of securities or from obligors. S&amp;P Global reserves the right to disseminate its opinions and analyses. S&amp;P Global's public ratings and analyses are made available on its websites, www.standardandpoors.com (free of charge) and www.ratingsdirect.com (subscription), and may be distributed through other means, including via S&amp;P Global publications and third-party redistributors. Additional information about our ratings fees is available at www.standardandpoors.com/usratingsfees.</a:t>
            </a:r>
            <a:endParaRPr lang="en-US" sz="1000" dirty="0"/>
          </a:p>
          <a:p>
            <a:pPr algn="l" indent="0" marL="0">
              <a:buNone/>
            </a:pPr>
            <a:endParaRPr lang="en-US" sz="1000" dirty="0"/>
          </a:p>
          <a:p>
            <a:pPr algn="l" indent="0" marL="0">
              <a:buNone/>
            </a:pPr>
            <a:r>
              <a:rPr lang="en-US" sz="1000" dirty="0">
                <a:solidFill>
                  <a:srgbClr val="000000"/>
                </a:solidFill>
                <a:latin typeface="Arial" pitchFamily="34" charset="0"/>
                <a:ea typeface="Arial" pitchFamily="34" charset="-122"/>
                <a:cs typeface="Arial" pitchFamily="34" charset="-120"/>
              </a:rPr>
              <a:t>This content was created with the assistance of Kensho Spark Assist, an artificial intelligence (AI) tool. For complete Terms of Use, see https://www.spglobal.com/en/terms-of-use.</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slideLayout" Target="../slideLayouts/slideLayout66.xml"/><Relationship Id="rId67" Type="http://schemas.openxmlformats.org/officeDocument/2006/relationships/slideLayout" Target="../slideLayouts/slideLayout67.xml"/><Relationship Id="rId6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A160B2F-9375-4DE3-A5A0-161BE0A64385}"/>
              </a:ext>
            </a:extLst>
          </p:cNvPr>
          <p:cNvSpPr>
            <a:spLocks noGrp="1"/>
          </p:cNvSpPr>
          <p:nvPr>
            <p:ph type="ftr" sz="quarter" idx="3"/>
          </p:nvPr>
        </p:nvSpPr>
        <p:spPr>
          <a:xfrm>
            <a:off x="6096000" y="0"/>
            <a:ext cx="5535279" cy="317674"/>
          </a:xfrm>
          <a:prstGeom prst="rect">
            <a:avLst/>
          </a:prstGeom>
        </p:spPr>
        <p:txBody>
          <a:bodyPr vert="horz" wrap="none" lIns="0" tIns="0" rIns="0" bIns="0" rtlCol="0" anchor="ctr"/>
          <a:lstStyle>
            <a:lvl1pPr algn="r">
              <a:defRPr sz="900">
                <a:solidFill>
                  <a:schemeClr val="tx1"/>
                </a:solidFill>
              </a:defRPr>
            </a:lvl1pPr>
          </a:lstStyle>
          <a:p>
            <a:r>
              <a:rPr lang="en-US"/>
              <a:t>Section name (optional) / Title / Month 20YY</a:t>
            </a:r>
          </a:p>
        </p:txBody>
      </p:sp>
      <p:sp>
        <p:nvSpPr>
          <p:cNvPr id="6" name="Slide Number Placeholder 5"/>
          <p:cNvSpPr>
            <a:spLocks noGrp="1"/>
          </p:cNvSpPr>
          <p:nvPr userDrawn="1">
            <p:ph type="sldNum" sz="quarter" idx="4"/>
          </p:nvPr>
        </p:nvSpPr>
        <p:spPr>
          <a:xfrm>
            <a:off x="11320251" y="6563709"/>
            <a:ext cx="311576" cy="214804"/>
          </a:xfrm>
          <a:prstGeom prst="rect">
            <a:avLst/>
          </a:prstGeom>
        </p:spPr>
        <p:txBody>
          <a:bodyPr vert="horz" lIns="0" tIns="0" rIns="0" bIns="0" rtlCol="0" anchor="ctr"/>
          <a:lstStyle>
            <a:lvl1pPr algn="r">
              <a:defRPr sz="700">
                <a:solidFill>
                  <a:schemeClr val="tx1"/>
                </a:solidFill>
              </a:defRPr>
            </a:lvl1pPr>
          </a:lstStyle>
          <a:p>
            <a:fld id="{5CFA18E4-D58E-4B28-B105-28D9665A8EBC}" type="slidenum">
              <a:rPr lang="en-US" smtClean="0"/>
              <a:pPr/>
              <a:t>‹#›</a:t>
            </a:fld>
            <a:endParaRPr lang="en-US"/>
          </a:p>
        </p:txBody>
      </p:sp>
      <p:sp>
        <p:nvSpPr>
          <p:cNvPr id="88" name="Title Placeholder 1">
            <a:extLst>
              <a:ext uri="{FF2B5EF4-FFF2-40B4-BE49-F238E27FC236}">
                <a16:creationId xmlns:a16="http://schemas.microsoft.com/office/drawing/2014/main" id="{92E3486A-297A-4953-BF79-0AEFDE6C9C3F}"/>
              </a:ext>
            </a:extLst>
          </p:cNvPr>
          <p:cNvSpPr>
            <a:spLocks noGrp="1"/>
          </p:cNvSpPr>
          <p:nvPr userDrawn="1">
            <p:ph type="title"/>
          </p:nvPr>
        </p:nvSpPr>
        <p:spPr>
          <a:xfrm>
            <a:off x="567039" y="323644"/>
            <a:ext cx="11062709" cy="845439"/>
          </a:xfrm>
          <a:prstGeom prst="rect">
            <a:avLst/>
          </a:prstGeom>
        </p:spPr>
        <p:txBody>
          <a:bodyPr vert="horz" lIns="0" tIns="0" rIns="0" bIns="0" rtlCol="0" anchor="t">
            <a:noAutofit/>
          </a:bodyPr>
          <a:lstStyle/>
          <a:p>
            <a:r>
              <a:rPr lang="en-US"/>
              <a:t>Click to edit Master title style</a:t>
            </a:r>
          </a:p>
        </p:txBody>
      </p:sp>
      <p:sp>
        <p:nvSpPr>
          <p:cNvPr id="27" name="Text Placeholder 2">
            <a:extLst>
              <a:ext uri="{FF2B5EF4-FFF2-40B4-BE49-F238E27FC236}">
                <a16:creationId xmlns:a16="http://schemas.microsoft.com/office/drawing/2014/main" id="{F08B5A9E-5A85-46D7-B45C-7C4E83238E02}"/>
              </a:ext>
            </a:extLst>
          </p:cNvPr>
          <p:cNvSpPr>
            <a:spLocks noGrp="1"/>
          </p:cNvSpPr>
          <p:nvPr userDrawn="1">
            <p:ph type="body" idx="1"/>
          </p:nvPr>
        </p:nvSpPr>
        <p:spPr>
          <a:xfrm>
            <a:off x="567039" y="1289097"/>
            <a:ext cx="11064240" cy="426139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0" name="Rectangle 79">
            <a:extLst>
              <a:ext uri="{FF2B5EF4-FFF2-40B4-BE49-F238E27FC236}">
                <a16:creationId xmlns:a16="http://schemas.microsoft.com/office/drawing/2014/main" id="{1284AB22-BA66-47B9-8BEB-416F2BFF4706}"/>
              </a:ext>
              <a:ext uri="{C183D7F6-B498-43B3-948B-1728B52AA6E4}">
                <adec:decorative xmlns:adec="http://schemas.microsoft.com/office/drawing/2017/decorative" val="0"/>
              </a:ext>
            </a:extLst>
          </p:cNvPr>
          <p:cNvSpPr/>
          <p:nvPr userDrawn="1"/>
        </p:nvSpPr>
        <p:spPr>
          <a:xfrm>
            <a:off x="5272088" y="6575649"/>
            <a:ext cx="6129126" cy="200055"/>
          </a:xfrm>
          <a:prstGeom prst="rect">
            <a:avLst/>
          </a:prstGeom>
        </p:spPr>
        <p:txBody>
          <a:bodyPr wrap="square" anchor="b">
            <a:spAutoFit/>
          </a:bodyPr>
          <a:lstStyle/>
          <a:p>
            <a:pPr algn="r"/>
            <a:r>
              <a:rPr lang="en-US" sz="700">
                <a:latin typeface="+mn-lt"/>
              </a:rPr>
              <a:t>© 2026 S&amp;P Global.</a:t>
            </a:r>
          </a:p>
        </p:txBody>
      </p:sp>
    </p:spTree>
    <p:extLst>
      <p:ext uri="{BB962C8B-B14F-4D97-AF65-F5344CB8AC3E}">
        <p14:creationId xmlns:p14="http://schemas.microsoft.com/office/powerpoint/2010/main" val="3674233272"/>
      </p:ext>
    </p:extLst>
  </p:cSld>
  <p:clrMap bg1="lt1" tx1="dk1" bg2="lt2" tx2="dk2" accent1="accent1" accent2="accent2" accent3="accent3" accent4="accent4" accent5="accent5" accent6="accent6" hlink="hlink" folHlink="folHlink"/>
  <p:sldLayoutIdLst>
    <p:sldLayoutId id="2147483001" r:id="rId1"/>
    <p:sldLayoutId id="2147483002" r:id="rId2"/>
    <p:sldLayoutId id="2147483003" r:id="rId3"/>
    <p:sldLayoutId id="2147483004" r:id="rId4"/>
    <p:sldLayoutId id="2147483005" r:id="rId5"/>
    <p:sldLayoutId id="2147483006" r:id="rId6"/>
    <p:sldLayoutId id="2147483007" r:id="rId7"/>
    <p:sldLayoutId id="2147483008" r:id="rId8"/>
    <p:sldLayoutId id="2147483009" r:id="rId9"/>
    <p:sldLayoutId id="2147483010" r:id="rId10"/>
    <p:sldLayoutId id="2147483011" r:id="rId11"/>
    <p:sldLayoutId id="2147483012" r:id="rId12"/>
    <p:sldLayoutId id="2147483013" r:id="rId13"/>
    <p:sldLayoutId id="2147483014" r:id="rId14"/>
    <p:sldLayoutId id="2147483015" r:id="rId15"/>
    <p:sldLayoutId id="2147483016" r:id="rId16"/>
    <p:sldLayoutId id="2147483017" r:id="rId17"/>
    <p:sldLayoutId id="2147483018" r:id="rId18"/>
    <p:sldLayoutId id="2147483019" r:id="rId19"/>
    <p:sldLayoutId id="2147483020" r:id="rId20"/>
    <p:sldLayoutId id="2147483021" r:id="rId21"/>
    <p:sldLayoutId id="2147483022" r:id="rId22"/>
    <p:sldLayoutId id="2147483023" r:id="rId23"/>
    <p:sldLayoutId id="2147483024" r:id="rId24"/>
    <p:sldLayoutId id="2147483025" r:id="rId25"/>
    <p:sldLayoutId id="2147483026" r:id="rId26"/>
    <p:sldLayoutId id="2147483027" r:id="rId27"/>
    <p:sldLayoutId id="2147483028" r:id="rId28"/>
    <p:sldLayoutId id="2147483029" r:id="rId29"/>
    <p:sldLayoutId id="2147483030" r:id="rId30"/>
    <p:sldLayoutId id="2147483031" r:id="rId31"/>
    <p:sldLayoutId id="2147483032" r:id="rId32"/>
    <p:sldLayoutId id="2147483033" r:id="rId33"/>
    <p:sldLayoutId id="2147483034" r:id="rId34"/>
    <p:sldLayoutId id="2147483035" r:id="rId35"/>
    <p:sldLayoutId id="2147483036" r:id="rId36"/>
    <p:sldLayoutId id="2147483037" r:id="rId37"/>
    <p:sldLayoutId id="2147483038" r:id="rId38"/>
    <p:sldLayoutId id="2147483039" r:id="rId39"/>
    <p:sldLayoutId id="2147483040" r:id="rId40"/>
    <p:sldLayoutId id="2147483041" r:id="rId41"/>
    <p:sldLayoutId id="2147483042" r:id="rId42"/>
    <p:sldLayoutId id="2147483043" r:id="rId43"/>
    <p:sldLayoutId id="2147483044" r:id="rId44"/>
    <p:sldLayoutId id="2147483045" r:id="rId45"/>
    <p:sldLayoutId id="2147483046" r:id="rId46"/>
    <p:sldLayoutId id="2147483047" r:id="rId47"/>
    <p:sldLayoutId id="2147483048" r:id="rId48"/>
    <p:sldLayoutId id="2147483049" r:id="rId49"/>
    <p:sldLayoutId id="2147483050" r:id="rId50"/>
    <p:sldLayoutId id="2147483051" r:id="rId51"/>
    <p:sldLayoutId id="2147483052" r:id="rId52"/>
    <p:sldLayoutId id="2147483053" r:id="rId53"/>
    <p:sldLayoutId id="2147483054" r:id="rId54"/>
    <p:sldLayoutId id="2147483055" r:id="rId55"/>
    <p:sldLayoutId id="2147483056" r:id="rId56"/>
    <p:sldLayoutId id="2147483057" r:id="rId57"/>
    <p:sldLayoutId id="2147483058" r:id="rId58"/>
    <p:sldLayoutId id="2147483059" r:id="rId59"/>
    <p:sldLayoutId id="2147483060" r:id="rId60"/>
    <p:sldLayoutId id="2147483061" r:id="rId61"/>
    <p:sldLayoutId id="2147483062" r:id="rId62"/>
    <p:sldLayoutId id="2147483063" r:id="rId63"/>
    <p:sldLayoutId id="2147483064" r:id="rId64"/>
    <p:sldLayoutId id="2147483065" r:id="rId65"/>
    <p:sldLayoutId id="2147483066" r:id="rId66"/>
    <p:sldLayoutId id="2147483067" r:id="rId67"/>
  </p:sldLayoutIdLst>
  <p:hf hdr="0" ftr="0" dt="0"/>
  <p:txStyles>
    <p:titleStyle>
      <a:lvl1pPr algn="l" defTabSz="914400" rtl="0" eaLnBrk="1" latinLnBrk="0" hangingPunct="1">
        <a:lnSpc>
          <a:spcPct val="90000"/>
        </a:lnSpc>
        <a:spcBef>
          <a:spcPct val="0"/>
        </a:spcBef>
        <a:buNone/>
        <a:defRPr sz="2400" kern="1200">
          <a:solidFill>
            <a:schemeClr val="tx1"/>
          </a:solidFill>
          <a:latin typeface="+mj-lt"/>
          <a:ea typeface="+mj-ea"/>
          <a:cs typeface="+mj-cs"/>
        </a:defRPr>
      </a:lvl1pPr>
    </p:titleStyle>
    <p:bodyStyle>
      <a:lvl1pPr marL="169863" indent="-169863"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1pPr>
      <a:lvl2pPr marL="341313" indent="-17145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2pPr>
      <a:lvl3pPr marL="517525" indent="-176213" algn="l" defTabSz="914400" rtl="0" eaLnBrk="1" latinLnBrk="0" hangingPunct="1">
        <a:lnSpc>
          <a:spcPct val="100000"/>
        </a:lnSpc>
        <a:spcBef>
          <a:spcPts val="0"/>
        </a:spcBef>
        <a:spcAft>
          <a:spcPts val="600"/>
        </a:spcAft>
        <a:buFont typeface="Arial" panose="020B0604020202020204" pitchFamily="34" charset="0"/>
        <a:buChar char="•"/>
        <a:tabLst/>
        <a:defRPr sz="1200" kern="1200">
          <a:solidFill>
            <a:schemeClr val="tx1"/>
          </a:solidFill>
          <a:latin typeface="+mn-lt"/>
          <a:ea typeface="+mn-ea"/>
          <a:cs typeface="+mn-cs"/>
        </a:defRPr>
      </a:lvl3pPr>
      <a:lvl4pPr marL="687388" indent="-169863" algn="l" defTabSz="914400" rtl="0" eaLnBrk="1" latinLnBrk="0" hangingPunct="1">
        <a:lnSpc>
          <a:spcPct val="100000"/>
        </a:lnSpc>
        <a:spcBef>
          <a:spcPts val="0"/>
        </a:spcBef>
        <a:spcAft>
          <a:spcPts val="600"/>
        </a:spcAft>
        <a:buFont typeface="Arial" panose="020B0604020202020204" pitchFamily="34" charset="0"/>
        <a:buChar char="–"/>
        <a:defRPr sz="1050" kern="1200">
          <a:solidFill>
            <a:schemeClr val="tx1"/>
          </a:solidFill>
          <a:latin typeface="+mn-lt"/>
          <a:ea typeface="+mn-ea"/>
          <a:cs typeface="+mn-cs"/>
        </a:defRPr>
      </a:lvl4pPr>
      <a:lvl5pPr marL="914400" indent="-227013" algn="l" defTabSz="914400" rtl="0" eaLnBrk="1" latinLnBrk="0" hangingPunct="1">
        <a:lnSpc>
          <a:spcPct val="100000"/>
        </a:lnSpc>
        <a:spcBef>
          <a:spcPts val="0"/>
        </a:spcBef>
        <a:spcAft>
          <a:spcPts val="600"/>
        </a:spcAft>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pos="3840" userDrawn="1">
          <p15:clr>
            <a:srgbClr val="A4A3A4"/>
          </p15:clr>
        </p15:guide>
        <p15:guide id="6" pos="7329" userDrawn="1">
          <p15:clr>
            <a:srgbClr val="F26B43"/>
          </p15:clr>
        </p15:guide>
        <p15:guide id="9" orient="horz" pos="216" userDrawn="1">
          <p15:clr>
            <a:srgbClr val="F26B43"/>
          </p15:clr>
        </p15:guide>
        <p15:guide id="12" orient="horz" pos="3912" userDrawn="1">
          <p15:clr>
            <a:srgbClr val="F26B43"/>
          </p15:clr>
        </p15:guide>
        <p15:guide id="21" pos="35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47.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teams.microsoft.com/l/chat/0/0?users=mizan.binabdulrahman@spglobal.com&amp;message=Hi%20Mizan,%20can%20you%20help%20me%20install%20theme%20colors,%20please?" TargetMode="External"/><Relationship Id="rId2" Type="http://schemas.openxmlformats.org/officeDocument/2006/relationships/hyperlink" Target="https://sphere.spglobal.com/sites/cross-divisional-initiatives/news/436529/branded-smartart-slide-elements" TargetMode="External"/><Relationship Id="rId3" Type="http://schemas.openxmlformats.org/officeDocument/2006/relationships/slideLayout" Target="../slideLayouts/slideLayout10.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mediaportal.spglobal.com/search/images" TargetMode="External"/><Relationship Id="rId2" Type="http://schemas.openxmlformats.org/officeDocument/2006/relationships/hyperlink" Target="https://brandcenter.spglobal.com/content/photography-principles" TargetMode="External"/><Relationship Id="rId3" Type="http://schemas.openxmlformats.org/officeDocument/2006/relationships/hyperlink" Target="https://forms.office.com/Pages/ResponsePage.aspx?id=6jY-jzmAQEuBp33AWZ6GRaLKtkOlT3tHpcP174yxCTxUQzA3TTJYQkxRNUJSVElSWURUT0lLNzlaSyQlQCN0PWcu" TargetMode="External"/><Relationship Id="rId4" Type="http://schemas.openxmlformats.org/officeDocument/2006/relationships/hyperlink" Target="https://www.gettyimages.com/landing/pa-preview/expanded/170478" TargetMode="External"/><Relationship Id="rId5" Type="http://schemas.openxmlformats.org/officeDocument/2006/relationships/hyperlink" Target="https://spark.spglobal.com/assist?spark_id=33792" TargetMode="External"/><Relationship Id="rId6" Type="http://schemas.openxmlformats.org/officeDocument/2006/relationships/hyperlink" Target="https://brandcenter.spglobal.com/content/iconography" TargetMode="External"/><Relationship Id="rId7" Type="http://schemas.openxmlformats.org/officeDocument/2006/relationships/hyperlink" Target="https://forms.office.com/Pages/ResponsePage.aspx?id=6jY-jzmAQEuBp33AWZ6GRaLKtkOlT3tHpcP174yxCTxUNzY4WFRaS1czTTkwOTBPUjI2SU1DMzk4WSQlQCN0PWcu" TargetMode="External"/><Relationship Id="rId8" Type="http://schemas.openxmlformats.org/officeDocument/2006/relationships/hyperlink" Target="https://forms.office.com/Pages/ResponsePage.aspx?id=6jY-jzmAQEuBp33AWZ6GRZl6-kBxW6hEiiDSu0_M_X1UM0FMWVVFMTRWMjgyM0k4VE9aWjZXOU4zSSQlQCN0PWcu" TargetMode="External"/><Relationship Id="rId9" Type="http://schemas.openxmlformats.org/officeDocument/2006/relationships/hyperlink" Target="https://spgl.sharepoint.com/sites/group_nam_corp_edp_m/SitePages/Energy-Editorial-Submissions.aspx" TargetMode="External"/><Relationship Id="rId10" Type="http://schemas.openxmlformats.org/officeDocument/2006/relationships/hyperlink" Target="https://spgl.sharepoint.com/sites/ResearchAnalysis/Lists/SC/NewForm.aspx" TargetMode="External"/><Relationship Id="rId11" Type="http://schemas.openxmlformats.org/officeDocument/2006/relationships/hyperlink" Target="mailto:jane.crispin@spglobal.com" TargetMode="External"/><Relationship Id="rId12" Type="http://schemas.openxmlformats.org/officeDocument/2006/relationships/hyperlink" Target="mailto:GIA_editorial@spglobal.com" TargetMode="External"/><Relationship Id="rId13" Type="http://schemas.openxmlformats.org/officeDocument/2006/relationships/hyperlink" Target="mailto:h-ihsm-DL-MaritimeEditing&amp;Design@spglobal.com" TargetMode="External"/><Relationship Id="rId14" Type="http://schemas.openxmlformats.org/officeDocument/2006/relationships/hyperlink" Target="mailto:finews.submissions@spglobal.com" TargetMode="External"/><Relationship Id="rId15" Type="http://schemas.openxmlformats.org/officeDocument/2006/relationships/hyperlink" Target="https://spgi.service-now.com/esc?id=sc_cat_item&amp;sys_id=c49f549bc3f0d214fffbdecf050131bb" TargetMode="External"/><Relationship Id="rId16" Type="http://schemas.openxmlformats.org/officeDocument/2006/relationships/hyperlink" Target="https://spgl.sharepoint.com/sites/group_nam_corp_edp_m/DLF/_Essential_tools/Add-ins" TargetMode="External"/><Relationship Id="rId17" Type="http://schemas.openxmlformats.org/officeDocument/2006/relationships/hyperlink" Target="mailto:publish.pira@spglobal.com" TargetMode="External"/><Relationship Id="rId18" Type="http://schemas.openxmlformats.org/officeDocument/2006/relationships/hyperlink" Target="mailto:EditorialTeam451@spglobal.com" TargetMode="External"/><Relationship Id="rId19" Type="http://schemas.openxmlformats.org/officeDocument/2006/relationships/hyperlink" Target="mailto:MIResearchEditorial@spglobal.com" TargetMode="External"/><Relationship Id="rId20" Type="http://schemas.openxmlformats.org/officeDocument/2006/relationships/hyperlink" Target="mailto:mark.pengelly@spglobal.com" TargetMode="External"/><Relationship Id="rId21" Type="http://schemas.openxmlformats.org/officeDocument/2006/relationships/slideLayout" Target="../slideLayouts/slideLayout10.xml"/><Relationship Id="rId2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p:txBody>
          <a:bodyPr/>
          <a:lstStyle/>
          <a:p>
            <a:r>
              <a:rPr lang="en-US" dirty="0"/>
              <a:t>Data Center Investment Moves Macro Needle</a:t>
            </a:r>
            <a:endParaRPr lang="en-US" dirty="0"/>
          </a:p>
        </p:txBody>
      </p:sp>
      <p:sp>
        <p:nvSpPr>
          <p:cNvPr id="3" name="Text 0"/>
          <p:cNvSpPr/>
          <p:nvPr>
            <p:ph idx="18" type="body" hasCustomPrompt="1"/>
          </p:nvPr>
        </p:nvSpPr>
        <p:spPr/>
        <p:txBody>
          <a:bodyPr/>
          <a:lstStyle/>
          <a:p>
            <a:r>
              <a:rPr lang="en-US" dirty="0"/>
              <a:t>Infrastructure Growth Driving Economic Transformation</a:t>
            </a:r>
            <a:endParaRPr lang="en-US" dirty="0"/>
          </a:p>
        </p:txBody>
      </p:sp>
      <p:sp>
        <p:nvSpPr>
          <p:cNvPr id="4" name="Text 0"/>
          <p:cNvSpPr/>
          <p:nvPr>
            <p:ph idx="14" type="body" hasCustomPrompt="1"/>
          </p:nvPr>
        </p:nvSpPr>
        <p:spPr/>
        <p:txBody>
          <a:bodyPr/>
          <a:lstStyle/>
          <a:p>
            <a:r>
              <a:rPr lang="en-US" dirty="0"/>
              <a:t>Mizan Bin abdul rahman / Market Intelligence / Senior Analyst</a:t>
            </a:r>
            <a:endParaRPr lang="en-US" dirty="0"/>
          </a:p>
        </p:txBody>
      </p:sp>
      <p:sp>
        <p:nvSpPr>
          <p:cNvPr id="5" name="Text 0"/>
          <p:cNvSpPr/>
          <p:nvPr>
            <p:ph idx="17" type="body" hasCustomPrompt="1"/>
          </p:nvPr>
        </p:nvSpPr>
        <p:spPr/>
        <p:txBody>
          <a:bodyPr/>
          <a:lstStyle/>
          <a:p>
            <a:r>
              <a:rPr lang="en-US" dirty="0"/>
              <a:t>STRATEGIC REPORT</a:t>
            </a:r>
            <a:endParaRPr lang="en-US" dirty="0"/>
          </a:p>
        </p:txBody>
      </p:sp>
      <p:sp>
        <p:nvSpPr>
          <p:cNvPr id="6" name="Text 0"/>
          <p:cNvSpPr/>
          <p:nvPr>
            <p:ph idx="20" type="body" hasCustomPrompt="1"/>
          </p:nvPr>
        </p:nvSpPr>
        <p:spPr/>
        <p:txBody>
          <a:bodyPr/>
          <a:lstStyle/>
          <a:p>
            <a:r>
              <a:rPr lang="en-US" dirty="0"/>
              <a:t>Confidential</a:t>
            </a:r>
            <a:endParaRPr lang="en-US" dirty="0"/>
          </a:p>
        </p:txBody>
      </p:sp>
      <p:sp>
        <p:nvSpPr>
          <p:cNvPr id="7" name="Text 0"/>
          <p:cNvSpPr/>
          <p:nvPr>
            <p:ph idx="104" type="dt" hasCustomPrompt="1"/>
          </p:nvPr>
        </p:nvSpPr>
        <p:spPr/>
        <p:txBody>
          <a:bodyPr/>
          <a:lstStyle/>
          <a:p>
            <a:r>
              <a:rPr lang="en-US" dirty="0"/>
              <a:t>December 30, 2025</a:t>
            </a:r>
            <a:endParaRPr lang="en-US" dirty="0"/>
          </a:p>
        </p:txBody>
      </p:sp>
      <p:pic>
        <p:nvPicPr>
          <p:cNvPr id="8" name="Image 0" descr="https://snp-mediaportal.qbank.se/assets/deployedFiles/c7ca8c7d873a5b91534e3755925f5d7c.jpg">    </p:cNvPr>
          <p:cNvPicPr>
            <a:picLocks noChangeAspect="1"/>
          </p:cNvPicPr>
          <p:nvPr/>
        </p:nvPicPr>
        <p:blipFill>
          <a:blip r:embed="rId1"/>
          <a:srcRect l="27232" r="27232" t="0" b="0"/>
          <a:stretch/>
        </p:blipFill>
        <p:spPr>
          <a:xfrm>
            <a:off x="7909560" y="1289304"/>
            <a:ext cx="4288536" cy="4928616"/>
          </a:xfrm>
          <a:prstGeom prst="rect">
            <a:avLst/>
          </a:prstGeom>
        </p:spPr>
      </p:pic>
      <p:sp>
        <p:nvSpPr>
          <p:cNvPr id="10" name="Text 0"/>
          <p:cNvSpPr/>
          <p:nvPr>
            <p:ph idx="107" type="pic" hasCustomPrompt="1"/>
          </p:nvPr>
        </p:nvSpPr>
        <p:spPr/>
        <p:txBody>
          <a:bodyPr/>
          <a:lstStyle/>
          <a:p>
            <a:pPr indent="0" marL="0">
              <a:buNone/>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2" type="sldNum" hasCustomPrompt="1"/>
          </p:nvPr>
        </p:nvSpPr>
        <p:spPr/>
        <p:txBody>
          <a:bodyPr/>
          <a:lstStyle/>
          <a:p>
            <a:r>
              <a:rPr lang="en-US" dirty="0"/>
              <a:t>2</a:t>
            </a:r>
            <a:endParaRPr lang="en-US" dirty="0"/>
          </a:p>
        </p:txBody>
      </p:sp>
      <p:sp>
        <p:nvSpPr>
          <p:cNvPr id="3" name="Text 0"/>
          <p:cNvSpPr/>
          <p:nvPr>
            <p:ph idx="103" type="title" hasCustomPrompt="1"/>
          </p:nvPr>
        </p:nvSpPr>
        <p:spPr/>
        <p:txBody>
          <a:bodyPr/>
          <a:lstStyle/>
          <a:p>
            <a:r>
              <a:rPr lang="en-US" dirty="0"/>
              <a:t>Data Centers as Economic Drivers</a:t>
            </a:r>
            <a:endParaRPr lang="en-US" dirty="0"/>
          </a:p>
        </p:txBody>
      </p:sp>
      <p:sp>
        <p:nvSpPr>
          <p:cNvPr id="4" name="Text 0"/>
          <p:cNvSpPr/>
          <p:nvPr>
            <p:ph idx="13" type="body" hasCustomPrompt="1"/>
          </p:nvPr>
        </p:nvSpPr>
        <p:spPr/>
        <p:txBody>
          <a:bodyPr/>
          <a:lstStyle/>
          <a:p>
            <a:r>
              <a:rPr lang="en-US" dirty="0"/>
              <a:t>Investment scale reaching macroeconomic significance</a:t>
            </a:r>
            <a:endParaRPr lang="en-US" dirty="0"/>
          </a:p>
        </p:txBody>
      </p:sp>
      <p:sp>
        <p:nvSpPr>
          <p:cNvPr id="5" name="Text 0"/>
          <p:cNvSpPr/>
          <p:nvPr>
            <p:ph idx="15" type="body" hasCustomPrompt="1"/>
          </p:nvPr>
        </p:nvSpPr>
        <p:spPr/>
        <p:txBody>
          <a:bodyPr/>
          <a:lstStyle/>
          <a:p>
            <a:r>
              <a:rPr lang="en-US" dirty="0"/>
              <a:t>Data Center Investment / December 2025</a:t>
            </a:r>
            <a:endParaRPr lang="en-US" dirty="0"/>
          </a:p>
        </p:txBody>
      </p:sp>
      <p:sp>
        <p:nvSpPr>
          <p:cNvPr id="6" name="Text 0"/>
          <p:cNvSpPr/>
          <p:nvPr>
            <p:ph idx="17" type="body" hasCustomPrompt="1"/>
          </p:nvPr>
        </p:nvSpPr>
        <p:spPr/>
        <p:txBody>
          <a:bodyPr/>
          <a:lstStyle/>
          <a:p>
            <a:r>
              <a:rPr lang="en-US" dirty="0"/>
              <a:t>Data center investments have evolved from niche technology spending to a significant macroeconomic force. The sector now represents substantial capital flows that materially impact national and regional economic indicators. Key drivers include the explosive growth in artificial intelligence applications, cloud computing expansion, and accelerating digital transformation across industries. This infrastructure buildout creates cascading economic effects through construction, real estate, energy consumption, and technology supply chains. The scale of investment has reached levels where data center development can influence GDP growth, employment statistics, and regional economic development patterns. Understanding these dynamics is crucial for economic forecasting and strategic planning across multiple sectors.</a:t>
            </a:r>
            <a:endParaRPr lang="en-US" dirty="0"/>
          </a:p>
        </p:txBody>
      </p:sp>
      <p:sp>
        <p:nvSpPr>
          <p:cNvPr id="7" name="Text 0"/>
          <p:cNvSpPr/>
          <p:nvPr>
            <p:ph idx="107" type="body" hasCustomPrompt="1"/>
          </p:nvPr>
        </p:nvSpPr>
        <p:spPr/>
        <p:txBody>
          <a:bodyPr/>
          <a:lstStyle/>
          <a:p>
            <a:r>
              <a:rPr lang="en-US" dirty="0"/>
              <a:t>Source: S&amp;P Global | Web sources: https://www.spglobal.com/en/research-insights/special-reports/look-forward/data-center-frontiers/data-center-investment-moves-macro-needle</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2" type="sldNum" hasCustomPrompt="1"/>
          </p:nvPr>
        </p:nvSpPr>
        <p:spPr/>
        <p:txBody>
          <a:bodyPr/>
          <a:lstStyle/>
          <a:p>
            <a:r>
              <a:rPr lang="en-US" dirty="0"/>
              <a:t>3</a:t>
            </a:r>
            <a:endParaRPr lang="en-US" dirty="0"/>
          </a:p>
        </p:txBody>
      </p:sp>
      <p:sp>
        <p:nvSpPr>
          <p:cNvPr id="3" name="Text 0"/>
          <p:cNvSpPr/>
          <p:nvPr>
            <p:ph idx="103" type="title" hasCustomPrompt="1"/>
          </p:nvPr>
        </p:nvSpPr>
        <p:spPr/>
        <p:txBody>
          <a:bodyPr/>
          <a:lstStyle/>
          <a:p>
            <a:r>
              <a:rPr lang="en-US" dirty="0"/>
              <a:t>Investment Scale and Market Dynamics</a:t>
            </a:r>
            <a:endParaRPr lang="en-US" dirty="0"/>
          </a:p>
        </p:txBody>
      </p:sp>
      <p:sp>
        <p:nvSpPr>
          <p:cNvPr id="4" name="Text 0"/>
          <p:cNvSpPr/>
          <p:nvPr>
            <p:ph idx="18" type="body" hasCustomPrompt="1"/>
          </p:nvPr>
        </p:nvSpPr>
        <p:spPr/>
        <p:txBody>
          <a:bodyPr/>
          <a:lstStyle/>
          <a:p>
            <a:r>
              <a:rPr lang="en-US" dirty="0"/>
              <a:t>Capital flows reaching infrastructure-level significance</a:t>
            </a:r>
            <a:endParaRPr lang="en-US" dirty="0"/>
          </a:p>
        </p:txBody>
      </p:sp>
      <p:sp>
        <p:nvSpPr>
          <p:cNvPr id="5" name="Text 0"/>
          <p:cNvSpPr/>
          <p:nvPr>
            <p:ph idx="36" type="body" hasCustomPrompt="1"/>
          </p:nvPr>
        </p:nvSpPr>
        <p:spPr/>
        <p:txBody>
          <a:bodyPr/>
          <a:lstStyle/>
          <a:p>
            <a:r>
              <a:rPr lang="en-US" dirty="0"/>
              <a:t>The magnitude of data center investments now rivals traditional infrastructure sectors in terms of capital deployment and economic impact. Hyperscale cloud providers and enterprise customers are driving unprecedented spending levels, with individual facilities requiring hundreds of millions in capital investment. Geographic concentration in key markets creates regional economic hotspots, while the global nature of digital services drives international capital flows. The sector's capital intensity, combined with rapid deployment timelines, generates immediate economic activity through construction, equipment procurement, and workforce development. This investment velocity distinguishes data centers from traditional infrastructure, creating more immediate but equally substantial economic effects across multiple regions simultaneously.</a:t>
            </a:r>
            <a:endParaRPr lang="en-US" dirty="0"/>
          </a:p>
        </p:txBody>
      </p:sp>
      <p:sp>
        <p:nvSpPr>
          <p:cNvPr id="6" name="Text 0"/>
          <p:cNvSpPr/>
          <p:nvPr>
            <p:ph idx="106" type="chart" hasCustomPrompt="1"/>
          </p:nvPr>
        </p:nvSpPr>
        <p:spPr/>
        <p:txBody>
          <a:bodyPr/>
          <a:lstStyle/>
          <a:p>
            <a:r>
              <a:rPr lang="en-US" dirty="0"/>
              <a:t>Investment data visualization would appear here if specific figures were provided in source material</a:t>
            </a:r>
            <a:endParaRPr lang="en-US" dirty="0"/>
          </a:p>
        </p:txBody>
      </p:sp>
      <p:sp>
        <p:nvSpPr>
          <p:cNvPr id="7" name="Text 0"/>
          <p:cNvSpPr/>
          <p:nvPr>
            <p:ph idx="15" type="body" hasCustomPrompt="1"/>
          </p:nvPr>
        </p:nvSpPr>
        <p:spPr/>
        <p:txBody>
          <a:bodyPr/>
          <a:lstStyle/>
          <a:p>
            <a:r>
              <a:rPr lang="en-US" dirty="0"/>
              <a:t>Data Center Investment / December 2025</a:t>
            </a:r>
            <a:endParaRPr lang="en-US" dirty="0"/>
          </a:p>
        </p:txBody>
      </p:sp>
      <p:sp>
        <p:nvSpPr>
          <p:cNvPr id="8" name="Text 0"/>
          <p:cNvSpPr/>
          <p:nvPr>
            <p:ph idx="37" type="body" hasCustomPrompt="1"/>
          </p:nvPr>
        </p:nvSpPr>
        <p:spPr/>
        <p:txBody>
          <a:bodyPr/>
          <a:lstStyle/>
          <a:p>
            <a:r>
              <a:rPr lang="en-US" dirty="0"/>
              <a:t>Source: S&amp;P Global | Web sources: https://www.spglobal.com/en/research-insights/special-reports/look-forward/data-center-frontiers/data-center-investment-moves-macro-needle</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2" type="sldNum" hasCustomPrompt="1"/>
          </p:nvPr>
        </p:nvSpPr>
        <p:spPr/>
        <p:txBody>
          <a:bodyPr/>
          <a:lstStyle/>
          <a:p>
            <a:r>
              <a:rPr lang="en-US" dirty="0"/>
              <a:t>4</a:t>
            </a:r>
            <a:endParaRPr lang="en-US" dirty="0"/>
          </a:p>
        </p:txBody>
      </p:sp>
      <p:sp>
        <p:nvSpPr>
          <p:cNvPr id="3" name="Text 0"/>
          <p:cNvSpPr/>
          <p:nvPr>
            <p:ph idx="103" type="title" hasCustomPrompt="1"/>
          </p:nvPr>
        </p:nvSpPr>
        <p:spPr/>
        <p:txBody>
          <a:bodyPr/>
          <a:lstStyle/>
          <a:p>
            <a:r>
              <a:rPr lang="en-US" dirty="0"/>
              <a:t>Economic Ripple Effects Across Sectors</a:t>
            </a:r>
            <a:endParaRPr lang="en-US" dirty="0"/>
          </a:p>
        </p:txBody>
      </p:sp>
      <p:sp>
        <p:nvSpPr>
          <p:cNvPr id="4" name="Text 0"/>
          <p:cNvSpPr/>
          <p:nvPr>
            <p:ph idx="13" type="body" hasCustomPrompt="1"/>
          </p:nvPr>
        </p:nvSpPr>
        <p:spPr/>
        <p:txBody>
          <a:bodyPr/>
          <a:lstStyle/>
          <a:p>
            <a:r>
              <a:rPr lang="en-US" dirty="0"/>
              <a:t>Cascading impacts throughout the economy</a:t>
            </a:r>
            <a:endParaRPr lang="en-US" dirty="0"/>
          </a:p>
        </p:txBody>
      </p:sp>
      <p:sp>
        <p:nvSpPr>
          <p:cNvPr id="5" name="Text 0"/>
          <p:cNvSpPr/>
          <p:nvPr>
            <p:ph idx="15" type="body" hasCustomPrompt="1"/>
          </p:nvPr>
        </p:nvSpPr>
        <p:spPr/>
        <p:txBody>
          <a:bodyPr/>
          <a:lstStyle/>
          <a:p>
            <a:r>
              <a:rPr lang="en-US" dirty="0"/>
              <a:t>Data Center Investment / December 2025</a:t>
            </a:r>
            <a:endParaRPr lang="en-US" dirty="0"/>
          </a:p>
        </p:txBody>
      </p:sp>
      <p:sp>
        <p:nvSpPr>
          <p:cNvPr id="6" name="Text 0"/>
          <p:cNvSpPr/>
          <p:nvPr>
            <p:ph idx="16" type="body" hasCustomPrompt="1"/>
          </p:nvPr>
        </p:nvSpPr>
        <p:spPr/>
        <p:txBody>
          <a:bodyPr/>
          <a:lstStyle/>
          <a:p>
            <a:r>
              <a:rPr lang="en-US" dirty="0"/>
              <a:t>Direct Economic Impact</a:t>
            </a:r>
            <a:endParaRPr lang="en-US" dirty="0"/>
          </a:p>
        </p:txBody>
      </p:sp>
      <p:sp>
        <p:nvSpPr>
          <p:cNvPr id="7" name="Text 0"/>
          <p:cNvSpPr/>
          <p:nvPr>
            <p:ph idx="22" type="body" hasCustomPrompt="1"/>
          </p:nvPr>
        </p:nvSpPr>
        <p:spPr/>
        <p:txBody>
          <a:bodyPr/>
          <a:lstStyle/>
          <a:p>
            <a:r>
              <a:rPr lang="en-US" dirty="0"/>
              <a:t>Data center construction generates immediate economic activity through large-scale infrastructure projects requiring specialized construction expertise, advanced cooling systems, and sophisticated power infrastructure. Each facility creates hundreds of construction jobs during buildout phases, with ongoing operational employment for technical specialists, security personnel, and maintenance teams. The capital-intensive nature means substantial equipment procurement from technology vendors, electrical contractors, and mechanical systems providers. Real estate markets experience significant impacts as data center operators compete for suitable land with power access and connectivity infrastructure.</a:t>
            </a:r>
            <a:endParaRPr lang="en-US" dirty="0"/>
          </a:p>
        </p:txBody>
      </p:sp>
      <p:sp>
        <p:nvSpPr>
          <p:cNvPr id="8" name="Text 0"/>
          <p:cNvSpPr/>
          <p:nvPr>
            <p:ph idx="19" type="body" hasCustomPrompt="1"/>
          </p:nvPr>
        </p:nvSpPr>
        <p:spPr/>
        <p:txBody>
          <a:bodyPr/>
          <a:lstStyle/>
          <a:p>
            <a:r>
              <a:rPr lang="en-US" dirty="0"/>
              <a:t>Indirect Economic Effects</a:t>
            </a:r>
            <a:endParaRPr lang="en-US" dirty="0"/>
          </a:p>
        </p:txBody>
      </p:sp>
      <p:sp>
        <p:nvSpPr>
          <p:cNvPr id="9" name="Text 0"/>
          <p:cNvSpPr/>
          <p:nvPr>
            <p:ph idx="20" type="body" hasCustomPrompt="1"/>
          </p:nvPr>
        </p:nvSpPr>
        <p:spPr/>
        <p:txBody>
          <a:bodyPr/>
          <a:lstStyle/>
          <a:p>
            <a:r>
              <a:rPr lang="en-US" dirty="0"/>
              <a:t>Supply chain effects extend across multiple industries including steel, concrete, electrical components, and advanced cooling technologies. Energy sector impacts are substantial as data centers become major electricity consumers, driving utility infrastructure investments and renewable energy development. Local service economies benefit from increased business activity, while transportation networks see enhanced demand for logistics and connectivity services. The concentration of digital infrastructure attracts related technology companies, creating innovation clusters that generate additional economic activity and high-skilled employment opportunities in surrounding regions.</a:t>
            </a:r>
            <a:endParaRPr lang="en-US" dirty="0"/>
          </a:p>
        </p:txBody>
      </p:sp>
      <p:sp>
        <p:nvSpPr>
          <p:cNvPr id="10" name="Text 0"/>
          <p:cNvSpPr/>
          <p:nvPr>
            <p:ph idx="110" type="body" hasCustomPrompt="1"/>
          </p:nvPr>
        </p:nvSpPr>
        <p:spPr/>
        <p:txBody>
          <a:bodyPr/>
          <a:lstStyle/>
          <a:p>
            <a:r>
              <a:rPr lang="en-US" dirty="0"/>
              <a:t>Source: S&amp;P Global | Web sources: https://www.spglobal.com/en/research-insights/special-reports/look-forward/data-center-frontiers/data-center-investment-moves-macro-needle</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2" type="sldNum" hasCustomPrompt="1"/>
          </p:nvPr>
        </p:nvSpPr>
        <p:spPr/>
        <p:txBody>
          <a:bodyPr/>
          <a:lstStyle/>
          <a:p>
            <a:r>
              <a:rPr lang="en-US" dirty="0"/>
              <a:t>5</a:t>
            </a:r>
            <a:endParaRPr lang="en-US" dirty="0"/>
          </a:p>
        </p:txBody>
      </p:sp>
      <p:sp>
        <p:nvSpPr>
          <p:cNvPr id="3" name="Text 0"/>
          <p:cNvSpPr/>
          <p:nvPr>
            <p:ph idx="103" type="title" hasCustomPrompt="1"/>
          </p:nvPr>
        </p:nvSpPr>
        <p:spPr/>
        <p:txBody>
          <a:bodyPr/>
          <a:lstStyle/>
          <a:p>
            <a:r>
              <a:rPr lang="en-US" dirty="0"/>
              <a:t>Strategic Implications and Market Outlook for Economic Planning</a:t>
            </a:r>
            <a:endParaRPr lang="en-US" dirty="0"/>
          </a:p>
        </p:txBody>
      </p:sp>
      <p:sp>
        <p:nvSpPr>
          <p:cNvPr id="4" name="Text 0"/>
          <p:cNvSpPr/>
          <p:nvPr>
            <p:ph idx="13" type="body" hasCustomPrompt="1"/>
          </p:nvPr>
        </p:nvSpPr>
        <p:spPr/>
        <p:txBody>
          <a:bodyPr/>
          <a:lstStyle/>
          <a:p>
            <a:r>
              <a:rPr lang="en-US" dirty="0"/>
              <a:t>Critical considerations for stakeholders and policymakers</a:t>
            </a:r>
            <a:endParaRPr lang="en-US" dirty="0"/>
          </a:p>
        </p:txBody>
      </p:sp>
      <p:sp>
        <p:nvSpPr>
          <p:cNvPr id="5" name="Text 0"/>
          <p:cNvSpPr/>
          <p:nvPr>
            <p:ph idx="15" type="body" hasCustomPrompt="1"/>
          </p:nvPr>
        </p:nvSpPr>
        <p:spPr/>
        <p:txBody>
          <a:bodyPr/>
          <a:lstStyle/>
          <a:p>
            <a:r>
              <a:rPr lang="en-US" dirty="0"/>
              <a:t>Data Center Investment / December 2025</a:t>
            </a:r>
            <a:endParaRPr lang="en-US" dirty="0"/>
          </a:p>
        </p:txBody>
      </p:sp>
      <p:sp>
        <p:nvSpPr>
          <p:cNvPr id="6" name="Text 0"/>
          <p:cNvSpPr/>
          <p:nvPr>
            <p:ph idx="17" type="body" hasCustomPrompt="1"/>
          </p:nvPr>
        </p:nvSpPr>
        <p:spPr/>
        <p:txBody>
          <a:bodyPr/>
          <a:lstStyle/>
          <a:p>
            <a:r>
              <a:rPr lang="en-US" dirty="0"/>
              <a:t>Data center investment trends require integration into economic forecasting models and strategic planning frameworks across multiple stakeholder groups. Policymakers must consider infrastructure capacity, energy grid stability, and workforce development to support continued growth in this sector. Investors need to evaluate data center investments as infrastructure plays with long-term economic implications rather than purely technology investments. Regional economic development strategies should account for the clustering effects and competitive advantages that data center hubs create. Energy utilities must plan for substantial increases in power demand and grid modernization requirements. Real estate markets require new analytical frameworks to assess the impact of data center development on local economies. The rapid pace of technological change, combined with substantial capital requirements, creates both opportunities and risks that demand sophisticated understanding of the intersection between digital infrastructure and macroeconomic trends. Success in this environment requires coordinated approaches that recognize data centers as critical economic infrastructure rather than isolated technology investments.</a:t>
            </a:r>
            <a:endParaRPr lang="en-US" dirty="0"/>
          </a:p>
        </p:txBody>
      </p:sp>
      <p:sp>
        <p:nvSpPr>
          <p:cNvPr id="7" name="Text 0"/>
          <p:cNvSpPr/>
          <p:nvPr>
            <p:ph idx="107" type="body" hasCustomPrompt="1"/>
          </p:nvPr>
        </p:nvSpPr>
        <p:spPr/>
        <p:txBody>
          <a:bodyPr/>
          <a:lstStyle/>
          <a:p>
            <a:r>
              <a:rPr lang="en-US" dirty="0"/>
              <a:t>Source: S&amp;P Global | Web sources: https://www.spglobal.com/en/research-insights/special-reports/look-forward/data-center-frontiers/data-center-investment-moves-macro-needle</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3" type="sldNum" hasCustomPrompt="1"/>
          </p:nvPr>
        </p:nvSpPr>
        <p:spPr/>
        <p:txBody>
          <a:bodyPr/>
          <a:lstStyle/>
          <a:p>
            <a:r>
              <a:rPr lang="en-US" dirty="0"/>
              <a:t>7</a:t>
            </a:r>
            <a:endParaRPr lang="en-US" dirty="0"/>
          </a:p>
        </p:txBody>
      </p:sp>
      <p:sp>
        <p:nvSpPr>
          <p:cNvPr id="3" name="Text 0"/>
          <p:cNvSpPr/>
          <p:nvPr/>
        </p:nvSpPr>
        <p:spPr>
          <a:xfrm>
            <a:off x="566928" y="347472"/>
            <a:ext cx="5029200" cy="457200"/>
          </a:xfrm>
          <a:prstGeom prst="rect">
            <a:avLst/>
          </a:prstGeom>
          <a:noFill/>
          <a:ln/>
        </p:spPr>
        <p:txBody>
          <a:bodyPr wrap="square" lIns="0" tIns="0" rIns="0" bIns="0" rtlCol="0" anchor="ctr"/>
          <a:lstStyle/>
          <a:p>
            <a:pPr algn="l" indent="0" marL="0">
              <a:buNone/>
            </a:pPr>
            <a:r>
              <a:rPr lang="en-US" sz="3600" dirty="0">
                <a:solidFill>
                  <a:srgbClr val="FFFFFF"/>
                </a:solidFill>
                <a:latin typeface="Arial" pitchFamily="34" charset="0"/>
                <a:ea typeface="Arial" pitchFamily="34" charset="-122"/>
                <a:cs typeface="Arial" pitchFamily="34" charset="-120"/>
              </a:rPr>
              <a:t>Contact us</a:t>
            </a:r>
            <a:endParaRPr lang="en-US" sz="3600" dirty="0"/>
          </a:p>
        </p:txBody>
      </p:sp>
      <p:sp>
        <p:nvSpPr>
          <p:cNvPr id="4" name="Text 1"/>
          <p:cNvSpPr/>
          <p:nvPr/>
        </p:nvSpPr>
        <p:spPr>
          <a:xfrm>
            <a:off x="566928" y="1197864"/>
            <a:ext cx="5029200" cy="365760"/>
          </a:xfrm>
          <a:prstGeom prst="rect">
            <a:avLst/>
          </a:prstGeom>
          <a:noFill/>
          <a:ln/>
        </p:spPr>
        <p:txBody>
          <a:bodyPr wrap="square" lIns="0" tIns="0" rIns="0" bIns="0" rtlCol="0" anchor="ctr"/>
          <a:lstStyle/>
          <a:p>
            <a:pPr algn="l" indent="0" marL="0">
              <a:buNone/>
            </a:pPr>
            <a:r>
              <a:rPr lang="en-US" sz="2000" dirty="0">
                <a:solidFill>
                  <a:srgbClr val="FFFFFF"/>
                </a:solidFill>
                <a:latin typeface="Arial" pitchFamily="34" charset="0"/>
                <a:ea typeface="Arial" pitchFamily="34" charset="-122"/>
                <a:cs typeface="Arial" pitchFamily="34" charset="-120"/>
              </a:rPr>
              <a:t>Primary contact(s)</a:t>
            </a:r>
            <a:endParaRPr lang="en-US" sz="2000" dirty="0"/>
          </a:p>
        </p:txBody>
      </p:sp>
      <p:sp>
        <p:nvSpPr>
          <p:cNvPr id="5" name="Text 2"/>
          <p:cNvSpPr/>
          <p:nvPr/>
        </p:nvSpPr>
        <p:spPr>
          <a:xfrm>
            <a:off x="566928" y="3300984"/>
            <a:ext cx="5779008" cy="2999232"/>
          </a:xfrm>
          <a:prstGeom prst="rect">
            <a:avLst/>
          </a:prstGeom>
          <a:noFill/>
          <a:ln/>
        </p:spPr>
        <p:txBody>
          <a:bodyPr wrap="square" lIns="0" tIns="0" rIns="0" bIns="0" rtlCol="0" anchor="t"/>
          <a:lstStyle/>
          <a:p>
            <a:pPr algn="l" indent="0" marL="0">
              <a:spcAft>
                <a:spcPts val="1200"/>
              </a:spcAft>
              <a:buNone/>
            </a:pPr>
            <a:r>
              <a:rPr lang="en-US" sz="2000" dirty="0">
                <a:solidFill>
                  <a:srgbClr val="FFFFFF"/>
                </a:solidFill>
                <a:latin typeface="Arial" pitchFamily="34" charset="0"/>
                <a:ea typeface="Arial" pitchFamily="34" charset="-122"/>
                <a:cs typeface="Arial" pitchFamily="34" charset="-120"/>
              </a:rPr>
              <a:t>Contact us</a:t>
            </a:r>
            <a:endParaRPr lang="en-US" sz="2000" dirty="0"/>
          </a:p>
          <a:p>
            <a:pPr algn="l" indent="0" marL="0">
              <a:spcAft>
                <a:spcPts val="600"/>
              </a:spcAft>
              <a:buNone/>
            </a:pPr>
            <a:r>
              <a:rPr lang="en-US" sz="1600" dirty="0">
                <a:solidFill>
                  <a:srgbClr val="FFFFFF"/>
                </a:solidFill>
                <a:latin typeface="Arial" pitchFamily="34" charset="0"/>
                <a:ea typeface="Arial" pitchFamily="34" charset="-122"/>
                <a:cs typeface="Arial" pitchFamily="34" charset="-120"/>
              </a:rPr>
              <a:t>Americas 			 +1 800 447 2273</a:t>
            </a:r>
            <a:endParaRPr lang="en-US" sz="2000" dirty="0"/>
          </a:p>
          <a:p>
            <a:pPr algn="l" indent="0" marL="0">
              <a:spcAft>
                <a:spcPts val="600"/>
              </a:spcAft>
              <a:buNone/>
            </a:pPr>
            <a:r>
              <a:rPr lang="en-US" sz="1600" dirty="0">
                <a:solidFill>
                  <a:srgbClr val="FFFFFF"/>
                </a:solidFill>
                <a:latin typeface="Arial" pitchFamily="34" charset="0"/>
                <a:ea typeface="Arial" pitchFamily="34" charset="-122"/>
                <a:cs typeface="Arial" pitchFamily="34" charset="-120"/>
              </a:rPr>
              <a:t>Japan 			 +81 3 6262 1887</a:t>
            </a:r>
            <a:endParaRPr lang="en-US" sz="2000" dirty="0"/>
          </a:p>
          <a:p>
            <a:pPr algn="l" indent="0" marL="0">
              <a:spcAft>
                <a:spcPts val="600"/>
              </a:spcAft>
              <a:buNone/>
            </a:pPr>
            <a:r>
              <a:rPr lang="en-US" sz="1600" dirty="0">
                <a:solidFill>
                  <a:srgbClr val="FFFFFF"/>
                </a:solidFill>
                <a:latin typeface="Arial" pitchFamily="34" charset="0"/>
                <a:ea typeface="Arial" pitchFamily="34" charset="-122"/>
                <a:cs typeface="Arial" pitchFamily="34" charset="-120"/>
              </a:rPr>
              <a:t>Asia-Pacific 		 +60 4 291 3600</a:t>
            </a:r>
            <a:endParaRPr lang="en-US" sz="2000" dirty="0"/>
          </a:p>
          <a:p>
            <a:pPr algn="l" indent="0" marL="0">
              <a:spcAft>
                <a:spcPts val="600"/>
              </a:spcAft>
              <a:buNone/>
            </a:pPr>
            <a:r>
              <a:rPr lang="en-US" sz="1600" dirty="0">
                <a:solidFill>
                  <a:srgbClr val="FFFFFF"/>
                </a:solidFill>
                <a:latin typeface="Arial" pitchFamily="34" charset="0"/>
                <a:ea typeface="Arial" pitchFamily="34" charset="-122"/>
                <a:cs typeface="Arial" pitchFamily="34" charset="-120"/>
              </a:rPr>
              <a:t>Europe, Middle East, Africa 	 +44 (0) 134 432 8300</a:t>
            </a:r>
            <a:endParaRPr lang="en-US" sz="2000" dirty="0"/>
          </a:p>
          <a:p>
            <a:pPr algn="l" indent="0" marL="0">
              <a:spcAft>
                <a:spcPts val="600"/>
              </a:spcAft>
              <a:buNone/>
            </a:pPr>
            <a:r>
              <a:rPr lang="en-US" sz="2000" dirty="0">
                <a:solidFill>
                  <a:srgbClr val="FFFFFF"/>
                </a:solidFill>
                <a:latin typeface="Arial" pitchFamily="34" charset="0"/>
                <a:ea typeface="Arial" pitchFamily="34" charset="-122"/>
                <a:cs typeface="Arial" pitchFamily="34" charset="-120"/>
              </a:rPr>
              <a:t> </a:t>
            </a:r>
            <a:endParaRPr lang="en-US" sz="2000" dirty="0"/>
          </a:p>
          <a:p>
            <a:pPr algn="l" indent="0" marL="0">
              <a:buNone/>
            </a:pPr>
            <a:r>
              <a:rPr lang="en-US" sz="1600" dirty="0">
                <a:solidFill>
                  <a:srgbClr val="0F82AF"/>
                </a:solidFill>
                <a:latin typeface="Arial" pitchFamily="34" charset="0"/>
                <a:ea typeface="Arial" pitchFamily="34" charset="-122"/>
                <a:cs typeface="Arial" pitchFamily="34" charset="-120"/>
              </a:rPr>
              <a:t>www.spglobal.com/en/enterprise/about/contact-us.html</a:t>
            </a:r>
            <a:endParaRPr lang="en-US" sz="2000" dirty="0"/>
          </a:p>
          <a:p>
            <a:pPr algn="l" indent="0" marL="0">
              <a:buNone/>
            </a:pPr>
            <a:r>
              <a:rPr lang="en-US" sz="1600" dirty="0">
                <a:solidFill>
                  <a:srgbClr val="0F82AF"/>
                </a:solidFill>
                <a:latin typeface="Arial" pitchFamily="34" charset="0"/>
                <a:ea typeface="Arial" pitchFamily="34" charset="-122"/>
                <a:cs typeface="Arial" pitchFamily="34" charset="-120"/>
              </a:rPr>
              <a:t>www.spglobal.com</a:t>
            </a:r>
            <a:endParaRPr lang="en-US" sz="2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75488" y="1591056"/>
          <a:ext cx="5779008" cy="914400"/>
        </p:xfrm>
        <a:graphic>
          <a:graphicData uri="http://schemas.openxmlformats.org/drawingml/2006/table">
            <a:tbl>
              <a:tblPr/>
              <a:tblGrid>
                <a:gridCol w="2889504"/>
                <a:gridCol w="2889504"/>
              </a:tblGrid>
              <a:tr h="0">
                <a:tc>
                  <a:txBody>
                    <a:bodyPr/>
                    <a:lstStyle/>
                    <a:p>
                      <a:pPr indent="0" marL="0">
                        <a:buNone/>
                      </a:pPr>
                      <a:r>
                        <a:rPr lang="en-US" sz="1800" dirty="0">
                          <a:solidFill>
                            <a:srgbClr val="FFFFFF"/>
                          </a:solidFill>
                          <a:latin typeface="Arial" pitchFamily="34" charset="0"/>
                          <a:ea typeface="Arial" pitchFamily="34" charset="-122"/>
                          <a:cs typeface="Arial" pitchFamily="34" charset="-120"/>
                        </a:rPr>
                        <a:t>[Enter your name]</a:t>
                      </a:r>
                      <a:endParaRPr lang="en-US" sz="1800" dirty="0">
                        <a:latin typeface="Arial" charset="0"/>
                        <a:ea typeface="Arial" charset="0"/>
                        <a:cs typeface="Arial"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000000"/>
                    </a:solidFill>
                  </a:tcPr>
                </a:tc>
                <a:tc>
                  <a:txBody>
                    <a:bodyPr/>
                    <a:lstStyle/>
                    <a:p>
                      <a:pPr indent="0" marL="0">
                        <a:buNone/>
                      </a:pPr>
                      <a:r>
                        <a:rPr lang="en-US" sz="1800" dirty="0">
                          <a:solidFill>
                            <a:srgbClr val="FFFFFF"/>
                          </a:solidFill>
                          <a:latin typeface="Arial" pitchFamily="34" charset="0"/>
                          <a:ea typeface="Arial" pitchFamily="34" charset="-122"/>
                          <a:cs typeface="Arial" pitchFamily="34" charset="-120"/>
                        </a:rPr>
                        <a:t>[Enter your name]</a:t>
                      </a:r>
                      <a:endParaRPr lang="en-US" sz="1800" dirty="0">
                        <a:latin typeface="Arial" charset="0"/>
                        <a:ea typeface="Arial" charset="0"/>
                        <a:cs typeface="Arial"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000000"/>
                    </a:solidFill>
                  </a:tcPr>
                </a:tc>
              </a:tr>
              <a:tr h="0">
                <a:tc>
                  <a:txBody>
                    <a:bodyPr/>
                    <a:lstStyle/>
                    <a:p>
                      <a:pPr indent="0" marL="0">
                        <a:buNone/>
                      </a:pPr>
                      <a:r>
                        <a:rPr lang="en-US" sz="1400" dirty="0">
                          <a:solidFill>
                            <a:srgbClr val="FFFFFF"/>
                          </a:solidFill>
                          <a:latin typeface="Arial" pitchFamily="34" charset="0"/>
                          <a:ea typeface="Arial" pitchFamily="34" charset="-122"/>
                          <a:cs typeface="Arial" pitchFamily="34" charset="-120"/>
                        </a:rPr>
                        <a:t>[aaa.bbb@spglobal.com]</a:t>
                      </a:r>
                      <a:endParaRPr lang="en-US" sz="1400" dirty="0">
                        <a:latin typeface="Arial" charset="0"/>
                        <a:ea typeface="Arial" charset="0"/>
                        <a:cs typeface="Arial"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000000"/>
                    </a:solidFill>
                  </a:tcPr>
                </a:tc>
                <a:tc>
                  <a:txBody>
                    <a:bodyPr/>
                    <a:lstStyle/>
                    <a:p>
                      <a:pPr indent="0" marL="0">
                        <a:buNone/>
                      </a:pPr>
                      <a:r>
                        <a:rPr lang="en-US" sz="1400" dirty="0">
                          <a:solidFill>
                            <a:srgbClr val="FFFFFF"/>
                          </a:solidFill>
                          <a:latin typeface="Arial" pitchFamily="34" charset="0"/>
                          <a:ea typeface="Arial" pitchFamily="34" charset="-122"/>
                          <a:cs typeface="Arial" pitchFamily="34" charset="-120"/>
                        </a:rPr>
                        <a:t>[aaa.bbb@spglobal.com]</a:t>
                      </a:r>
                      <a:endParaRPr lang="en-US" sz="1400" dirty="0">
                        <a:latin typeface="Arial" charset="0"/>
                        <a:ea typeface="Arial" charset="0"/>
                        <a:cs typeface="Arial"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000000"/>
                    </a:solidFill>
                  </a:tcPr>
                </a:tc>
              </a:tr>
              <a:tr h="0">
                <a:tc>
                  <a:txBody>
                    <a:bodyPr/>
                    <a:lstStyle/>
                    <a:p>
                      <a:pPr indent="0" marL="0">
                        <a:buNone/>
                      </a:pPr>
                      <a:r>
                        <a:rPr lang="en-US" sz="1800" dirty="0">
                          <a:solidFill>
                            <a:srgbClr val="FFFFFF"/>
                          </a:solidFill>
                          <a:latin typeface="Arial" pitchFamily="34" charset="0"/>
                          <a:ea typeface="Arial" pitchFamily="34" charset="-122"/>
                          <a:cs typeface="Arial" pitchFamily="34" charset="-120"/>
                        </a:rPr>
                        <a:t>[Enter your name]</a:t>
                      </a:r>
                      <a:endParaRPr lang="en-US" sz="1800" dirty="0">
                        <a:latin typeface="Arial" charset="0"/>
                        <a:ea typeface="Arial" charset="0"/>
                        <a:cs typeface="Arial"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000000"/>
                    </a:solidFill>
                  </a:tcPr>
                </a:tc>
                <a:tc>
                  <a:txBody>
                    <a:bodyPr/>
                    <a:lstStyle/>
                    <a:p>
                      <a:pPr indent="0" marL="0">
                        <a:buNone/>
                      </a:pPr>
                      <a:r>
                        <a:rPr lang="en-US" sz="1800" dirty="0">
                          <a:solidFill>
                            <a:srgbClr val="FFFFFF"/>
                          </a:solidFill>
                          <a:latin typeface="Arial" pitchFamily="34" charset="0"/>
                          <a:ea typeface="Arial" pitchFamily="34" charset="-122"/>
                          <a:cs typeface="Arial" pitchFamily="34" charset="-120"/>
                        </a:rPr>
                        <a:t>[Enter your name]</a:t>
                      </a:r>
                      <a:endParaRPr lang="en-US" sz="1800" dirty="0">
                        <a:latin typeface="Arial" charset="0"/>
                        <a:ea typeface="Arial" charset="0"/>
                        <a:cs typeface="Arial"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000000"/>
                    </a:solidFill>
                  </a:tcPr>
                </a:tc>
              </a:tr>
              <a:tr h="0">
                <a:tc>
                  <a:txBody>
                    <a:bodyPr/>
                    <a:lstStyle/>
                    <a:p>
                      <a:pPr indent="0" marL="0">
                        <a:buNone/>
                      </a:pPr>
                      <a:r>
                        <a:rPr lang="en-US" sz="1400" dirty="0">
                          <a:solidFill>
                            <a:srgbClr val="FFFFFF"/>
                          </a:solidFill>
                          <a:latin typeface="Arial" pitchFamily="34" charset="0"/>
                          <a:ea typeface="Arial" pitchFamily="34" charset="-122"/>
                          <a:cs typeface="Arial" pitchFamily="34" charset="-120"/>
                        </a:rPr>
                        <a:t>[aaa.bbb@spglobal.com]</a:t>
                      </a:r>
                      <a:endParaRPr lang="en-US" sz="1400" dirty="0">
                        <a:latin typeface="Arial" charset="0"/>
                        <a:ea typeface="Arial" charset="0"/>
                        <a:cs typeface="Arial"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000000"/>
                    </a:solidFill>
                  </a:tcPr>
                </a:tc>
                <a:tc>
                  <a:txBody>
                    <a:bodyPr/>
                    <a:lstStyle/>
                    <a:p>
                      <a:pPr indent="0" marL="0">
                        <a:buNone/>
                      </a:pPr>
                      <a:r>
                        <a:rPr lang="en-US" sz="1400" dirty="0">
                          <a:solidFill>
                            <a:srgbClr val="FFFFFF"/>
                          </a:solidFill>
                          <a:latin typeface="Arial" pitchFamily="34" charset="0"/>
                          <a:ea typeface="Arial" pitchFamily="34" charset="-122"/>
                          <a:cs typeface="Arial" pitchFamily="34" charset="-120"/>
                        </a:rPr>
                        <a:t>[aaa.bbb@spglobal.com]</a:t>
                      </a:r>
                      <a:endParaRPr lang="en-US" sz="1400" dirty="0">
                        <a:latin typeface="Arial" charset="0"/>
                        <a:ea typeface="Arial" charset="0"/>
                        <a:cs typeface="Arial"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000000"/>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2" type="sldNum" hasCustomPrompt="1"/>
          </p:nvPr>
        </p:nvSpPr>
        <p:spPr/>
        <p:txBody>
          <a:bodyPr/>
          <a:lstStyle/>
          <a:p>
            <a:r>
              <a:rPr lang="en-US" dirty="0"/>
              <a:t>6</a:t>
            </a:r>
            <a:endParaRPr lang="en-US" dirty="0"/>
          </a:p>
        </p:txBody>
      </p:sp>
      <p:sp>
        <p:nvSpPr>
          <p:cNvPr id="3" name="Text 0"/>
          <p:cNvSpPr/>
          <p:nvPr/>
        </p:nvSpPr>
        <p:spPr>
          <a:xfrm>
            <a:off x="566928" y="347472"/>
            <a:ext cx="11064240" cy="457200"/>
          </a:xfrm>
          <a:prstGeom prst="rect">
            <a:avLst/>
          </a:prstGeom>
          <a:noFill/>
          <a:ln/>
        </p:spPr>
        <p:txBody>
          <a:bodyPr wrap="square" lIns="0" tIns="0" rIns="0" bIns="0" rtlCol="0" anchor="ctr"/>
          <a:lstStyle/>
          <a:p>
            <a:pPr algn="l" indent="0" marL="0">
              <a:buNone/>
            </a:pPr>
            <a:r>
              <a:rPr lang="en-US" sz="2400" dirty="0">
                <a:solidFill>
                  <a:srgbClr val="000000"/>
                </a:solidFill>
                <a:latin typeface="Arial" pitchFamily="34" charset="0"/>
                <a:ea typeface="Arial" pitchFamily="34" charset="-122"/>
                <a:cs typeface="Arial" pitchFamily="34" charset="-120"/>
              </a:rPr>
              <a:t>Best practices for creating PPTs using the PPT Generator Spark</a:t>
            </a:r>
            <a:endParaRPr lang="en-US" sz="2400" dirty="0"/>
          </a:p>
        </p:txBody>
      </p:sp>
      <p:sp>
        <p:nvSpPr>
          <p:cNvPr id="4" name="Text 1"/>
          <p:cNvSpPr/>
          <p:nvPr/>
        </p:nvSpPr>
        <p:spPr>
          <a:xfrm>
            <a:off x="566928" y="1261872"/>
            <a:ext cx="11064240" cy="4434840"/>
          </a:xfrm>
          <a:prstGeom prst="rect">
            <a:avLst/>
          </a:prstGeom>
          <a:noFill/>
          <a:ln/>
        </p:spPr>
        <p:txBody>
          <a:bodyPr wrap="square" lIns="0" tIns="0" rIns="0" bIns="0" rtlCol="0" anchor="t"/>
          <a:lstStyle/>
          <a:p>
            <a:pPr algn="l" marL="342900" indent="-342900">
              <a:spcAft>
                <a:spcPts val="600"/>
              </a:spcAft>
              <a:buSzPct val="100000"/>
              <a:buFont typeface="+mj-lt"/>
              <a:buAutoNum type="arabicPeriod" startAt="1"/>
            </a:pPr>
            <a:r>
              <a:rPr lang="en-US" sz="1400" b="1" dirty="0">
                <a:solidFill>
                  <a:srgbClr val="000000"/>
                </a:solidFill>
                <a:latin typeface="Arial" pitchFamily="34" charset="0"/>
                <a:ea typeface="Arial" pitchFamily="34" charset="-122"/>
                <a:cs typeface="Arial" pitchFamily="34" charset="-120"/>
              </a:rPr>
              <a:t>Use S&amp;P Global grounded data only</a:t>
            </a:r>
            <a:br/>
            <a:pPr algn="l" indent="0" marL="0">
              <a:spcAft>
                <a:spcPts val="600"/>
              </a:spcAft>
              <a:buNone/>
            </a:pPr>
            <a:r>
              <a:rPr lang="en-US" sz="1400" dirty="0">
                <a:solidFill>
                  <a:srgbClr val="000000"/>
                </a:solidFill>
                <a:latin typeface="Arial" pitchFamily="34" charset="0"/>
                <a:ea typeface="Arial" pitchFamily="34" charset="-122"/>
                <a:cs typeface="Arial" pitchFamily="34" charset="-120"/>
              </a:rPr>
              <a:t>Always ensure the data and info you feed into or pull from AI are from verified, S&amp;P Global sources. No random internet stats — keep it legit and reliable.
</a:t>
            </a:r>
            <a:pPr algn="l" marL="342900" indent="-342900">
              <a:spcAft>
                <a:spcPts val="600"/>
              </a:spcAft>
              <a:buSzPct val="100000"/>
              <a:buFont typeface="+mj-lt"/>
              <a:buAutoNum type="arabicPeriod" startAt="2"/>
            </a:pPr>
            <a:r>
              <a:rPr lang="en-US" sz="1400" b="1" dirty="0">
                <a:solidFill>
                  <a:srgbClr val="000000"/>
                </a:solidFill>
                <a:latin typeface="Arial" pitchFamily="34" charset="0"/>
                <a:ea typeface="Arial" pitchFamily="34" charset="-122"/>
                <a:cs typeface="Arial" pitchFamily="34" charset="-120"/>
              </a:rPr>
              <a:t>Review every slide thoroughly</a:t>
            </a:r>
            <a:br/>
            <a:pPr algn="l" indent="0" marL="0">
              <a:spcAft>
                <a:spcPts val="600"/>
              </a:spcAft>
              <a:buNone/>
            </a:pPr>
            <a:r>
              <a:rPr lang="en-US" sz="1400" dirty="0">
                <a:solidFill>
                  <a:srgbClr val="000000"/>
                </a:solidFill>
                <a:latin typeface="Arial" pitchFamily="34" charset="0"/>
                <a:ea typeface="Arial" pitchFamily="34" charset="-122"/>
                <a:cs typeface="Arial" pitchFamily="34" charset="-120"/>
              </a:rPr>
              <a:t>AI can be cool, but it’s not perfect. Check all facts, figures and statements carefully. Make sure everything is accurate, up-to-date and aligns with our brand voice.
</a:t>
            </a:r>
            <a:pPr algn="l" marL="342900" indent="-342900">
              <a:spcAft>
                <a:spcPts val="600"/>
              </a:spcAft>
              <a:buSzPct val="100000"/>
              <a:buFont typeface="+mj-lt"/>
              <a:buAutoNum type="arabicPeriod" startAt="3"/>
            </a:pPr>
            <a:r>
              <a:rPr lang="en-US" sz="1400" b="1" dirty="0">
                <a:solidFill>
                  <a:srgbClr val="000000"/>
                </a:solidFill>
                <a:latin typeface="Arial" pitchFamily="34" charset="0"/>
                <a:ea typeface="Arial" pitchFamily="34" charset="-122"/>
                <a:cs typeface="Arial" pitchFamily="34" charset="-120"/>
              </a:rPr>
              <a:t>Cut the fluff</a:t>
            </a:r>
            <a:br/>
            <a:pPr algn="l" indent="0" marL="0">
              <a:spcAft>
                <a:spcPts val="600"/>
              </a:spcAft>
              <a:buNone/>
            </a:pPr>
            <a:r>
              <a:rPr lang="en-US" sz="1400" dirty="0">
                <a:solidFill>
                  <a:srgbClr val="000000"/>
                </a:solidFill>
                <a:latin typeface="Arial" pitchFamily="34" charset="0"/>
                <a:ea typeface="Arial" pitchFamily="34" charset="-122"/>
                <a:cs typeface="Arial" pitchFamily="34" charset="-120"/>
              </a:rPr>
              <a:t>Remove extra or unnecessary words, jargon or filler. Keep your slides crisp, clear and easy to understand — less is more!
</a:t>
            </a:r>
            <a:pPr algn="l" marL="342900" indent="-342900">
              <a:spcAft>
                <a:spcPts val="600"/>
              </a:spcAft>
              <a:buSzPct val="100000"/>
              <a:buFont typeface="+mj-lt"/>
              <a:buAutoNum type="arabicPeriod" startAt="4"/>
            </a:pPr>
            <a:r>
              <a:rPr lang="en-US" sz="1400" b="1" dirty="0">
                <a:solidFill>
                  <a:srgbClr val="000000"/>
                </a:solidFill>
                <a:latin typeface="Arial" pitchFamily="34" charset="0"/>
                <a:ea typeface="Arial" pitchFamily="34" charset="-122"/>
                <a:cs typeface="Arial" pitchFamily="34" charset="-120"/>
              </a:rPr>
              <a:t>Reusing slides</a:t>
            </a:r>
            <a:br/>
            <a:pPr algn="l" indent="0" marL="0">
              <a:spcAft>
                <a:spcPts val="600"/>
              </a:spcAft>
              <a:buNone/>
            </a:pPr>
            <a:r>
              <a:rPr lang="en-US" sz="1400" dirty="0">
                <a:solidFill>
                  <a:srgbClr val="000000"/>
                </a:solidFill>
                <a:latin typeface="Arial" pitchFamily="34" charset="0"/>
                <a:ea typeface="Arial" pitchFamily="34" charset="-122"/>
                <a:cs typeface="Arial" pitchFamily="34" charset="-120"/>
              </a:rPr>
              <a:t>If you need to reuse these slides, paste them into your deck using the “Keep source formatting” option.
</a:t>
            </a:r>
            <a:pPr algn="l" marL="342900" indent="-342900">
              <a:spcAft>
                <a:spcPts val="600"/>
              </a:spcAft>
              <a:buSzPct val="100000"/>
              <a:buFont typeface="+mj-lt"/>
              <a:buAutoNum type="arabicPeriod" startAt="5"/>
            </a:pPr>
            <a:r>
              <a:rPr lang="en-US" sz="1400" b="1" dirty="0">
                <a:solidFill>
                  <a:srgbClr val="000000"/>
                </a:solidFill>
                <a:latin typeface="Arial" pitchFamily="34" charset="0"/>
                <a:ea typeface="Arial" pitchFamily="34" charset="-122"/>
                <a:cs typeface="Arial" pitchFamily="34" charset="-120"/>
              </a:rPr>
              <a:t>Adding more visuals</a:t>
            </a:r>
            <a:br/>
            <a:pPr algn="l" indent="0" marL="0">
              <a:spcAft>
                <a:spcPts val="600"/>
              </a:spcAft>
              <a:buNone/>
            </a:pPr>
            <a:r>
              <a:rPr lang="en-US" sz="1400" dirty="0">
                <a:solidFill>
                  <a:srgbClr val="000000"/>
                </a:solidFill>
                <a:latin typeface="Arial" pitchFamily="34" charset="0"/>
                <a:ea typeface="Arial" pitchFamily="34" charset="-122"/>
                <a:cs typeface="Arial" pitchFamily="34" charset="-120"/>
              </a:rPr>
              <a:t>If you want to add Smart Art and/or PowerPoint charts to your slides, you must </a:t>
            </a:r>
            <a:pPr algn="l" indent="0" marL="0">
              <a:spcAft>
                <a:spcPts val="600"/>
              </a:spcAft>
              <a:buNone/>
            </a:pPr>
            <a:r>
              <a:rPr lang="en-US" sz="1400" u="sng" dirty="0">
                <a:solidFill>
                  <a:srgbClr val="0F82A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install the S&amp;P Global theme colors</a:t>
            </a:r>
            <a:pPr algn="l" indent="0" marL="0">
              <a:spcAft>
                <a:spcPts val="600"/>
              </a:spcAft>
              <a:buNone/>
            </a:pPr>
            <a:r>
              <a:rPr lang="en-US" sz="1400" dirty="0">
                <a:solidFill>
                  <a:srgbClr val="000000"/>
                </a:solidFill>
                <a:latin typeface="Arial" pitchFamily="34" charset="0"/>
                <a:ea typeface="Arial" pitchFamily="34" charset="-122"/>
                <a:cs typeface="Arial" pitchFamily="34" charset="-120"/>
              </a:rPr>
              <a:t> to ensure they are fully compliant. You can also copy and paste from </a:t>
            </a:r>
            <a:pPr algn="l" indent="0" marL="0">
              <a:spcAft>
                <a:spcPts val="600"/>
              </a:spcAft>
              <a:buNone/>
            </a:pPr>
            <a:r>
              <a:rPr lang="en-US" sz="1400" u="sng" dirty="0">
                <a:solidFill>
                  <a:srgbClr val="0F82AF"/>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our branded SmartArt deck.
</a:t>
            </a:r>
            <a:pPr algn="l" marL="342900" indent="-342900">
              <a:spcAft>
                <a:spcPts val="600"/>
              </a:spcAft>
              <a:buSzPct val="100000"/>
              <a:buFont typeface="+mj-lt"/>
              <a:buAutoNum type="arabicPeriod" startAt="6"/>
            </a:pPr>
            <a:r>
              <a:rPr lang="en-US" sz="1400" b="1" dirty="0">
                <a:solidFill>
                  <a:srgbClr val="000000"/>
                </a:solidFill>
                <a:latin typeface="Arial" pitchFamily="34" charset="0"/>
                <a:ea typeface="Arial" pitchFamily="34" charset="-122"/>
                <a:cs typeface="Arial" pitchFamily="34" charset="-120"/>
              </a:rPr>
              <a:t>Send to Editorial, Design &amp; Publishing (EDP) for pro review</a:t>
            </a:r>
            <a:br/>
            <a:pPr algn="l" indent="0" marL="0">
              <a:spcAft>
                <a:spcPts val="600"/>
              </a:spcAft>
              <a:buNone/>
            </a:pPr>
            <a:r>
              <a:rPr lang="en-US" sz="1400" dirty="0">
                <a:solidFill>
                  <a:srgbClr val="000000"/>
                </a:solidFill>
                <a:latin typeface="Arial" pitchFamily="34" charset="0"/>
                <a:ea typeface="Arial" pitchFamily="34" charset="-122"/>
                <a:cs typeface="Arial" pitchFamily="34" charset="-120"/>
              </a:rPr>
              <a:t>Before finalizing, send your deck to the EDP team (check the Resources slide for contact info). They’ll help with copy edits, design polish and compliance checks.</a:t>
            </a:r>
            <a:endParaRPr lang="en-US" sz="1400" dirty="0"/>
          </a:p>
        </p:txBody>
      </p:sp>
      <p:sp>
        <p:nvSpPr>
          <p:cNvPr id="5" name="Text 1"/>
          <p:cNvSpPr/>
          <p:nvPr>
            <p:ph idx="103" type="body" hasCustomPrompt="1"/>
          </p:nvPr>
        </p:nvSpPr>
        <p:spPr/>
        <p:txBody>
          <a:bodyPr wrap="none" rtlCol="0" anchor="ctr"/>
          <a:lstStyle/>
          <a:p>
            <a:pPr algn="r" indent="0" marL="0">
              <a:buNone/>
            </a:pP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2" type="sldNum" hasCustomPrompt="1"/>
          </p:nvPr>
        </p:nvSpPr>
        <p:spPr/>
        <p:txBody>
          <a:bodyPr/>
          <a:lstStyle/>
          <a:p>
            <a:r>
              <a:rPr lang="en-US" dirty="0"/>
              <a:t>8</a:t>
            </a:r>
            <a:endParaRPr lang="en-US" dirty="0"/>
          </a:p>
        </p:txBody>
      </p:sp>
      <p:sp>
        <p:nvSpPr>
          <p:cNvPr id="3" name="Text 0"/>
          <p:cNvSpPr/>
          <p:nvPr/>
        </p:nvSpPr>
        <p:spPr>
          <a:xfrm>
            <a:off x="566928" y="347472"/>
            <a:ext cx="11064240" cy="457200"/>
          </a:xfrm>
          <a:prstGeom prst="rect">
            <a:avLst/>
          </a:prstGeom>
          <a:noFill/>
          <a:ln/>
        </p:spPr>
        <p:txBody>
          <a:bodyPr wrap="square" lIns="0" tIns="0" rIns="0" bIns="0" rtlCol="0" anchor="t"/>
          <a:lstStyle/>
          <a:p>
            <a:pPr algn="l" indent="0" marL="0">
              <a:buNone/>
            </a:pPr>
            <a:r>
              <a:rPr lang="en-US" sz="2400" dirty="0">
                <a:solidFill>
                  <a:srgbClr val="000000"/>
                </a:solidFill>
                <a:latin typeface="Arial" pitchFamily="34" charset="0"/>
                <a:ea typeface="Arial" pitchFamily="34" charset="-122"/>
                <a:cs typeface="Arial" pitchFamily="34" charset="-120"/>
              </a:rPr>
              <a:t>Resources for authors (DELETE BEFORE PUBLISHING/PRESENTING)</a:t>
            </a:r>
            <a:endParaRPr lang="en-US" sz="2400" dirty="0"/>
          </a:p>
        </p:txBody>
      </p:sp>
      <p:sp>
        <p:nvSpPr>
          <p:cNvPr id="4" name="Text 1"/>
          <p:cNvSpPr/>
          <p:nvPr/>
        </p:nvSpPr>
        <p:spPr>
          <a:xfrm>
            <a:off x="566928" y="896112"/>
            <a:ext cx="11064240" cy="283464"/>
          </a:xfrm>
          <a:prstGeom prst="rect">
            <a:avLst/>
          </a:prstGeom>
          <a:noFill/>
          <a:ln/>
        </p:spPr>
        <p:txBody>
          <a:bodyPr wrap="square" lIns="0" tIns="0" rIns="0" bIns="0" rtlCol="0" anchor="t"/>
          <a:lstStyle/>
          <a:p>
            <a:pPr algn="l" indent="0" marL="0">
              <a:buNone/>
            </a:pPr>
            <a:r>
              <a:rPr lang="en-US" sz="1800" dirty="0">
                <a:solidFill>
                  <a:srgbClr val="000000"/>
                </a:solidFill>
                <a:latin typeface="Arial" pitchFamily="34" charset="0"/>
                <a:ea typeface="Arial" pitchFamily="34" charset="-122"/>
                <a:cs typeface="Arial" pitchFamily="34" charset="-120"/>
              </a:rPr>
              <a:t>Refine your PowerPoint with these professional services Editorial, Design &amp; Publishing (EDP) offers:</a:t>
            </a:r>
            <a:endParaRPr lang="en-US" sz="1800" dirty="0"/>
          </a:p>
        </p:txBody>
      </p:sp>
      <p:sp>
        <p:nvSpPr>
          <p:cNvPr id="5" name="Text 2"/>
          <p:cNvSpPr/>
          <p:nvPr/>
        </p:nvSpPr>
        <p:spPr>
          <a:xfrm>
            <a:off x="566928" y="1261872"/>
            <a:ext cx="5029200" cy="4343400"/>
          </a:xfrm>
          <a:prstGeom prst="rect">
            <a:avLst/>
          </a:prstGeom>
          <a:noFill/>
          <a:ln/>
        </p:spPr>
        <p:txBody>
          <a:bodyPr wrap="square" lIns="0" tIns="0" rIns="0" bIns="0" rtlCol="0" anchor="t"/>
          <a:lstStyle/>
          <a:p>
            <a:pPr algn="l" indent="0" marL="0">
              <a:spcAft>
                <a:spcPts val="600"/>
              </a:spcAft>
              <a:buNone/>
            </a:pPr>
            <a:r>
              <a:rPr lang="en-US" sz="1600" b="1" dirty="0">
                <a:solidFill>
                  <a:srgbClr val="000000"/>
                </a:solidFill>
                <a:latin typeface="Arial" pitchFamily="34" charset="0"/>
                <a:ea typeface="Arial" pitchFamily="34" charset="-122"/>
                <a:cs typeface="Arial" pitchFamily="34" charset="-120"/>
              </a:rPr>
              <a:t>Add photos</a:t>
            </a:r>
            <a:endParaRPr lang="en-US" sz="1600" dirty="0"/>
          </a:p>
          <a:p>
            <a:pPr algn="l" indent="0" marL="0">
              <a:spcAft>
                <a:spcPts val="600"/>
              </a:spcAft>
              <a:buNone/>
            </a:pPr>
            <a:r>
              <a:rPr lang="en-US" sz="1400" u="sng" dirty="0">
                <a:solidFill>
                  <a:srgbClr val="0F82A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Approved stock photography</a:t>
            </a:r>
            <a:endParaRPr lang="en-US" sz="1600" dirty="0"/>
          </a:p>
          <a:p>
            <a:pPr algn="l" indent="0" marL="0">
              <a:spcAft>
                <a:spcPts val="600"/>
              </a:spcAft>
              <a:buNone/>
            </a:pPr>
            <a:r>
              <a:rPr lang="en-US" sz="1400" u="sng" dirty="0">
                <a:solidFill>
                  <a:srgbClr val="0F82AF"/>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S&amp;P Global photography guidelines</a:t>
            </a:r>
            <a:endParaRPr lang="en-US" sz="1600" dirty="0"/>
          </a:p>
          <a:p>
            <a:pPr algn="l" indent="0" marL="0">
              <a:spcAft>
                <a:spcPts val="600"/>
              </a:spcAft>
              <a:buNone/>
            </a:pPr>
            <a:r>
              <a:rPr lang="en-US" sz="1400" u="sng" dirty="0">
                <a:solidFill>
                  <a:srgbClr val="0F82AF"/>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Request a photo from Getty</a:t>
            </a:r>
            <a:endParaRPr lang="en-US" sz="1600" dirty="0"/>
          </a:p>
          <a:p>
            <a:pPr algn="l" indent="0" marL="0">
              <a:buNone/>
            </a:pPr>
            <a:r>
              <a:rPr lang="en-US" sz="1200" dirty="0">
                <a:solidFill>
                  <a:srgbClr val="000000"/>
                </a:solidFill>
                <a:latin typeface="Arial" pitchFamily="34" charset="0"/>
                <a:ea typeface="Arial" pitchFamily="34" charset="-122"/>
                <a:cs typeface="Arial" pitchFamily="34" charset="-120"/>
              </a:rPr>
              <a:t>Getty image downloads depend on the images meeting S&amp;P Global brand guidelines and being covered by our license agreement. Review available options </a:t>
            </a:r>
            <a:pPr algn="l" indent="0" marL="0">
              <a:spcAft>
                <a:spcPts val="600"/>
              </a:spcAft>
              <a:buNone/>
            </a:pPr>
            <a:r>
              <a:rPr lang="en-US" sz="1200" u="sng" dirty="0">
                <a:solidFill>
                  <a:srgbClr val="0F82AF"/>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here</a:t>
            </a:r>
            <a:pPr algn="l" indent="0" marL="0">
              <a:buNone/>
            </a:pPr>
            <a:r>
              <a:rPr lang="en-US" sz="1200" dirty="0">
                <a:solidFill>
                  <a:srgbClr val="000000"/>
                </a:solidFill>
                <a:latin typeface="Arial" pitchFamily="34" charset="0"/>
                <a:ea typeface="Arial" pitchFamily="34" charset="-122"/>
                <a:cs typeface="Arial" pitchFamily="34" charset="-120"/>
              </a:rPr>
              <a:t>.</a:t>
            </a:r>
            <a:endParaRPr lang="en-US" sz="1600" dirty="0"/>
          </a:p>
          <a:p>
            <a:pPr algn="l" indent="0" marL="0">
              <a:spcBef>
                <a:spcPts val="1200"/>
              </a:spcBef>
              <a:spcAft>
                <a:spcPts val="600"/>
              </a:spcAft>
              <a:buNone/>
            </a:pPr>
            <a:r>
              <a:rPr lang="en-US" sz="1600" b="1" dirty="0">
                <a:solidFill>
                  <a:srgbClr val="000000"/>
                </a:solidFill>
                <a:latin typeface="Arial" pitchFamily="34" charset="0"/>
                <a:ea typeface="Arial" pitchFamily="34" charset="-122"/>
                <a:cs typeface="Arial" pitchFamily="34" charset="-120"/>
              </a:rPr>
              <a:t>Add icons</a:t>
            </a:r>
            <a:endParaRPr lang="en-US" sz="1600" dirty="0"/>
          </a:p>
          <a:p>
            <a:pPr algn="l" indent="0" marL="0">
              <a:spcAft>
                <a:spcPts val="600"/>
              </a:spcAft>
              <a:buNone/>
            </a:pPr>
            <a:r>
              <a:rPr lang="en-US" sz="1400" dirty="0">
                <a:solidFill>
                  <a:srgbClr val="000000"/>
                </a:solidFill>
                <a:latin typeface="Arial" pitchFamily="34" charset="0"/>
                <a:ea typeface="Arial" pitchFamily="34" charset="-122"/>
                <a:cs typeface="Arial" pitchFamily="34" charset="-120"/>
              </a:rPr>
              <a:t>Do NOT use the built-in icons in PowerPoint. Instead, use the brand-compliant icons available at the link below.</a:t>
            </a:r>
            <a:endParaRPr lang="en-US" sz="1600" dirty="0"/>
          </a:p>
          <a:p>
            <a:pPr algn="l" indent="0" marL="0">
              <a:spcAft>
                <a:spcPts val="600"/>
              </a:spcAft>
              <a:buNone/>
            </a:pPr>
            <a:r>
              <a:rPr lang="en-US" sz="1400" u="sng" dirty="0">
                <a:solidFill>
                  <a:srgbClr val="0F82AF"/>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Find icons</a:t>
            </a:r>
            <a:endParaRPr lang="en-US" sz="1600" dirty="0"/>
          </a:p>
          <a:p>
            <a:pPr algn="l" indent="0" marL="0">
              <a:spcAft>
                <a:spcPts val="600"/>
              </a:spcAft>
              <a:buNone/>
            </a:pPr>
            <a:r>
              <a:rPr lang="en-US" sz="1400" u="sng" dirty="0">
                <a:solidFill>
                  <a:srgbClr val="0F82AF"/>
                </a:solidFill>
                <a:latin typeface="Arial" pitchFamily="34" charset="0"/>
                <a:ea typeface="Arial" pitchFamily="34" charset="-122"/>
                <a:cs typeface="Arial" pitchFamily="34" charset="-120"/>
                <a:hlinkClick r:id="rId6" invalidUrl="" action="" tgtFrame="" tooltip="" history="1" highlightClick="0" endSnd="0">
                  <a:extLst>
                    <a:ext uri="{A12FA001-AC4F-418D-AE19-62706E023703}">
                      <ahyp:hlinkClr xmlns:ahyp="http://schemas.microsoft.com/office/drawing/2018/hyperlinkcolor" val="tx"/>
                    </a:ext>
                  </a:extLst>
                </a:hlinkClick>
              </a:rPr>
              <a:t>Iconography guidelines</a:t>
            </a:r>
            <a:endParaRPr lang="en-US" sz="1600" dirty="0"/>
          </a:p>
          <a:p>
            <a:pPr algn="l" indent="0" marL="0">
              <a:spcBef>
                <a:spcPts val="1200"/>
              </a:spcBef>
              <a:spcAft>
                <a:spcPts val="600"/>
              </a:spcAft>
              <a:buNone/>
            </a:pPr>
            <a:r>
              <a:rPr lang="en-US" sz="1600" b="1" dirty="0">
                <a:solidFill>
                  <a:srgbClr val="000000"/>
                </a:solidFill>
                <a:latin typeface="Arial" pitchFamily="34" charset="0"/>
                <a:ea typeface="Arial" pitchFamily="34" charset="-122"/>
                <a:cs typeface="Arial" pitchFamily="34" charset="-120"/>
              </a:rPr>
              <a:t>Request maps, infographics, icons and visuals</a:t>
            </a:r>
            <a:endParaRPr lang="en-US" sz="1600" dirty="0"/>
          </a:p>
          <a:p>
            <a:pPr algn="l" indent="0" marL="0">
              <a:spcAft>
                <a:spcPts val="600"/>
              </a:spcAft>
              <a:buNone/>
            </a:pPr>
            <a:r>
              <a:rPr lang="en-US" sz="1400" u="sng" dirty="0">
                <a:solidFill>
                  <a:srgbClr val="0F82AF"/>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Request design help</a:t>
            </a:r>
            <a:endParaRPr lang="en-US" sz="1600" dirty="0"/>
          </a:p>
        </p:txBody>
      </p:sp>
      <p:sp>
        <p:nvSpPr>
          <p:cNvPr id="6" name="Text 3"/>
          <p:cNvSpPr/>
          <p:nvPr/>
        </p:nvSpPr>
        <p:spPr>
          <a:xfrm>
            <a:off x="6601968" y="1261872"/>
            <a:ext cx="5029200" cy="4937760"/>
          </a:xfrm>
          <a:prstGeom prst="rect">
            <a:avLst/>
          </a:prstGeom>
          <a:noFill/>
          <a:ln/>
        </p:spPr>
        <p:txBody>
          <a:bodyPr wrap="square" lIns="0" tIns="0" rIns="0" bIns="0" rtlCol="0" anchor="t"/>
          <a:lstStyle/>
          <a:p>
            <a:pPr algn="l" indent="0" marL="0">
              <a:buNone/>
            </a:pPr>
            <a:r>
              <a:rPr lang="en-US" sz="1600" b="1" dirty="0">
                <a:solidFill>
                  <a:srgbClr val="000000"/>
                </a:solidFill>
                <a:latin typeface="Arial" pitchFamily="34" charset="0"/>
                <a:ea typeface="Arial" pitchFamily="34" charset="-122"/>
                <a:cs typeface="Arial" pitchFamily="34" charset="-120"/>
              </a:rPr>
              <a:t>Send to editors</a:t>
            </a:r>
            <a:endParaRPr lang="en-US" sz="1600" dirty="0"/>
          </a:p>
          <a:p>
            <a:pPr algn="l" indent="0" marL="0">
              <a:spcAft>
                <a:spcPts val="600"/>
              </a:spcAft>
              <a:buNone/>
            </a:pPr>
            <a:r>
              <a:rPr lang="en-US" sz="1400" u="sng" dirty="0">
                <a:solidFill>
                  <a:srgbClr val="0F82AF"/>
                </a:solidFill>
                <a:latin typeface="Arial" pitchFamily="34" charset="0"/>
                <a:ea typeface="Arial" pitchFamily="34" charset="-122"/>
                <a:cs typeface="Arial" pitchFamily="34" charset="-120"/>
                <a:hlinkClick r:id="rId8" invalidUrl="" action="" tgtFrame="" tooltip="" history="1" highlightClick="0" endSnd="0">
                  <a:extLst>
                    <a:ext uri="{A12FA001-AC4F-418D-AE19-62706E023703}">
                      <ahyp:hlinkClr xmlns:ahyp="http://schemas.microsoft.com/office/drawing/2018/hyperlinkcolor" val="tx"/>
                    </a:ext>
                  </a:extLst>
                </a:hlinkClick>
              </a:rPr>
              <a:t>Mobility</a:t>
            </a:r>
            <a:endParaRPr lang="en-US" sz="1600" dirty="0"/>
          </a:p>
          <a:p>
            <a:pPr algn="l" indent="0" marL="0">
              <a:buNone/>
            </a:pPr>
            <a:r>
              <a:rPr lang="en-US" sz="1400" u="sng" dirty="0">
                <a:solidFill>
                  <a:srgbClr val="0F82AF"/>
                </a:solidFill>
                <a:latin typeface="Arial" pitchFamily="34" charset="0"/>
                <a:ea typeface="Arial" pitchFamily="34" charset="-122"/>
                <a:cs typeface="Arial" pitchFamily="34" charset="-120"/>
                <a:hlinkClick r:id="rId9" invalidUrl="" action="" tgtFrame="" tooltip="" history="1" highlightClick="0" endSnd="0">
                  <a:extLst>
                    <a:ext uri="{A12FA001-AC4F-418D-AE19-62706E023703}">
                      <ahyp:hlinkClr xmlns:ahyp="http://schemas.microsoft.com/office/drawing/2018/hyperlinkcolor" val="tx"/>
                    </a:ext>
                  </a:extLst>
                </a:hlinkClick>
              </a:rPr>
              <a:t>Energy/Commodities</a:t>
            </a:r>
            <a:pPr algn="l" indent="0" marL="0">
              <a:buNone/>
            </a:pPr>
            <a:r>
              <a:rPr lang="en-US" sz="1400" dirty="0">
                <a:solidFill>
                  <a:srgbClr val="000000"/>
                </a:solidFill>
                <a:latin typeface="Arial" pitchFamily="34" charset="0"/>
                <a:ea typeface="Arial" pitchFamily="34" charset="-122"/>
                <a:cs typeface="Arial" pitchFamily="34" charset="-120"/>
              </a:rPr>
              <a:t>*</a:t>
            </a:r>
            <a:endParaRPr lang="en-US" sz="1600" dirty="0"/>
          </a:p>
          <a:p>
            <a:pPr algn="l" indent="0" marL="0">
              <a:spcBef>
                <a:spcPts val="600"/>
              </a:spcBef>
              <a:spcAft>
                <a:spcPts val="600"/>
              </a:spcAft>
              <a:buNone/>
            </a:pPr>
            <a:r>
              <a:rPr lang="en-US" sz="1400" u="sng" dirty="0">
                <a:solidFill>
                  <a:srgbClr val="0F82AF"/>
                </a:solidFill>
                <a:latin typeface="Arial" pitchFamily="34" charset="0"/>
                <a:ea typeface="Arial" pitchFamily="34" charset="-122"/>
                <a:cs typeface="Arial" pitchFamily="34" charset="-120"/>
                <a:hlinkClick r:id="rId10" invalidUrl="" action="" tgtFrame="" tooltip="" history="1" highlightClick="0" endSnd="0">
                  <a:extLst>
                    <a:ext uri="{A12FA001-AC4F-418D-AE19-62706E023703}">
                      <ahyp:hlinkClr xmlns:ahyp="http://schemas.microsoft.com/office/drawing/2018/hyperlinkcolor" val="tx"/>
                    </a:ext>
                  </a:extLst>
                </a:hlinkClick>
              </a:rPr>
              <a:t>Chemical</a:t>
            </a:r>
            <a:endParaRPr lang="en-US" sz="1600" dirty="0"/>
          </a:p>
          <a:p>
            <a:pPr algn="l" indent="0" marL="0">
              <a:spcAft>
                <a:spcPts val="600"/>
              </a:spcAft>
              <a:buNone/>
            </a:pPr>
            <a:r>
              <a:rPr lang="en-US" sz="1400" u="sng" dirty="0">
                <a:solidFill>
                  <a:srgbClr val="0F82AF"/>
                </a:solidFill>
                <a:latin typeface="Arial" pitchFamily="34" charset="0"/>
                <a:ea typeface="Arial" pitchFamily="34" charset="-122"/>
                <a:cs typeface="Arial" pitchFamily="34" charset="-120"/>
                <a:hlinkClick r:id="rId11" invalidUrl="" action="" tgtFrame="" tooltip="" history="1" highlightClick="0" endSnd="0">
                  <a:extLst>
                    <a:ext uri="{A12FA001-AC4F-418D-AE19-62706E023703}">
                      <ahyp:hlinkClr xmlns:ahyp="http://schemas.microsoft.com/office/drawing/2018/hyperlinkcolor" val="tx"/>
                    </a:ext>
                  </a:extLst>
                </a:hlinkClick>
              </a:rPr>
              <a:t>Agribusiness</a:t>
            </a:r>
            <a:endParaRPr lang="en-US" sz="1600" dirty="0"/>
          </a:p>
          <a:p>
            <a:pPr algn="l" indent="0" marL="0">
              <a:spcAft>
                <a:spcPts val="600"/>
              </a:spcAft>
              <a:buNone/>
            </a:pPr>
            <a:r>
              <a:rPr lang="en-US" sz="1400" u="sng" dirty="0">
                <a:solidFill>
                  <a:srgbClr val="0F82AF"/>
                </a:solidFill>
                <a:latin typeface="Arial" pitchFamily="34" charset="0"/>
                <a:ea typeface="Arial" pitchFamily="34" charset="-122"/>
                <a:cs typeface="Arial" pitchFamily="34" charset="-120"/>
                <a:hlinkClick r:id="rId12" invalidUrl="" action="" tgtFrame="" tooltip="" history="1" highlightClick="0" endSnd="0">
                  <a:extLst>
                    <a:ext uri="{A12FA001-AC4F-418D-AE19-62706E023703}">
                      <ahyp:hlinkClr xmlns:ahyp="http://schemas.microsoft.com/office/drawing/2018/hyperlinkcolor" val="tx"/>
                    </a:ext>
                  </a:extLst>
                </a:hlinkClick>
              </a:rPr>
              <a:t>Global Intelligence and Analytics (GIA), formerly Economics and Country Risk (ECR)</a:t>
            </a:r>
            <a:endParaRPr lang="en-US" sz="1600" dirty="0"/>
          </a:p>
          <a:p>
            <a:pPr algn="l" indent="0" marL="0">
              <a:spcAft>
                <a:spcPts val="600"/>
              </a:spcAft>
              <a:buNone/>
            </a:pPr>
            <a:r>
              <a:rPr lang="en-US" sz="1400" u="sng" dirty="0">
                <a:solidFill>
                  <a:srgbClr val="0F82AF"/>
                </a:solidFill>
                <a:latin typeface="Arial" pitchFamily="34" charset="0"/>
                <a:ea typeface="Arial" pitchFamily="34" charset="-122"/>
                <a:cs typeface="Arial" pitchFamily="34" charset="-120"/>
                <a:hlinkClick r:id="rId13" invalidUrl="" action="" tgtFrame="" tooltip="" history="1" highlightClick="0" endSnd="0">
                  <a:extLst>
                    <a:ext uri="{A12FA001-AC4F-418D-AE19-62706E023703}">
                      <ahyp:hlinkClr xmlns:ahyp="http://schemas.microsoft.com/office/drawing/2018/hyperlinkcolor" val="tx"/>
                    </a:ext>
                  </a:extLst>
                </a:hlinkClick>
              </a:rPr>
              <a:t>Maritime &amp; Trade</a:t>
            </a:r>
            <a:endParaRPr lang="en-US" sz="1600" dirty="0"/>
          </a:p>
          <a:p>
            <a:pPr algn="l" indent="0" marL="0">
              <a:spcAft>
                <a:spcPts val="600"/>
              </a:spcAft>
              <a:buNone/>
            </a:pPr>
            <a:r>
              <a:rPr lang="en-US" sz="1400" u="sng" dirty="0">
                <a:solidFill>
                  <a:srgbClr val="0F82AF"/>
                </a:solidFill>
                <a:latin typeface="Arial" pitchFamily="34" charset="0"/>
                <a:ea typeface="Arial" pitchFamily="34" charset="-122"/>
                <a:cs typeface="Arial" pitchFamily="34" charset="-120"/>
                <a:hlinkClick r:id="rId14" invalidUrl="" action="" tgtFrame="" tooltip="" history="1" highlightClick="0" endSnd="0">
                  <a:extLst>
                    <a:ext uri="{A12FA001-AC4F-418D-AE19-62706E023703}">
                      <ahyp:hlinkClr xmlns:ahyp="http://schemas.microsoft.com/office/drawing/2018/hyperlinkcolor" val="tx"/>
                    </a:ext>
                  </a:extLst>
                </a:hlinkClick>
              </a:rPr>
              <a:t>Financial Institutions (FI)</a:t>
            </a:r>
            <a:endParaRPr lang="en-US" sz="1600" dirty="0"/>
          </a:p>
          <a:p>
            <a:pPr algn="l" indent="0" marL="0">
              <a:spcAft>
                <a:spcPts val="600"/>
              </a:spcAft>
              <a:buNone/>
            </a:pPr>
            <a:r>
              <a:rPr lang="en-US" sz="1400" dirty="0">
                <a:solidFill>
                  <a:srgbClr val="000000"/>
                </a:solidFill>
                <a:latin typeface="Arial" pitchFamily="34" charset="0"/>
                <a:ea typeface="Arial" pitchFamily="34" charset="-122"/>
                <a:cs typeface="Arial" pitchFamily="34" charset="-120"/>
              </a:rPr>
              <a:t>Telecommunications, Media &amp; Technology (TMT)**</a:t>
            </a:r>
            <a:endParaRPr lang="en-US" sz="1600" dirty="0"/>
          </a:p>
          <a:p>
            <a:pPr algn="l" indent="0" marL="0">
              <a:spcAft>
                <a:spcPts val="600"/>
              </a:spcAft>
              <a:buNone/>
            </a:pPr>
            <a:r>
              <a:rPr lang="en-US" sz="1400" dirty="0">
                <a:solidFill>
                  <a:srgbClr val="000000"/>
                </a:solidFill>
                <a:latin typeface="Arial" pitchFamily="34" charset="0"/>
                <a:ea typeface="Arial" pitchFamily="34" charset="-122"/>
                <a:cs typeface="Arial" pitchFamily="34" charset="-120"/>
              </a:rPr>
              <a:t>Ratings***</a:t>
            </a:r>
            <a:endParaRPr lang="en-US" sz="1600" dirty="0"/>
          </a:p>
          <a:p>
            <a:pPr algn="l" indent="0" marL="0">
              <a:spcAft>
                <a:spcPts val="600"/>
              </a:spcAft>
              <a:buNone/>
            </a:pPr>
            <a:r>
              <a:rPr lang="en-US" sz="1400" dirty="0">
                <a:solidFill>
                  <a:srgbClr val="000000"/>
                </a:solidFill>
                <a:latin typeface="Arial" pitchFamily="34" charset="0"/>
                <a:ea typeface="Arial" pitchFamily="34" charset="-122"/>
                <a:cs typeface="Arial" pitchFamily="34" charset="-120"/>
              </a:rPr>
              <a:t>Sustainable1***</a:t>
            </a:r>
            <a:endParaRPr lang="en-US" sz="1600" dirty="0"/>
          </a:p>
          <a:p>
            <a:pPr algn="l" indent="0" marL="0">
              <a:spcBef>
                <a:spcPts val="1200"/>
              </a:spcBef>
              <a:spcAft>
                <a:spcPts val="600"/>
              </a:spcAft>
              <a:buNone/>
            </a:pPr>
            <a:r>
              <a:rPr lang="en-US" sz="1600" b="1" dirty="0">
                <a:solidFill>
                  <a:srgbClr val="000000"/>
                </a:solidFill>
                <a:latin typeface="Arial" pitchFamily="34" charset="0"/>
                <a:ea typeface="Arial" pitchFamily="34" charset="-122"/>
                <a:cs typeface="Arial" pitchFamily="34" charset="-120"/>
              </a:rPr>
              <a:t>Get EDP PowerPoint Utility Add-in</a:t>
            </a:r>
            <a:endParaRPr lang="en-US" sz="1600" dirty="0"/>
          </a:p>
          <a:p>
            <a:pPr algn="l" indent="0" marL="0">
              <a:spcAft>
                <a:spcPts val="600"/>
              </a:spcAft>
              <a:buNone/>
            </a:pPr>
            <a:r>
              <a:rPr lang="en-US" sz="1400" u="sng" dirty="0">
                <a:solidFill>
                  <a:srgbClr val="0F82AF"/>
                </a:solidFill>
                <a:latin typeface="Arial" pitchFamily="34" charset="0"/>
                <a:ea typeface="Arial" pitchFamily="34" charset="-122"/>
                <a:cs typeface="Arial" pitchFamily="34" charset="-120"/>
                <a:hlinkClick r:id="rId15" invalidUrl="" action="" tgtFrame="" tooltip="" history="1" highlightClick="0" endSnd="0">
                  <a:extLst>
                    <a:ext uri="{A12FA001-AC4F-418D-AE19-62706E023703}">
                      <ahyp:hlinkClr xmlns:ahyp="http://schemas.microsoft.com/office/drawing/2018/hyperlinkcolor" val="tx"/>
                    </a:ext>
                  </a:extLst>
                </a:hlinkClick>
              </a:rPr>
              <a:t>Windows 11 users</a:t>
            </a:r>
            <a:endParaRPr lang="en-US" sz="1600" dirty="0"/>
          </a:p>
          <a:p>
            <a:pPr algn="l" indent="0" marL="0">
              <a:spcAft>
                <a:spcPts val="600"/>
              </a:spcAft>
              <a:buNone/>
            </a:pPr>
            <a:r>
              <a:rPr lang="en-US" sz="1400" u="sng" dirty="0">
                <a:solidFill>
                  <a:srgbClr val="0F82AF"/>
                </a:solidFill>
                <a:latin typeface="Arial" pitchFamily="34" charset="0"/>
                <a:ea typeface="Arial" pitchFamily="34" charset="-122"/>
                <a:cs typeface="Arial" pitchFamily="34" charset="-120"/>
                <a:hlinkClick r:id="rId16" invalidUrl="" action="" tgtFrame="" tooltip="" history="1" highlightClick="0" endSnd="0">
                  <a:extLst>
                    <a:ext uri="{A12FA001-AC4F-418D-AE19-62706E023703}">
                      <ahyp:hlinkClr xmlns:ahyp="http://schemas.microsoft.com/office/drawing/2018/hyperlinkcolor" val="tx"/>
                    </a:ext>
                  </a:extLst>
                </a:hlinkClick>
              </a:rPr>
              <a:t>I'm not on Windows 11 yet</a:t>
            </a:r>
            <a:endParaRPr lang="en-US" sz="1600" dirty="0"/>
          </a:p>
        </p:txBody>
      </p:sp>
      <p:sp>
        <p:nvSpPr>
          <p:cNvPr id="7" name="Text 4"/>
          <p:cNvSpPr/>
          <p:nvPr/>
        </p:nvSpPr>
        <p:spPr>
          <a:xfrm>
            <a:off x="566928" y="5687568"/>
            <a:ext cx="11064240" cy="521208"/>
          </a:xfrm>
          <a:prstGeom prst="rect">
            <a:avLst/>
          </a:prstGeom>
          <a:noFill/>
          <a:ln/>
        </p:spPr>
        <p:txBody>
          <a:bodyPr wrap="square" lIns="0" tIns="0" rIns="0" bIns="0" rtlCol="0" anchor="b"/>
          <a:lstStyle/>
          <a:p>
            <a:pPr algn="l" indent="0" marL="0">
              <a:buNone/>
            </a:pPr>
            <a:r>
              <a:rPr lang="en-US" sz="700" dirty="0">
                <a:solidFill>
                  <a:srgbClr val="000000"/>
                </a:solidFill>
                <a:latin typeface="Arial" pitchFamily="34" charset="0"/>
                <a:ea typeface="Arial" pitchFamily="34" charset="-122"/>
                <a:cs typeface="Arial" pitchFamily="34" charset="-120"/>
              </a:rPr>
              <a:t>* If your content is published on Platts Connect in the first instance, contact </a:t>
            </a:r>
            <a:pPr algn="l" indent="0" marL="0">
              <a:buNone/>
            </a:pPr>
            <a:r>
              <a:rPr lang="en-US" sz="700" u="sng" dirty="0">
                <a:solidFill>
                  <a:srgbClr val="0F82AF"/>
                </a:solidFill>
                <a:latin typeface="Arial" pitchFamily="34" charset="0"/>
                <a:ea typeface="Arial" pitchFamily="34" charset="-122"/>
                <a:cs typeface="Arial" pitchFamily="34" charset="-120"/>
                <a:hlinkClick r:id="rId17" invalidUrl="" action="" tgtFrame="" tooltip="" history="1" highlightClick="0" endSnd="0">
                  <a:extLst>
                    <a:ext uri="{A12FA001-AC4F-418D-AE19-62706E023703}">
                      <ahyp:hlinkClr xmlns:ahyp="http://schemas.microsoft.com/office/drawing/2018/hyperlinkcolor" val="tx"/>
                    </a:ext>
                  </a:extLst>
                </a:hlinkClick>
              </a:rPr>
              <a:t>publish.pira@spglobal.com</a:t>
            </a:r>
            <a:pPr algn="l" indent="0" marL="0">
              <a:spcAft>
                <a:spcPts val="200"/>
              </a:spcAft>
              <a:buNone/>
            </a:pPr>
            <a:r>
              <a:rPr lang="en-US" sz="700" dirty="0">
                <a:solidFill>
                  <a:srgbClr val="000000"/>
                </a:solidFill>
                <a:latin typeface="Arial" pitchFamily="34" charset="0"/>
                <a:ea typeface="Arial" pitchFamily="34" charset="-122"/>
                <a:cs typeface="Arial" pitchFamily="34" charset="-120"/>
              </a:rPr>
              <a:t>.</a:t>
            </a:r>
            <a:endParaRPr lang="en-US" sz="700" dirty="0"/>
          </a:p>
          <a:p>
            <a:pPr algn="l" indent="0" marL="0">
              <a:buNone/>
            </a:pPr>
            <a:r>
              <a:rPr lang="en-US" sz="700" u="sng" dirty="0">
                <a:solidFill>
                  <a:srgbClr val="0F82AF"/>
                </a:solidFill>
                <a:latin typeface="Arial" pitchFamily="34" charset="0"/>
                <a:ea typeface="Arial" pitchFamily="34" charset="-122"/>
                <a:cs typeface="Arial" pitchFamily="34" charset="-120"/>
                <a:hlinkClick r:id="rId18" invalidUrl="" action="" tgtFrame="" tooltip="" history="1" highlightClick="0" endSnd="0">
                  <a:extLst>
                    <a:ext uri="{A12FA001-AC4F-418D-AE19-62706E023703}">
                      <ahyp:hlinkClr xmlns:ahyp="http://schemas.microsoft.com/office/drawing/2018/hyperlinkcolor" val="tx"/>
                    </a:ext>
                  </a:extLst>
                </a:hlinkClick>
              </a:rPr>
              <a:t>** 451 Editorial</a:t>
            </a:r>
            <a:pPr algn="l" indent="0" marL="0">
              <a:buNone/>
            </a:pPr>
            <a:r>
              <a:rPr lang="en-US" sz="700" dirty="0">
                <a:solidFill>
                  <a:srgbClr val="000000"/>
                </a:solidFill>
                <a:latin typeface="Arial" pitchFamily="34" charset="0"/>
                <a:ea typeface="Arial" pitchFamily="34" charset="-122"/>
                <a:cs typeface="Arial" pitchFamily="34" charset="-120"/>
              </a:rPr>
              <a:t> | </a:t>
            </a:r>
            <a:pPr algn="l" indent="0" marL="0">
              <a:spcAft>
                <a:spcPts val="200"/>
              </a:spcAft>
              <a:buNone/>
            </a:pPr>
            <a:r>
              <a:rPr lang="en-US" sz="700" u="sng" dirty="0">
                <a:solidFill>
                  <a:srgbClr val="0F82AF"/>
                </a:solidFill>
                <a:latin typeface="Arial" pitchFamily="34" charset="0"/>
                <a:ea typeface="Arial" pitchFamily="34" charset="-122"/>
                <a:cs typeface="Arial" pitchFamily="34" charset="-120"/>
                <a:hlinkClick r:id="rId19" invalidUrl="" action="" tgtFrame="" tooltip="" history="1" highlightClick="0" endSnd="0">
                  <a:extLst>
                    <a:ext uri="{A12FA001-AC4F-418D-AE19-62706E023703}">
                      <ahyp:hlinkClr xmlns:ahyp="http://schemas.microsoft.com/office/drawing/2018/hyperlinkcolor" val="tx"/>
                    </a:ext>
                  </a:extLst>
                </a:hlinkClick>
              </a:rPr>
              <a:t>Research Editorial (CapIQ Pro)</a:t>
            </a:r>
            <a:endParaRPr lang="en-US" sz="700" dirty="0"/>
          </a:p>
          <a:p>
            <a:pPr algn="l" indent="0" marL="0">
              <a:buNone/>
            </a:pPr>
            <a:r>
              <a:rPr lang="en-US" sz="700" dirty="0">
                <a:solidFill>
                  <a:srgbClr val="000000"/>
                </a:solidFill>
                <a:latin typeface="Arial" pitchFamily="34" charset="0"/>
                <a:ea typeface="Arial" pitchFamily="34" charset="-122"/>
                <a:cs typeface="Arial" pitchFamily="34" charset="-120"/>
              </a:rPr>
              <a:t>*** While EDP does not provide editing services specifically for the Ratings and Sustainable1 divisions, we do offer cross-divisional content editing services. For more details, contact </a:t>
            </a:r>
            <a:pPr algn="l" indent="0" marL="0">
              <a:buNone/>
            </a:pPr>
            <a:r>
              <a:rPr lang="en-US" sz="700" u="sng" dirty="0">
                <a:solidFill>
                  <a:srgbClr val="0F82AF"/>
                </a:solidFill>
                <a:latin typeface="Arial" pitchFamily="34" charset="0"/>
                <a:ea typeface="Arial" pitchFamily="34" charset="-122"/>
                <a:cs typeface="Arial" pitchFamily="34" charset="-120"/>
                <a:hlinkClick r:id="rId20" invalidUrl="" action="" tgtFrame="" tooltip="" history="1" highlightClick="0" endSnd="0">
                  <a:extLst>
                    <a:ext uri="{A12FA001-AC4F-418D-AE19-62706E023703}">
                      <ahyp:hlinkClr xmlns:ahyp="http://schemas.microsoft.com/office/drawing/2018/hyperlinkcolor" val="tx"/>
                    </a:ext>
                  </a:extLst>
                </a:hlinkClick>
              </a:rPr>
              <a:t>mark.pengelly@spglobal.com</a:t>
            </a:r>
            <a:pPr algn="l" indent="0" marL="0">
              <a:spcAft>
                <a:spcPts val="200"/>
              </a:spcAft>
              <a:buNone/>
            </a:pPr>
            <a:r>
              <a:rPr lang="en-US" sz="700" dirty="0">
                <a:solidFill>
                  <a:srgbClr val="000000"/>
                </a:solidFill>
                <a:latin typeface="Arial" pitchFamily="34" charset="0"/>
                <a:ea typeface="Arial" pitchFamily="34" charset="-122"/>
                <a:cs typeface="Arial" pitchFamily="34" charset="-120"/>
              </a:rPr>
              <a:t>.</a:t>
            </a:r>
            <a:endParaRPr lang="en-US" sz="700" dirty="0"/>
          </a:p>
          <a:p>
            <a:pPr algn="l" indent="0" marL="0">
              <a:spcAft>
                <a:spcPts val="200"/>
              </a:spcAft>
              <a:buNone/>
            </a:pPr>
            <a:r>
              <a:rPr lang="en-US" sz="700" dirty="0">
                <a:solidFill>
                  <a:srgbClr val="000000"/>
                </a:solidFill>
                <a:latin typeface="Arial" pitchFamily="34" charset="0"/>
                <a:ea typeface="Arial" pitchFamily="34" charset="-122"/>
                <a:cs typeface="Arial" pitchFamily="34" charset="-120"/>
              </a:rPr>
              <a:t>Authentication required to access certain links.</a:t>
            </a:r>
            <a:endParaRPr lang="en-US" sz="700" dirty="0"/>
          </a:p>
        </p:txBody>
      </p:sp>
      <p:sp>
        <p:nvSpPr>
          <p:cNvPr id="8" name="Text 1"/>
          <p:cNvSpPr/>
          <p:nvPr>
            <p:ph idx="103" type="body" hasCustomPrompt="1"/>
          </p:nvPr>
        </p:nvSpPr>
        <p:spPr/>
        <p:txBody>
          <a:bodyPr wrap="none" rtlCol="0" anchor="ctr"/>
          <a:lstStyle/>
          <a:p>
            <a:pPr algn="r" indent="0" marL="0">
              <a:buNone/>
            </a:pP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sldNum" hasCustomPrompt="1"/>
          </p:nvPr>
        </p:nvSpPr>
        <p:spPr/>
        <p:txBody>
          <a:bodyPr/>
          <a:lstStyle/>
          <a:p>
            <a:r>
              <a:rPr lang="en-US" dirty="0"/>
              <a:t>8</a:t>
            </a:r>
            <a:endParaRPr lang="en-US" dirty="0"/>
          </a:p>
        </p:txBody>
      </p:sp>
    </p:spTree>
  </p:cSld>
  <p:clrMapOvr>
    <a:masterClrMapping/>
  </p:clrMapOvr>
</p:sld>
</file>

<file path=ppt/theme/theme1.xml><?xml version="1.0" encoding="utf-8"?>
<a:theme xmlns:a="http://schemas.openxmlformats.org/drawingml/2006/main" name="S-P Global EDP 2026 16-9">
  <a:themeElements>
    <a:clrScheme name="Custom 11">
      <a:dk1>
        <a:srgbClr val="000000"/>
      </a:dk1>
      <a:lt1>
        <a:sysClr val="window" lastClr="FFFFFF"/>
      </a:lt1>
      <a:dk2>
        <a:srgbClr val="404040"/>
      </a:dk2>
      <a:lt2>
        <a:srgbClr val="DCDCDC"/>
      </a:lt2>
      <a:accent1>
        <a:srgbClr val="D6002A"/>
      </a:accent1>
      <a:accent2>
        <a:srgbClr val="000000"/>
      </a:accent2>
      <a:accent3>
        <a:srgbClr val="C2C2C2"/>
      </a:accent3>
      <a:accent4>
        <a:srgbClr val="9E8D73"/>
      </a:accent4>
      <a:accent5>
        <a:srgbClr val="C7DAE0"/>
      </a:accent5>
      <a:accent6>
        <a:srgbClr val="EDF86F"/>
      </a:accent6>
      <a:hlink>
        <a:srgbClr val="0F82AF"/>
      </a:hlink>
      <a:folHlink>
        <a:srgbClr val="0D6E95"/>
      </a:folHlink>
    </a:clrScheme>
    <a:fontScheme name="SP Global Font Theme">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spcAft>
            <a:spcPts val="200"/>
          </a:spcAft>
          <a:defRPr sz="14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spcAft>
            <a:spcPts val="200"/>
          </a:spcAft>
          <a:defRPr sz="1400" dirty="0" err="1" smtClean="0"/>
        </a:defPPr>
      </a:lstStyle>
    </a:txDef>
  </a:objectDefaults>
  <a:extraClrSchemeLst/>
  <a:custClrLst>
    <a:custClr name="Ocean 7">
      <a:srgbClr val="006D89"/>
    </a:custClr>
    <a:custClr name="Gold 7B">
      <a:srgbClr val="DC7900"/>
    </a:custClr>
    <a:custClr name="Magenta 7">
      <a:srgbClr val="B92051"/>
    </a:custClr>
    <a:custClr name="Purple 9">
      <a:srgbClr val="501555"/>
    </a:custClr>
    <a:custClr name="Teal 7">
      <a:srgbClr val="0F9E7A"/>
    </a:custClr>
    <a:custClr name="Ocean 9">
      <a:srgbClr val="00495B"/>
    </a:custClr>
    <a:custClr name="Orange 7">
      <a:srgbClr val="C94100"/>
    </a:custClr>
    <a:custClr name="Blue 8">
      <a:srgbClr val="1D3BAA"/>
    </a:custClr>
    <a:custClr name="Magenta 5">
      <a:srgbClr val="CD6083"/>
    </a:custClr>
    <a:custClr name="Green 9">
      <a:srgbClr val="125E1F"/>
    </a:custClr>
    <a:custClr name="Gray 7B">
      <a:srgbClr val="929497"/>
    </a:custClr>
    <a:custClr name="Purple 7">
      <a:srgbClr val="782080"/>
    </a:custClr>
    <a:custClr name="Blue 5">
      <a:srgbClr val="7284CA"/>
    </a:custClr>
    <a:custClr name="Gold 9">
      <a:srgbClr val="9D5700"/>
    </a:custClr>
    <a:custClr name="Purple 4">
      <a:srgbClr val="B280B6"/>
    </a:custClr>
    <a:custClr name="Blue 6">
      <a:srgbClr val="566CBF"/>
    </a:custClr>
    <a:custClr name="Ocean 4">
      <a:srgbClr val="6CABBB"/>
    </a:custClr>
    <a:custClr name="Ochre 7">
      <a:srgbClr val="C18B28"/>
    </a:custClr>
    <a:custClr name="Green 6">
      <a:srgbClr val="3C9D4D"/>
    </a:custClr>
    <a:custClr name="Maroon 9">
      <a:srgbClr val="6B0F01"/>
    </a:custClr>
    <a:custClr name="Positive">
      <a:srgbClr val="167527"/>
    </a:custClr>
    <a:custClr name="Somewhat Positive">
      <a:srgbClr val="9DCEA6"/>
    </a:custClr>
    <a:custClr name="Neutral/No Change">
      <a:srgbClr val="BBBDBF"/>
    </a:custClr>
    <a:custClr name="Neutral alt.">
      <a:srgbClr val="4997AB"/>
    </a:custClr>
    <a:custClr name="Somewhat Negative">
      <a:srgbClr val="D79B93"/>
    </a:custClr>
    <a:custClr name="Negative">
      <a:srgbClr val="B20023"/>
    </a:custClr>
    <a:custClr name="Gray 2B">
      <a:srgbClr val="F1F1F2"/>
    </a:custClr>
    <a:custClr name="Gray 4B">
      <a:srgbClr val="D0D2D3"/>
    </a:custClr>
    <a:custClr name="Gray 6B">
      <a:srgbClr val="A6A8AB"/>
    </a:custClr>
    <a:custClr name="Gray 8B">
      <a:srgbClr val="808184"/>
    </a:custClr>
    <a:custClr name="Orange 10">
      <a:srgbClr val="652100"/>
    </a:custClr>
    <a:custClr name="Orange 8">
      <a:srgbClr val="A73600"/>
    </a:custClr>
    <a:custClr name="Orange 6">
      <a:srgbClr val="D15C24"/>
    </a:custClr>
    <a:custClr name="Orange 4">
      <a:srgbClr val="E0926D"/>
    </a:custClr>
    <a:custClr name="Orange 2">
      <a:srgbClr val="F0C9B6"/>
    </a:custClr>
    <a:custClr name="Ocean 2">
      <a:srgbClr val="B6D5DD"/>
    </a:custClr>
    <a:custClr name="Ocean 4">
      <a:srgbClr val="6CABBB"/>
    </a:custClr>
    <a:custClr name="Ocean 6">
      <a:srgbClr val="24829A"/>
    </a:custClr>
    <a:custClr name="Ocean 8">
      <a:srgbClr val="005B72"/>
    </a:custClr>
    <a:custClr name="Ocean 10">
      <a:srgbClr val="003745"/>
    </a:custClr>
    <a:custClr name="Gold 10">
      <a:srgbClr val="764100"/>
    </a:custClr>
    <a:custClr name="Gold 8">
      <a:srgbClr val="C56C00"/>
    </a:custClr>
    <a:custClr name="Gold 6">
      <a:srgbClr val="EF9424"/>
    </a:custClr>
    <a:custClr name="Gold 4">
      <a:srgbClr val="F4B86D"/>
    </a:custClr>
    <a:custClr name="Gold 2">
      <a:srgbClr val="FADBB6"/>
    </a:custClr>
    <a:custClr name="Purple 2">
      <a:srgbClr val="D8BFDB"/>
    </a:custClr>
    <a:custClr name="Purple 4">
      <a:srgbClr val="B280B6"/>
    </a:custClr>
    <a:custClr name="Purple 6">
      <a:srgbClr val="8B4092"/>
    </a:custClr>
    <a:custClr name="Purple 8">
      <a:srgbClr val="641B6B"/>
    </a:custClr>
    <a:custClr name="Purple 10">
      <a:srgbClr val="3C1040"/>
    </a:custClr>
  </a:custClrLst>
  <a:extLst>
    <a:ext uri="{05A4C25C-085E-4340-85A3-A5531E510DB2}">
      <thm15:themeFamily xmlns:thm15="http://schemas.microsoft.com/office/thememl/2012/main" name="Presentation5" id="{2246ED3B-99E0-40E6-9790-ACF4666AB2EF}" vid="{E3EFB520-E477-43E8-A3C8-1D545409AD89}"/>
    </a:ext>
  </a:extLst>
</a:theme>
</file>

<file path=ppt/theme/theme2.xml><?xml version="1.0" encoding="utf-8"?>
<a:theme xmlns:a="http://schemas.openxmlformats.org/drawingml/2006/main" name="S-P Global EDP 2026 16-9">
  <a:themeElements>
    <a:clrScheme name="Custom 11">
      <a:dk1>
        <a:srgbClr val="000000"/>
      </a:dk1>
      <a:lt1>
        <a:sysClr val="window" lastClr="FFFFFF"/>
      </a:lt1>
      <a:dk2>
        <a:srgbClr val="404040"/>
      </a:dk2>
      <a:lt2>
        <a:srgbClr val="DCDCDC"/>
      </a:lt2>
      <a:accent1>
        <a:srgbClr val="D6002A"/>
      </a:accent1>
      <a:accent2>
        <a:srgbClr val="000000"/>
      </a:accent2>
      <a:accent3>
        <a:srgbClr val="C2C2C2"/>
      </a:accent3>
      <a:accent4>
        <a:srgbClr val="9E8D73"/>
      </a:accent4>
      <a:accent5>
        <a:srgbClr val="C7DAE0"/>
      </a:accent5>
      <a:accent6>
        <a:srgbClr val="EDF86F"/>
      </a:accent6>
      <a:hlink>
        <a:srgbClr val="0F82AF"/>
      </a:hlink>
      <a:folHlink>
        <a:srgbClr val="0D6E95"/>
      </a:folHlink>
    </a:clrScheme>
    <a:fontScheme name="SP Global Font Theme">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spcAft>
            <a:spcPts val="200"/>
          </a:spcAft>
          <a:defRPr sz="14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spcAft>
            <a:spcPts val="200"/>
          </a:spcAft>
          <a:defRPr sz="1400" dirty="0" err="1" smtClean="0"/>
        </a:defPPr>
      </a:lstStyle>
    </a:txDef>
  </a:objectDefaults>
  <a:extraClrSchemeLst/>
  <a:custClrLst>
    <a:custClr name="Ocean 7">
      <a:srgbClr val="006D89"/>
    </a:custClr>
    <a:custClr name="Gold 7B">
      <a:srgbClr val="DC7900"/>
    </a:custClr>
    <a:custClr name="Magenta 7">
      <a:srgbClr val="B92051"/>
    </a:custClr>
    <a:custClr name="Purple 9">
      <a:srgbClr val="501555"/>
    </a:custClr>
    <a:custClr name="Teal 7">
      <a:srgbClr val="0F9E7A"/>
    </a:custClr>
    <a:custClr name="Ocean 9">
      <a:srgbClr val="00495B"/>
    </a:custClr>
    <a:custClr name="Orange 7">
      <a:srgbClr val="C94100"/>
    </a:custClr>
    <a:custClr name="Blue 8">
      <a:srgbClr val="1D3BAA"/>
    </a:custClr>
    <a:custClr name="Magenta 5">
      <a:srgbClr val="CD6083"/>
    </a:custClr>
    <a:custClr name="Green 9">
      <a:srgbClr val="125E1F"/>
    </a:custClr>
    <a:custClr name="Gray 7B">
      <a:srgbClr val="929497"/>
    </a:custClr>
    <a:custClr name="Purple 7">
      <a:srgbClr val="782080"/>
    </a:custClr>
    <a:custClr name="Blue 5">
      <a:srgbClr val="7284CA"/>
    </a:custClr>
    <a:custClr name="Gold 9">
      <a:srgbClr val="9D5700"/>
    </a:custClr>
    <a:custClr name="Purple 4">
      <a:srgbClr val="B280B6"/>
    </a:custClr>
    <a:custClr name="Blue 6">
      <a:srgbClr val="566CBF"/>
    </a:custClr>
    <a:custClr name="Ocean 4">
      <a:srgbClr val="6CABBB"/>
    </a:custClr>
    <a:custClr name="Ochre 7">
      <a:srgbClr val="C18B28"/>
    </a:custClr>
    <a:custClr name="Green 6">
      <a:srgbClr val="3C9D4D"/>
    </a:custClr>
    <a:custClr name="Maroon 9">
      <a:srgbClr val="6B0F01"/>
    </a:custClr>
    <a:custClr name="Positive">
      <a:srgbClr val="167527"/>
    </a:custClr>
    <a:custClr name="Somewhat Positive">
      <a:srgbClr val="9DCEA6"/>
    </a:custClr>
    <a:custClr name="Neutral/No Change">
      <a:srgbClr val="BBBDBF"/>
    </a:custClr>
    <a:custClr name="Neutral alt.">
      <a:srgbClr val="4997AB"/>
    </a:custClr>
    <a:custClr name="Somewhat Negative">
      <a:srgbClr val="D79B93"/>
    </a:custClr>
    <a:custClr name="Negative">
      <a:srgbClr val="B20023"/>
    </a:custClr>
    <a:custClr name="Gray 2B">
      <a:srgbClr val="F1F1F2"/>
    </a:custClr>
    <a:custClr name="Gray 4B">
      <a:srgbClr val="D0D2D3"/>
    </a:custClr>
    <a:custClr name="Gray 6B">
      <a:srgbClr val="A6A8AB"/>
    </a:custClr>
    <a:custClr name="Gray 8B">
      <a:srgbClr val="808184"/>
    </a:custClr>
    <a:custClr name="Orange 10">
      <a:srgbClr val="652100"/>
    </a:custClr>
    <a:custClr name="Orange 8">
      <a:srgbClr val="A73600"/>
    </a:custClr>
    <a:custClr name="Orange 6">
      <a:srgbClr val="D15C24"/>
    </a:custClr>
    <a:custClr name="Orange 4">
      <a:srgbClr val="E0926D"/>
    </a:custClr>
    <a:custClr name="Orange 2">
      <a:srgbClr val="F0C9B6"/>
    </a:custClr>
    <a:custClr name="Ocean 2">
      <a:srgbClr val="B6D5DD"/>
    </a:custClr>
    <a:custClr name="Ocean 4">
      <a:srgbClr val="6CABBB"/>
    </a:custClr>
    <a:custClr name="Ocean 6">
      <a:srgbClr val="24829A"/>
    </a:custClr>
    <a:custClr name="Ocean 8">
      <a:srgbClr val="005B72"/>
    </a:custClr>
    <a:custClr name="Ocean 10">
      <a:srgbClr val="003745"/>
    </a:custClr>
    <a:custClr name="Gold 10">
      <a:srgbClr val="764100"/>
    </a:custClr>
    <a:custClr name="Gold 8">
      <a:srgbClr val="C56C00"/>
    </a:custClr>
    <a:custClr name="Gold 6">
      <a:srgbClr val="EF9424"/>
    </a:custClr>
    <a:custClr name="Gold 4">
      <a:srgbClr val="F4B86D"/>
    </a:custClr>
    <a:custClr name="Gold 2">
      <a:srgbClr val="FADBB6"/>
    </a:custClr>
    <a:custClr name="Purple 2">
      <a:srgbClr val="D8BFDB"/>
    </a:custClr>
    <a:custClr name="Purple 4">
      <a:srgbClr val="B280B6"/>
    </a:custClr>
    <a:custClr name="Purple 6">
      <a:srgbClr val="8B4092"/>
    </a:custClr>
    <a:custClr name="Purple 8">
      <a:srgbClr val="641B6B"/>
    </a:custClr>
    <a:custClr name="Purple 10">
      <a:srgbClr val="3C1040"/>
    </a:custClr>
  </a:custClrLst>
  <a:extLst>
    <a:ext uri="{05A4C25C-085E-4340-85A3-A5531E510DB2}">
      <thm15:themeFamily xmlns:thm15="http://schemas.microsoft.com/office/thememl/2012/main" name="Presentation5" id="{2246ED3B-99E0-40E6-9790-ACF4666AB2EF}" vid="{E3EFB520-E477-43E8-A3C8-1D545409AD89}"/>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2C5AB5430BD29468005F138BAADFA30" ma:contentTypeVersion="15" ma:contentTypeDescription="Create a new document." ma:contentTypeScope="" ma:versionID="7de2ce1e39f42d4a99ebe0e0f8827e51">
  <xsd:schema xmlns:xsd="http://www.w3.org/2001/XMLSchema" xmlns:xs="http://www.w3.org/2001/XMLSchema" xmlns:p="http://schemas.microsoft.com/office/2006/metadata/properties" xmlns:ns2="a7b088f9-5bd5-4bdb-b5bc-dcadbd2c3ab5" xmlns:ns3="01a85018-e850-4e17-bfd2-3567c6643c53" targetNamespace="http://schemas.microsoft.com/office/2006/metadata/properties" ma:root="true" ma:fieldsID="7e13d9ee660cffcd5a275efdf1209c88" ns2:_="" ns3:_="">
    <xsd:import namespace="a7b088f9-5bd5-4bdb-b5bc-dcadbd2c3ab5"/>
    <xsd:import namespace="01a85018-e850-4e17-bfd2-3567c6643c53"/>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MediaServiceDateTaken" minOccurs="0"/>
                <xsd:element ref="ns2:MediaLengthInSeconds" minOccurs="0"/>
                <xsd:element ref="ns3:SharedWithUsers" minOccurs="0"/>
                <xsd:element ref="ns3:SharedWithDetails" minOccurs="0"/>
                <xsd:element ref="ns2:Comme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7b088f9-5bd5-4bdb-b5bc-dcadbd2c3a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76f79bde-b34b-4e33-a562-f79c102b9a25"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Comments" ma:index="22" nillable="true" ma:displayName="Comments" ma:format="Dropdown" ma:internalName="Comments">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1a85018-e850-4e17-bfd2-3567c6643c53"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babc1d86-633d-4d0d-b314-85c2f607d569}" ma:internalName="TaxCatchAll" ma:showField="CatchAllData" ma:web="01a85018-e850-4e17-bfd2-3567c6643c53">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Comments xmlns="a7b088f9-5bd5-4bdb-b5bc-dcadbd2c3ab5" xsi:nil="true"/>
    <lcf76f155ced4ddcb4097134ff3c332f xmlns="a7b088f9-5bd5-4bdb-b5bc-dcadbd2c3ab5">
      <Terms xmlns="http://schemas.microsoft.com/office/infopath/2007/PartnerControls"/>
    </lcf76f155ced4ddcb4097134ff3c332f>
    <TaxCatchAll xmlns="01a85018-e850-4e17-bfd2-3567c6643c5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5DECA40-D451-42EC-9D61-C2385E9DF4FE}">
  <ds:schemaRefs>
    <ds:schemaRef ds:uri="01a85018-e850-4e17-bfd2-3567c6643c53"/>
    <ds:schemaRef ds:uri="a7b088f9-5bd5-4bdb-b5bc-dcadbd2c3ab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7CBA47C7-53D1-4E5D-BD7E-65E7F707CBD7}">
  <ds:schemaRefs>
    <ds:schemaRef ds:uri="01a85018-e850-4e17-bfd2-3567c6643c53"/>
    <ds:schemaRef ds:uri="a7b088f9-5bd5-4bdb-b5bc-dcadbd2c3ab5"/>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6FFAFCF6-E24E-4BDE-8D14-94B027134BE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EDP_2026_16x9_Energy</Template>
  <TotalTime>0</TotalTime>
  <Words>2021</Words>
  <Application>Microsoft Office PowerPoint</Application>
  <PresentationFormat>Widescreen</PresentationFormat>
  <Paragraphs>396</Paragraphs>
  <Slides>28</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Arial</vt:lpstr>
      <vt:lpstr>S-P Global EDP 2026 16-9</vt:lpstr>
      <vt:lpstr>S&amp;P Global Energy EDP PowerPoint template</vt:lpstr>
      <vt:lpstr>[Title max two lines, shrink to fit – must be at least 32pt]</vt:lpstr>
      <vt:lpstr>[Title max two lines, shrink to fit – must be at least 32pt]</vt:lpstr>
      <vt:lpstr>[Title max two lines, shrink to fit – must be at least 32pt]</vt:lpstr>
      <vt:lpstr>[Title max two lines, shrink to fit – must be at least 32pt]</vt:lpstr>
      <vt:lpstr>[Title max two lines, shrink to fit – must be at least 32pt]</vt:lpstr>
      <vt:lpstr>[Title max two lines, shrink to fit – must be at least 32pt]</vt:lpstr>
      <vt:lpstr>[Title max two lines, shrink to fit – must be at least 32pt]</vt:lpstr>
      <vt:lpstr>[Title max two lines, shrink to fit – must be at least 32pt]</vt:lpstr>
      <vt:lpstr>Event Type | Session Name</vt:lpstr>
      <vt:lpstr>[Presenter/Moderator/Panelist] — select a title</vt:lpstr>
      <vt:lpstr>Rules — please review carefully!</vt:lpstr>
      <vt:lpstr>Accessibility</vt:lpstr>
      <vt:lpstr>Resources</vt:lpstr>
      <vt:lpstr>Table samples</vt:lpstr>
      <vt:lpstr>Table samples</vt:lpstr>
      <vt:lpstr>Design assets</vt:lpstr>
      <vt:lpstr>Iconography</vt:lpstr>
      <vt:lpstr>Icon samples: General use</vt:lpstr>
      <vt:lpstr>Icon samples: General use</vt:lpstr>
      <vt:lpstr>Icon samples: General use</vt:lpstr>
      <vt:lpstr>Icon samples: General use</vt:lpstr>
      <vt:lpstr>Icon samples: General use</vt:lpstr>
      <vt:lpstr>Icon samples: General use</vt:lpstr>
      <vt:lpstr>Contact us</vt:lpstr>
      <vt:lpstr>PowerPoint Presentation</vt:lpstr>
      <vt:lpstr>PowerPoint Presentation</vt:lpstr>
      <vt:lpstr>PowerPoint Presentation</vt:lpstr>
    </vt:vector>
  </TitlesOfParts>
  <Company>SP Global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S&amp;P Global</dc:creator>
  <cp:lastModifiedBy>S&amp;P Global</cp:lastModifiedBy>
  <cp:revision>1</cp:revision>
  <dcterms:created xsi:type="dcterms:W3CDTF">2025-12-29T14:22:12Z</dcterms:created>
  <dcterms:modified xsi:type="dcterms:W3CDTF">2025-12-29T14:22:32Z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31f0267-8575-4fc2-99cc-f6b7f9934be9_Enabled">
    <vt:lpwstr>true</vt:lpwstr>
  </property>
  <property fmtid="{D5CDD505-2E9C-101B-9397-08002B2CF9AE}" pid="3" name="MSIP_Label_831f0267-8575-4fc2-99cc-f6b7f9934be9_SetDate">
    <vt:lpwstr>2025-11-19T00:16:38Z</vt:lpwstr>
  </property>
  <property fmtid="{D5CDD505-2E9C-101B-9397-08002B2CF9AE}" pid="4" name="MSIP_Label_831f0267-8575-4fc2-99cc-f6b7f9934be9_Method">
    <vt:lpwstr>Standard</vt:lpwstr>
  </property>
  <property fmtid="{D5CDD505-2E9C-101B-9397-08002B2CF9AE}" pid="5" name="MSIP_Label_831f0267-8575-4fc2-99cc-f6b7f9934be9_Name">
    <vt:lpwstr>831f0267-8575-4fc2-99cc-f6b7f9934be9</vt:lpwstr>
  </property>
  <property fmtid="{D5CDD505-2E9C-101B-9397-08002B2CF9AE}" pid="6" name="MSIP_Label_831f0267-8575-4fc2-99cc-f6b7f9934be9_SiteId">
    <vt:lpwstr>8f3e36ea-8039-4b40-81a7-7dc0599e8645</vt:lpwstr>
  </property>
  <property fmtid="{D5CDD505-2E9C-101B-9397-08002B2CF9AE}" pid="7" name="MSIP_Label_831f0267-8575-4fc2-99cc-f6b7f9934be9_ActionId">
    <vt:lpwstr>8419858e-47ef-4415-98ff-73e00ab96e0c</vt:lpwstr>
  </property>
  <property fmtid="{D5CDD505-2E9C-101B-9397-08002B2CF9AE}" pid="8" name="MSIP_Label_831f0267-8575-4fc2-99cc-f6b7f9934be9_ContentBits">
    <vt:lpwstr>0</vt:lpwstr>
  </property>
  <property fmtid="{D5CDD505-2E9C-101B-9397-08002B2CF9AE}" pid="9" name="MSIP_Label_831f0267-8575-4fc2-99cc-f6b7f9934be9_Tag">
    <vt:lpwstr>10, 3, 0, 1</vt:lpwstr>
  </property>
  <property fmtid="{D5CDD505-2E9C-101B-9397-08002B2CF9AE}" pid="10" name="MediaServiceImageTags">
    <vt:lpwstr/>
  </property>
  <property fmtid="{D5CDD505-2E9C-101B-9397-08002B2CF9AE}" pid="11" name="xd_ProgID">
    <vt:lpwstr/>
  </property>
  <property fmtid="{D5CDD505-2E9C-101B-9397-08002B2CF9AE}" pid="12" name="ContentTypeId">
    <vt:lpwstr>0x01010062C5AB5430BD29468005F138BAADFA30</vt:lpwstr>
  </property>
  <property fmtid="{D5CDD505-2E9C-101B-9397-08002B2CF9AE}" pid="13" name="ComplianceAssetId">
    <vt:lpwstr/>
  </property>
  <property fmtid="{D5CDD505-2E9C-101B-9397-08002B2CF9AE}" pid="14" name="TemplateUrl">
    <vt:lpwstr/>
  </property>
  <property fmtid="{D5CDD505-2E9C-101B-9397-08002B2CF9AE}" pid="15" name="_ExtendedDescription">
    <vt:lpwstr/>
  </property>
  <property fmtid="{D5CDD505-2E9C-101B-9397-08002B2CF9AE}" pid="16" name="TriggerFlowInfo">
    <vt:lpwstr/>
  </property>
  <property fmtid="{D5CDD505-2E9C-101B-9397-08002B2CF9AE}" pid="17" name="Notes">
    <vt:lpwstr/>
  </property>
  <property fmtid="{D5CDD505-2E9C-101B-9397-08002B2CF9AE}" pid="18" name="xd_Signature">
    <vt:bool>false</vt:bool>
  </property>
  <property fmtid="{D5CDD505-2E9C-101B-9397-08002B2CF9AE}" pid="19" name="GUID">
    <vt:lpwstr>b3e3049c-3f7a-4aa7-87c5-fac8467452c9</vt:lpwstr>
  </property>
</Properties>
</file>