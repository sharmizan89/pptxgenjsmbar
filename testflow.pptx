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customXml" Target="../customXml/item1.xml"/><Relationship Id="rId17" Type="http://schemas.openxmlformats.org/officeDocument/2006/relationships/customXml" Target="../customXml/item2.xml"/><Relationship Id="rId18" Type="http://schemas.openxmlformats.org/officeDocument/2006/relationships/customXml" Target="../customXml/item3.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opening slide for our presentation on generative AI's impact on the workforce. The key message we're establishing is that AI will redistribute rather than eliminate jobs. This sets the tone for a balanced, research-driven discussion. The image should convey themes of technology, workforce transformation, or human-AI collaboration. As the presenter, emphasize that this analysis is based on comprehensive S&amp;P Global research and will provide actionable insights for energy sector leaders. The strategic report designation signals this is high-level analysis for decision-makers. Use this slide to establish credibility and set expectations for data-driven recommendations that follow. The Right Banner Image should show a professional scene depicting AI technology integration in a modern workplace, perhaps showing people working alongside digital interfaces or AI systems in an energy industry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image" Target="../media/image-1001-1.png"/><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image" Target="../media/image-1017-1.png"/><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image" Target="../media/image-1018-1.png"/><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image" Target="../media/image-1020-1.png"/><Relationship Id="rId2"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image" Target="../media/image-1021-1.png"/><Relationship Id="rId2"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image" Target="../media/image-1023-1.png"/><Relationship Id="rId2"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image" Target="../media/image-1024-1.png"/><Relationship Id="rId2"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image" Target="../media/image-1025-1.png"/><Relationship Id="rId2"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image" Target="../media/image-1026-1.png"/><Relationship Id="rId2"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image" Target="../media/image-1028-1.png"/><Relationship Id="rId2"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image" Target="../media/image-1029-1.png"/><Relationship Id="rId2"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image" Target="../media/image-1030-1.png"/><Relationship Id="rId2"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image" Target="../media/image-1032-1.png"/><Relationship Id="rId2"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image" Target="../media/image-1033-1.png"/><Relationship Id="rId2"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image" Target="../media/image-1034-1.png"/><Relationship Id="rId2"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image" Target="../media/image-1035-1.png"/><Relationship Id="rId2"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image" Target="../media/image-1037-1.png"/><Relationship Id="rId2"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image" Target="../media/image-1038-1.png"/><Relationship Id="rId2"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image" Target="../media/image-1039-1.png"/><Relationship Id="rId2"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image" Target="../media/image-1040-1.png"/><Relationship Id="rId2"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image" Target="../media/image-1041-1.png"/><Relationship Id="rId2"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image" Target="../media/image-1043-1.png"/><Relationship Id="rId2"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image" Target="../media/image-1044-1.png"/><Relationship Id="rId2"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image" Target="../media/image-1046-1.png"/><Relationship Id="rId2"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image" Target="../media/image-1047-1.png"/><Relationship Id="rId2"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image" Target="../media/image-1048-1.png"/><Relationship Id="rId2"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image" Target="../media/image-1050-1.png"/><Relationship Id="rId2"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image" Target="../media/image-1051-1.png"/><Relationship Id="rId2"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image" Target="../media/image-1052-1.png"/><Relationship Id="rId2"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image" Target="../media/image-1053-1.png"/><Relationship Id="rId2"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image" Target="../media/image-1056-1.jpeg"/><Relationship Id="rId2" Type="http://schemas.openxmlformats.org/officeDocument/2006/relationships/image" Target="../media/image-1056-2.png"/><Relationship Id="rId3"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image" Target="../media/image-1057-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ent - no subtitl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553B1B-F09C-4BCE-B1ED-5F7876CB7175}"/>
              </a:ext>
            </a:extLst>
          </p:cNvPr>
          <p:cNvSpPr>
            <a:spLocks noGrp="1"/>
          </p:cNvSpPr>
          <p:nvPr>
            <p:ph type="ftr" sz="quarter" idx="18"/>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9" name="Title 6">
            <a:extLst>
              <a:ext uri="{FF2B5EF4-FFF2-40B4-BE49-F238E27FC236}">
                <a16:creationId xmlns:a16="http://schemas.microsoft.com/office/drawing/2014/main" id="{25C0A2CC-8C09-4333-9F19-4CE0A59F345F}"/>
              </a:ext>
            </a:extLst>
          </p:cNvPr>
          <p:cNvSpPr>
            <a:spLocks noGrp="1"/>
          </p:cNvSpPr>
          <p:nvPr>
            <p:ph type="title" hasCustomPrompt="1"/>
          </p:nvPr>
        </p:nvSpPr>
        <p:spPr>
          <a:xfrm>
            <a:off x="567040" y="347472"/>
            <a:ext cx="11060912" cy="826477"/>
          </a:xfrm>
        </p:spPr>
        <p:txBody>
          <a:bodyPr/>
          <a:lstStyle/>
          <a:p>
            <a:r>
              <a:rPr lang="en-US"/>
              <a:t>[Headline]</a:t>
            </a:r>
          </a:p>
        </p:txBody>
      </p:sp>
      <p:sp>
        <p:nvSpPr>
          <p:cNvPr id="3" name="Content Placeholder 2">
            <a:extLst>
              <a:ext uri="{FF2B5EF4-FFF2-40B4-BE49-F238E27FC236}">
                <a16:creationId xmlns:a16="http://schemas.microsoft.com/office/drawing/2014/main" id="{6765E0BB-9159-43DF-B78A-D878AD54B307}"/>
              </a:ext>
            </a:extLst>
          </p:cNvPr>
          <p:cNvSpPr>
            <a:spLocks noGrp="1"/>
          </p:cNvSpPr>
          <p:nvPr>
            <p:ph sz="quarter" idx="17" hasCustomPrompt="1"/>
          </p:nvPr>
        </p:nvSpPr>
        <p:spPr>
          <a:xfrm>
            <a:off x="567037" y="1257300"/>
            <a:ext cx="1106424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8" name="Footnote">
            <a:extLst>
              <a:ext uri="{FF2B5EF4-FFF2-40B4-BE49-F238E27FC236}">
                <a16:creationId xmlns:a16="http://schemas.microsoft.com/office/drawing/2014/main" id="{47493D5F-84BF-4940-A104-ECCA1C18969D}"/>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8419247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w/Sub-headlin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3D8889F-920C-4319-AFB6-3C9009C9EE2D}"/>
              </a:ext>
            </a:extLst>
          </p:cNvPr>
          <p:cNvSpPr>
            <a:spLocks noGrp="1"/>
          </p:cNvSpPr>
          <p:nvPr>
            <p:ph type="ftr" sz="quarter" idx="20"/>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7039" y="342900"/>
            <a:ext cx="11062709" cy="460551"/>
          </a:xfrm>
        </p:spPr>
        <p:txBody>
          <a:bodyPr/>
          <a:lstStyle/>
          <a:p>
            <a:r>
              <a:rPr lang="en-US"/>
              <a:t>[Headline]</a:t>
            </a:r>
          </a:p>
        </p:txBody>
      </p:sp>
      <p:sp>
        <p:nvSpPr>
          <p:cNvPr id="9" name="Sub-headline">
            <a:extLst>
              <a:ext uri="{FF2B5EF4-FFF2-40B4-BE49-F238E27FC236}">
                <a16:creationId xmlns:a16="http://schemas.microsoft.com/office/drawing/2014/main" id="{43FE0DC3-F312-4660-86BD-A98328F26A4F}"/>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57300"/>
            <a:ext cx="1106424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9D7D1A86-6C0E-4CB8-9A24-2845A8A33E26}"/>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167677089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w 2 Line Title and Sub-headline">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468271-2A9D-4952-80BC-4A10FA385C0C}"/>
              </a:ext>
            </a:extLst>
          </p:cNvPr>
          <p:cNvSpPr>
            <a:spLocks noGrp="1"/>
          </p:cNvSpPr>
          <p:nvPr>
            <p:ph type="ftr" sz="quarter" idx="20"/>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7" name="Title 6">
            <a:extLst>
              <a:ext uri="{FF2B5EF4-FFF2-40B4-BE49-F238E27FC236}">
                <a16:creationId xmlns:a16="http://schemas.microsoft.com/office/drawing/2014/main" id="{9F6A52D2-B831-4A7E-B79F-CA60DD5AFA5B}"/>
              </a:ext>
            </a:extLst>
          </p:cNvPr>
          <p:cNvSpPr>
            <a:spLocks noGrp="1"/>
          </p:cNvSpPr>
          <p:nvPr>
            <p:ph type="title" hasCustomPrompt="1"/>
          </p:nvPr>
        </p:nvSpPr>
        <p:spPr>
          <a:xfrm>
            <a:off x="567039" y="342900"/>
            <a:ext cx="11062709" cy="826477"/>
          </a:xfrm>
        </p:spPr>
        <p:txBody>
          <a:bodyPr/>
          <a:lstStyle/>
          <a:p>
            <a:r>
              <a:rPr lang="en-US"/>
              <a:t>[Headline]</a:t>
            </a:r>
          </a:p>
        </p:txBody>
      </p:sp>
      <p:sp>
        <p:nvSpPr>
          <p:cNvPr id="8" name="Sub-headline">
            <a:extLst>
              <a:ext uri="{FF2B5EF4-FFF2-40B4-BE49-F238E27FC236}">
                <a16:creationId xmlns:a16="http://schemas.microsoft.com/office/drawing/2014/main" id="{D212CF22-B0A8-44E6-9016-A098DED0B9DC}"/>
              </a:ext>
            </a:extLst>
          </p:cNvPr>
          <p:cNvSpPr>
            <a:spLocks noGrp="1"/>
          </p:cNvSpPr>
          <p:nvPr>
            <p:ph type="body" sz="quarter" idx="13" hasCustomPrompt="1"/>
          </p:nvPr>
        </p:nvSpPr>
        <p:spPr>
          <a:xfrm>
            <a:off x="567039" y="1262525"/>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1" name="Content Placeholder 2">
            <a:extLst>
              <a:ext uri="{FF2B5EF4-FFF2-40B4-BE49-F238E27FC236}">
                <a16:creationId xmlns:a16="http://schemas.microsoft.com/office/drawing/2014/main" id="{3E5ACEF0-A41E-43CA-95FB-8893A51AFE9C}"/>
              </a:ext>
            </a:extLst>
          </p:cNvPr>
          <p:cNvSpPr>
            <a:spLocks noGrp="1"/>
          </p:cNvSpPr>
          <p:nvPr>
            <p:ph sz="quarter" idx="17" hasCustomPrompt="1"/>
          </p:nvPr>
        </p:nvSpPr>
        <p:spPr>
          <a:xfrm>
            <a:off x="567038" y="1638300"/>
            <a:ext cx="11067749" cy="3962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2AC03367-3865-46D6-B5A4-164C77CEC65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726644003"/>
      </p:ext>
    </p:extLst>
  </p:cSld>
  <p:clrMapOvr>
    <a:masterClrMapping/>
  </p:clrMapOvr>
  <p:extLst>
    <p:ext uri="{DCECCB84-F9BA-43D5-87BE-67443E8EF086}">
      <p15:sldGuideLst xmlns:p15="http://schemas.microsoft.com/office/powerpoint/2012/main">
        <p15:guide id="1" orient="horz" pos="1032" userDrawn="1">
          <p15:clr>
            <a:srgbClr val="FBAE40"/>
          </p15:clr>
        </p15:guide>
        <p15:guide id="2" orient="horz" pos="352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2D41B5-9D75-401F-A700-D560FB70E174}"/>
              </a:ext>
            </a:extLst>
          </p:cNvPr>
          <p:cNvSpPr>
            <a:spLocks noGrp="1"/>
          </p:cNvSpPr>
          <p:nvPr>
            <p:ph type="ftr" sz="quarter" idx="22"/>
          </p:nvPr>
        </p:nvSpPr>
        <p:spPr/>
        <p:txBody>
          <a:bodyPr/>
          <a:lstStyle/>
          <a:p>
            <a:r>
              <a:rPr lang="en-US"/>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a:p>
        </p:txBody>
      </p:sp>
      <p:sp>
        <p:nvSpPr>
          <p:cNvPr id="14" name="Title 6">
            <a:extLst>
              <a:ext uri="{FF2B5EF4-FFF2-40B4-BE49-F238E27FC236}">
                <a16:creationId xmlns:a16="http://schemas.microsoft.com/office/drawing/2014/main" id="{5EA2658C-4D1F-4341-9FB3-AE639A5B7A6D}"/>
              </a:ext>
            </a:extLst>
          </p:cNvPr>
          <p:cNvSpPr>
            <a:spLocks noGrp="1"/>
          </p:cNvSpPr>
          <p:nvPr>
            <p:ph type="title" hasCustomPrompt="1"/>
          </p:nvPr>
        </p:nvSpPr>
        <p:spPr>
          <a:xfrm>
            <a:off x="567039" y="342900"/>
            <a:ext cx="11062709" cy="460551"/>
          </a:xfrm>
        </p:spPr>
        <p:txBody>
          <a:bodyPr/>
          <a:lstStyle/>
          <a:p>
            <a:r>
              <a:rPr lang="en-US"/>
              <a:t>[Headline]</a:t>
            </a:r>
          </a:p>
        </p:txBody>
      </p:sp>
      <p:sp>
        <p:nvSpPr>
          <p:cNvPr id="16" name="Sub-headline">
            <a:extLst>
              <a:ext uri="{FF2B5EF4-FFF2-40B4-BE49-F238E27FC236}">
                <a16:creationId xmlns:a16="http://schemas.microsoft.com/office/drawing/2014/main" id="{E1A85031-5F0D-460E-8199-AA7813EBCC9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0" name="Content Placeholder 2">
            <a:extLst>
              <a:ext uri="{FF2B5EF4-FFF2-40B4-BE49-F238E27FC236}">
                <a16:creationId xmlns:a16="http://schemas.microsoft.com/office/drawing/2014/main" id="{8C01F00E-9845-424A-8079-B7849E9BF557}"/>
              </a:ext>
            </a:extLst>
          </p:cNvPr>
          <p:cNvSpPr>
            <a:spLocks noGrp="1"/>
          </p:cNvSpPr>
          <p:nvPr>
            <p:ph sz="quarter" idx="19" hasCustomPrompt="1"/>
          </p:nvPr>
        </p:nvSpPr>
        <p:spPr>
          <a:xfrm>
            <a:off x="567038" y="1257300"/>
            <a:ext cx="5029200" cy="4343398"/>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1" name="Content Placeholder 2">
            <a:extLst>
              <a:ext uri="{FF2B5EF4-FFF2-40B4-BE49-F238E27FC236}">
                <a16:creationId xmlns:a16="http://schemas.microsoft.com/office/drawing/2014/main" id="{4E7C4A77-7AC4-4038-B240-8D9582AC63B0}"/>
              </a:ext>
            </a:extLst>
          </p:cNvPr>
          <p:cNvSpPr>
            <a:spLocks noGrp="1"/>
          </p:cNvSpPr>
          <p:nvPr>
            <p:ph sz="quarter" idx="20" hasCustomPrompt="1"/>
          </p:nvPr>
        </p:nvSpPr>
        <p:spPr>
          <a:xfrm>
            <a:off x="6600547" y="1257300"/>
            <a:ext cx="502920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Footnote">
            <a:extLst>
              <a:ext uri="{FF2B5EF4-FFF2-40B4-BE49-F238E27FC236}">
                <a16:creationId xmlns:a16="http://schemas.microsoft.com/office/drawing/2014/main" id="{1265A9EC-4B54-4E71-9950-83F2CC078114}"/>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162773352"/>
      </p:ext>
    </p:extLst>
  </p:cSld>
  <p:clrMapOvr>
    <a:masterClrMapping/>
  </p:clrMapOvr>
  <p:extLst>
    <p:ext uri="{DCECCB84-F9BA-43D5-87BE-67443E8EF086}">
      <p15:sldGuideLst xmlns:p15="http://schemas.microsoft.com/office/powerpoint/2012/main">
        <p15:guide id="3" orient="horz" pos="792" userDrawn="1">
          <p15:clr>
            <a:srgbClr val="FBAE40"/>
          </p15:clr>
        </p15:guide>
        <p15:guide id="4" orient="horz" pos="3528"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 Subtitles ">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D18551D-791B-450D-BD0F-4EEC0603C07D}"/>
              </a:ext>
            </a:extLst>
          </p:cNvPr>
          <p:cNvSpPr>
            <a:spLocks noGrp="1"/>
          </p:cNvSpPr>
          <p:nvPr>
            <p:ph type="ftr" sz="quarter" idx="24"/>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15" name="Title 6">
            <a:extLst>
              <a:ext uri="{FF2B5EF4-FFF2-40B4-BE49-F238E27FC236}">
                <a16:creationId xmlns:a16="http://schemas.microsoft.com/office/drawing/2014/main" id="{58A82081-6A70-4E53-9668-8A704A416147}"/>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EDB95B89-2A33-48DD-AC3B-313AD82CB61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0" name="Subtitle Left">
            <a:extLst>
              <a:ext uri="{FF2B5EF4-FFF2-40B4-BE49-F238E27FC236}">
                <a16:creationId xmlns:a16="http://schemas.microsoft.com/office/drawing/2014/main" id="{8403981E-786C-4EF9-AF33-61C19C423EFE}"/>
              </a:ext>
            </a:extLst>
          </p:cNvPr>
          <p:cNvSpPr>
            <a:spLocks noGrp="1"/>
          </p:cNvSpPr>
          <p:nvPr>
            <p:ph type="body" sz="quarter" idx="16" hasCustomPrompt="1"/>
          </p:nvPr>
        </p:nvSpPr>
        <p:spPr>
          <a:xfrm>
            <a:off x="56703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4" name="Content Placeholder 2">
            <a:extLst>
              <a:ext uri="{FF2B5EF4-FFF2-40B4-BE49-F238E27FC236}">
                <a16:creationId xmlns:a16="http://schemas.microsoft.com/office/drawing/2014/main" id="{FD4842E1-8DB4-4D2D-8B37-7306DA8AA400}"/>
              </a:ext>
            </a:extLst>
          </p:cNvPr>
          <p:cNvSpPr>
            <a:spLocks noGrp="1"/>
          </p:cNvSpPr>
          <p:nvPr>
            <p:ph sz="quarter" idx="22" hasCustomPrompt="1"/>
          </p:nvPr>
        </p:nvSpPr>
        <p:spPr>
          <a:xfrm>
            <a:off x="567038" y="1647590"/>
            <a:ext cx="5029200" cy="3915009"/>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1" name="Subtitle Right">
            <a:extLst>
              <a:ext uri="{FF2B5EF4-FFF2-40B4-BE49-F238E27FC236}">
                <a16:creationId xmlns:a16="http://schemas.microsoft.com/office/drawing/2014/main" id="{B61E0577-E2AB-4D15-B857-69F705573C64}"/>
              </a:ext>
            </a:extLst>
          </p:cNvPr>
          <p:cNvSpPr>
            <a:spLocks noGrp="1"/>
          </p:cNvSpPr>
          <p:nvPr>
            <p:ph type="body" sz="quarter" idx="19" hasCustomPrompt="1"/>
          </p:nvPr>
        </p:nvSpPr>
        <p:spPr>
          <a:xfrm>
            <a:off x="6602078" y="1273308"/>
            <a:ext cx="5029200" cy="278706"/>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8" name="Content Placeholder 2">
            <a:extLst>
              <a:ext uri="{FF2B5EF4-FFF2-40B4-BE49-F238E27FC236}">
                <a16:creationId xmlns:a16="http://schemas.microsoft.com/office/drawing/2014/main" id="{66F8253E-1094-4CA9-B5AB-E7D20AD42CF3}"/>
              </a:ext>
            </a:extLst>
          </p:cNvPr>
          <p:cNvSpPr>
            <a:spLocks noGrp="1"/>
          </p:cNvSpPr>
          <p:nvPr>
            <p:ph sz="quarter" idx="20" hasCustomPrompt="1"/>
          </p:nvPr>
        </p:nvSpPr>
        <p:spPr>
          <a:xfrm>
            <a:off x="6602078" y="1647590"/>
            <a:ext cx="5029200" cy="3915011"/>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Footnote">
            <a:extLst>
              <a:ext uri="{FF2B5EF4-FFF2-40B4-BE49-F238E27FC236}">
                <a16:creationId xmlns:a16="http://schemas.microsoft.com/office/drawing/2014/main" id="{EC8D25E1-630B-4946-B6B3-50E82479777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12143694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7AD1F87-EF68-4B82-B281-A492E4EB948A}"/>
              </a:ext>
            </a:extLst>
          </p:cNvPr>
          <p:cNvSpPr>
            <a:spLocks noGrp="1"/>
          </p:cNvSpPr>
          <p:nvPr>
            <p:ph type="ftr" sz="quarter" idx="3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2EFAA073-8240-4C6D-8D47-1612D459C33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0"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3395078"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3395077"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6231355"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6231354"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9067631" y="1261872"/>
            <a:ext cx="2560320"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9067631" y="1803659"/>
            <a:ext cx="2560320"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18" name="Footnote">
            <a:extLst>
              <a:ext uri="{FF2B5EF4-FFF2-40B4-BE49-F238E27FC236}">
                <a16:creationId xmlns:a16="http://schemas.microsoft.com/office/drawing/2014/main" id="{ECA1AF56-EBF3-4BA2-BE51-E2712FF6CFC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295911752"/>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5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48C1FB7-A846-4204-8CEA-AC3CFF89BDC9}"/>
              </a:ext>
            </a:extLst>
          </p:cNvPr>
          <p:cNvSpPr>
            <a:spLocks noGrp="1"/>
          </p:cNvSpPr>
          <p:nvPr>
            <p:ph type="ftr" sz="quarter" idx="3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5" name="Title 6">
            <a:extLst>
              <a:ext uri="{FF2B5EF4-FFF2-40B4-BE49-F238E27FC236}">
                <a16:creationId xmlns:a16="http://schemas.microsoft.com/office/drawing/2014/main" id="{3DE2B13A-4728-4D28-B252-5AC74A85D744}"/>
              </a:ext>
            </a:extLst>
          </p:cNvPr>
          <p:cNvSpPr>
            <a:spLocks noGrp="1"/>
          </p:cNvSpPr>
          <p:nvPr>
            <p:ph type="title" hasCustomPrompt="1"/>
          </p:nvPr>
        </p:nvSpPr>
        <p:spPr>
          <a:xfrm>
            <a:off x="567039" y="342900"/>
            <a:ext cx="11062709" cy="460551"/>
          </a:xfrm>
        </p:spPr>
        <p:txBody>
          <a:bodyPr/>
          <a:lstStyle/>
          <a:p>
            <a:r>
              <a:rPr lang="en-US"/>
              <a:t>[Headline]</a:t>
            </a:r>
          </a:p>
        </p:txBody>
      </p:sp>
      <p:sp>
        <p:nvSpPr>
          <p:cNvPr id="19" name="Sub-headline">
            <a:extLst>
              <a:ext uri="{FF2B5EF4-FFF2-40B4-BE49-F238E27FC236}">
                <a16:creationId xmlns:a16="http://schemas.microsoft.com/office/drawing/2014/main" id="{69FB779E-C080-4729-854B-F8289471D6A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20" name="Subtitle Left">
            <a:extLst>
              <a:ext uri="{FF2B5EF4-FFF2-40B4-BE49-F238E27FC236}">
                <a16:creationId xmlns:a16="http://schemas.microsoft.com/office/drawing/2014/main" id="{1100B900-C5D3-47E6-B07C-F64665097B85}"/>
              </a:ext>
            </a:extLst>
          </p:cNvPr>
          <p:cNvSpPr>
            <a:spLocks noGrp="1"/>
          </p:cNvSpPr>
          <p:nvPr>
            <p:ph type="body" sz="quarter" idx="16" hasCustomPrompt="1"/>
          </p:nvPr>
        </p:nvSpPr>
        <p:spPr>
          <a:xfrm>
            <a:off x="558801" y="1261872"/>
            <a:ext cx="2038238"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9" name="Text Placeholder 7">
            <a:extLst>
              <a:ext uri="{FF2B5EF4-FFF2-40B4-BE49-F238E27FC236}">
                <a16:creationId xmlns:a16="http://schemas.microsoft.com/office/drawing/2014/main" id="{C3974BE8-A7E1-4699-8477-65E1DA07C859}"/>
              </a:ext>
            </a:extLst>
          </p:cNvPr>
          <p:cNvSpPr>
            <a:spLocks noGrp="1"/>
          </p:cNvSpPr>
          <p:nvPr>
            <p:ph type="body" sz="quarter" idx="24" hasCustomPrompt="1"/>
          </p:nvPr>
        </p:nvSpPr>
        <p:spPr>
          <a:xfrm>
            <a:off x="55880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4" name="Subtitle Left Middle">
            <a:extLst>
              <a:ext uri="{FF2B5EF4-FFF2-40B4-BE49-F238E27FC236}">
                <a16:creationId xmlns:a16="http://schemas.microsoft.com/office/drawing/2014/main" id="{19F653FA-A9BA-497A-A83F-D117941654E1}"/>
              </a:ext>
            </a:extLst>
          </p:cNvPr>
          <p:cNvSpPr>
            <a:spLocks noGrp="1"/>
          </p:cNvSpPr>
          <p:nvPr>
            <p:ph type="body" sz="quarter" idx="17" hasCustomPrompt="1"/>
          </p:nvPr>
        </p:nvSpPr>
        <p:spPr>
          <a:xfrm>
            <a:off x="2819483"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7" name="Text Placeholder 7">
            <a:extLst>
              <a:ext uri="{FF2B5EF4-FFF2-40B4-BE49-F238E27FC236}">
                <a16:creationId xmlns:a16="http://schemas.microsoft.com/office/drawing/2014/main" id="{4A722BFE-0050-4972-B7CE-C4405F024346}"/>
              </a:ext>
            </a:extLst>
          </p:cNvPr>
          <p:cNvSpPr>
            <a:spLocks noGrp="1"/>
          </p:cNvSpPr>
          <p:nvPr>
            <p:ph type="body" sz="quarter" idx="25" hasCustomPrompt="1"/>
          </p:nvPr>
        </p:nvSpPr>
        <p:spPr>
          <a:xfrm>
            <a:off x="281931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6" name="Subtitle Middle">
            <a:extLst>
              <a:ext uri="{FF2B5EF4-FFF2-40B4-BE49-F238E27FC236}">
                <a16:creationId xmlns:a16="http://schemas.microsoft.com/office/drawing/2014/main" id="{C67D1831-D469-4022-AC57-0C8E07B415FD}"/>
              </a:ext>
            </a:extLst>
          </p:cNvPr>
          <p:cNvSpPr>
            <a:spLocks noGrp="1"/>
          </p:cNvSpPr>
          <p:nvPr>
            <p:ph type="body" sz="quarter" idx="19" hasCustomPrompt="1"/>
          </p:nvPr>
        </p:nvSpPr>
        <p:spPr>
          <a:xfrm>
            <a:off x="5077991"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8" name="Text Placeholder 7">
            <a:extLst>
              <a:ext uri="{FF2B5EF4-FFF2-40B4-BE49-F238E27FC236}">
                <a16:creationId xmlns:a16="http://schemas.microsoft.com/office/drawing/2014/main" id="{F6CB5D78-D81A-4133-8C2C-5B5D05482A5B}"/>
              </a:ext>
            </a:extLst>
          </p:cNvPr>
          <p:cNvSpPr>
            <a:spLocks noGrp="1"/>
          </p:cNvSpPr>
          <p:nvPr>
            <p:ph type="body" sz="quarter" idx="26" hasCustomPrompt="1"/>
          </p:nvPr>
        </p:nvSpPr>
        <p:spPr>
          <a:xfrm>
            <a:off x="5077991"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7" name="Subtitle Right Middle">
            <a:extLst>
              <a:ext uri="{FF2B5EF4-FFF2-40B4-BE49-F238E27FC236}">
                <a16:creationId xmlns:a16="http://schemas.microsoft.com/office/drawing/2014/main" id="{F1585BC4-F61A-4906-BC79-1A13DBBBA0D4}"/>
              </a:ext>
            </a:extLst>
          </p:cNvPr>
          <p:cNvSpPr>
            <a:spLocks noGrp="1"/>
          </p:cNvSpPr>
          <p:nvPr>
            <p:ph type="body" sz="quarter" idx="21" hasCustomPrompt="1"/>
          </p:nvPr>
        </p:nvSpPr>
        <p:spPr>
          <a:xfrm>
            <a:off x="733649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9" name="Text Placeholder 7">
            <a:extLst>
              <a:ext uri="{FF2B5EF4-FFF2-40B4-BE49-F238E27FC236}">
                <a16:creationId xmlns:a16="http://schemas.microsoft.com/office/drawing/2014/main" id="{BFCEE010-7658-4DA0-96B4-C7212FD2F4B1}"/>
              </a:ext>
            </a:extLst>
          </p:cNvPr>
          <p:cNvSpPr>
            <a:spLocks noGrp="1"/>
          </p:cNvSpPr>
          <p:nvPr>
            <p:ph type="body" sz="quarter" idx="27" hasCustomPrompt="1"/>
          </p:nvPr>
        </p:nvSpPr>
        <p:spPr>
          <a:xfrm>
            <a:off x="7338504"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8" name="Subtitle Right">
            <a:extLst>
              <a:ext uri="{FF2B5EF4-FFF2-40B4-BE49-F238E27FC236}">
                <a16:creationId xmlns:a16="http://schemas.microsoft.com/office/drawing/2014/main" id="{C4963B24-E3E6-4DAA-8C97-B00492206191}"/>
              </a:ext>
            </a:extLst>
          </p:cNvPr>
          <p:cNvSpPr>
            <a:spLocks noGrp="1"/>
          </p:cNvSpPr>
          <p:nvPr>
            <p:ph type="body" sz="quarter" idx="23" hasCustomPrompt="1"/>
          </p:nvPr>
        </p:nvSpPr>
        <p:spPr>
          <a:xfrm>
            <a:off x="9595009" y="1261872"/>
            <a:ext cx="2036064" cy="493776"/>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0" name="Text Placeholder 7">
            <a:extLst>
              <a:ext uri="{FF2B5EF4-FFF2-40B4-BE49-F238E27FC236}">
                <a16:creationId xmlns:a16="http://schemas.microsoft.com/office/drawing/2014/main" id="{ED2680F6-9FB0-4C12-942B-F6C0798EDF72}"/>
              </a:ext>
            </a:extLst>
          </p:cNvPr>
          <p:cNvSpPr>
            <a:spLocks noGrp="1"/>
          </p:cNvSpPr>
          <p:nvPr>
            <p:ph type="body" sz="quarter" idx="28" hasCustomPrompt="1"/>
          </p:nvPr>
        </p:nvSpPr>
        <p:spPr>
          <a:xfrm>
            <a:off x="9591718" y="1803659"/>
            <a:ext cx="2036233" cy="3797041"/>
          </a:xfrm>
          <a:prstGeom prst="rect">
            <a:avLst/>
          </a:prstGeom>
        </p:spPr>
        <p:txBody>
          <a:bodyPr/>
          <a:lstStyle>
            <a:lvl1pPr marL="0" indent="0">
              <a:spcBef>
                <a:spcPts val="0"/>
              </a:spcBef>
              <a:spcAft>
                <a:spcPts val="600"/>
              </a:spcAft>
              <a:buFontTx/>
              <a:buNone/>
              <a:defRPr sz="1600"/>
            </a:lvl1pPr>
            <a:lvl2pPr marL="114300" indent="0">
              <a:spcBef>
                <a:spcPts val="0"/>
              </a:spcBef>
              <a:spcAft>
                <a:spcPts val="600"/>
              </a:spcAft>
              <a:buFontTx/>
              <a:buNone/>
              <a:defRPr sz="1400"/>
            </a:lvl2pPr>
            <a:lvl3pPr>
              <a:defRPr sz="1100"/>
            </a:lvl3pPr>
            <a:lvl4pPr>
              <a:defRPr sz="1050"/>
            </a:lvl4pPr>
            <a:lvl5pPr>
              <a:defRPr sz="1050"/>
            </a:lvl5pPr>
          </a:lstStyle>
          <a:p>
            <a:pPr lvl="0"/>
            <a:r>
              <a:rPr lang="en-US"/>
              <a:t>[Click to add text]</a:t>
            </a:r>
          </a:p>
        </p:txBody>
      </p:sp>
      <p:sp>
        <p:nvSpPr>
          <p:cNvPr id="21" name="Footnote">
            <a:extLst>
              <a:ext uri="{FF2B5EF4-FFF2-40B4-BE49-F238E27FC236}">
                <a16:creationId xmlns:a16="http://schemas.microsoft.com/office/drawing/2014/main" id="{3C5A0243-A327-433A-9F14-332E3492906F}"/>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159392212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Sidebar">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1B39D5CE-25C4-4159-ADD6-CA00C1A2DD0E}"/>
              </a:ext>
            </a:extLst>
          </p:cNvPr>
          <p:cNvSpPr>
            <a:spLocks noGrp="1"/>
          </p:cNvSpPr>
          <p:nvPr>
            <p:ph type="ftr" sz="quarter" idx="23"/>
          </p:nvPr>
        </p:nvSpPr>
        <p:spPr/>
        <p:txBody>
          <a:bodyPr/>
          <a:lstStyle/>
          <a:p>
            <a:r>
              <a:rPr lang="en-US"/>
              <a:t>Section name (optional) / Title / Month 20YY</a:t>
            </a:r>
          </a:p>
        </p:txBody>
      </p:sp>
      <p:sp>
        <p:nvSpPr>
          <p:cNvPr id="7" name="Slide Number Placeholder 6"/>
          <p:cNvSpPr>
            <a:spLocks noGrp="1"/>
          </p:cNvSpPr>
          <p:nvPr>
            <p:ph type="sldNum" sz="quarter" idx="12"/>
          </p:nvPr>
        </p:nvSpPr>
        <p:spPr/>
        <p:txBody>
          <a:bodyPr/>
          <a:lstStyle/>
          <a:p>
            <a:fld id="{5CFA18E4-D58E-4B28-B105-28D9665A8EBC}" type="slidenum">
              <a:rPr lang="en-US" smtClean="0"/>
              <a:t>‹#›</a:t>
            </a:fld>
            <a:endParaRPr lang="en-US"/>
          </a:p>
        </p:txBody>
      </p:sp>
      <p:sp>
        <p:nvSpPr>
          <p:cNvPr id="13" name="Title 6">
            <a:extLst>
              <a:ext uri="{FF2B5EF4-FFF2-40B4-BE49-F238E27FC236}">
                <a16:creationId xmlns:a16="http://schemas.microsoft.com/office/drawing/2014/main" id="{42742681-C1B5-4850-A0DD-35CAA74ED1B9}"/>
              </a:ext>
            </a:extLst>
          </p:cNvPr>
          <p:cNvSpPr>
            <a:spLocks noGrp="1"/>
          </p:cNvSpPr>
          <p:nvPr>
            <p:ph type="title" hasCustomPrompt="1"/>
          </p:nvPr>
        </p:nvSpPr>
        <p:spPr>
          <a:xfrm>
            <a:off x="567039"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ECA76DEA-E03A-418D-B5EF-41D0803AF4A9}"/>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9" name="Content Placeholder 2">
            <a:extLst>
              <a:ext uri="{FF2B5EF4-FFF2-40B4-BE49-F238E27FC236}">
                <a16:creationId xmlns:a16="http://schemas.microsoft.com/office/drawing/2014/main" id="{451C7B44-767D-4CAD-B04D-4A671173B7DD}"/>
              </a:ext>
            </a:extLst>
          </p:cNvPr>
          <p:cNvSpPr>
            <a:spLocks noGrp="1"/>
          </p:cNvSpPr>
          <p:nvPr>
            <p:ph sz="quarter" idx="22" hasCustomPrompt="1"/>
          </p:nvPr>
        </p:nvSpPr>
        <p:spPr>
          <a:xfrm>
            <a:off x="567038" y="1261872"/>
            <a:ext cx="7315200" cy="4338828"/>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hasCustomPrompt="1"/>
          </p:nvPr>
        </p:nvSpPr>
        <p:spPr>
          <a:xfrm>
            <a:off x="8391525" y="1261872"/>
            <a:ext cx="3238224" cy="4338828"/>
          </a:xfrm>
          <a:prstGeom prst="rect">
            <a:avLst/>
          </a:prstGeom>
        </p:spPr>
        <p:txBody>
          <a:bodyPr anchor="t">
            <a:normAutofit/>
          </a:bodyPr>
          <a:lstStyle>
            <a:lvl1pPr marL="0" indent="0">
              <a:buNone/>
              <a:defRPr sz="1600">
                <a:latin typeface="+mn-lt"/>
                <a:cs typeface="+mj-cs"/>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[Sidebar: </a:t>
            </a:r>
            <a:r>
              <a:rPr lang="en-US" sz="1600" b="0" i="0">
                <a:solidFill>
                  <a:schemeClr val="tx1"/>
                </a:solidFill>
                <a:effectLst/>
                <a:latin typeface="arial" panose="020B0604020202020204" pitchFamily="34" charset="0"/>
              </a:rPr>
              <a:t>A short article placed alongside a main article and containing additional or explanatory material</a:t>
            </a:r>
            <a:r>
              <a:rPr lang="en-US"/>
              <a:t>]</a:t>
            </a:r>
          </a:p>
        </p:txBody>
      </p:sp>
      <p:sp>
        <p:nvSpPr>
          <p:cNvPr id="11" name="Footnote">
            <a:extLst>
              <a:ext uri="{FF2B5EF4-FFF2-40B4-BE49-F238E27FC236}">
                <a16:creationId xmlns:a16="http://schemas.microsoft.com/office/drawing/2014/main" id="{0CEB134A-D831-4DCA-9EA7-071F02467220}"/>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4124047983"/>
      </p:ext>
    </p:extLst>
  </p:cSld>
  <p:clrMapOvr>
    <a:masterClrMapping/>
  </p:clrMapOvr>
  <p:extLst>
    <p:ext uri="{DCECCB84-F9BA-43D5-87BE-67443E8EF086}">
      <p15:sldGuideLst xmlns:p15="http://schemas.microsoft.com/office/powerpoint/2012/main">
        <p15:guide id="4" orient="horz" pos="792" userDrawn="1">
          <p15:clr>
            <a:srgbClr val="FBAE40"/>
          </p15:clr>
        </p15:guide>
        <p15:guide id="5" orient="horz" pos="3528"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CFD3640-0B0A-4CDD-9EEF-F7EBC909605E}"/>
              </a:ext>
            </a:extLst>
          </p:cNvPr>
          <p:cNvSpPr>
            <a:spLocks noGrp="1"/>
          </p:cNvSpPr>
          <p:nvPr>
            <p:ph type="ftr" sz="quarter" idx="20"/>
          </p:nvPr>
        </p:nvSpPr>
        <p:spPr/>
        <p:txBody>
          <a:bodyPr/>
          <a:lstStyle/>
          <a:p>
            <a:r>
              <a:rPr lang="en-US"/>
              <a:t>Section name (optional) / Title / Month 20YY</a:t>
            </a:r>
          </a:p>
        </p:txBody>
      </p:sp>
      <p:sp>
        <p:nvSpPr>
          <p:cNvPr id="5" name="Slide Number Placeholder 4"/>
          <p:cNvSpPr>
            <a:spLocks noGrp="1"/>
          </p:cNvSpPr>
          <p:nvPr>
            <p:ph type="sldNum" sz="quarter" idx="12"/>
          </p:nvPr>
        </p:nvSpPr>
        <p:spPr/>
        <p:txBody>
          <a:bodyPr/>
          <a:lstStyle/>
          <a:p>
            <a:fld id="{5246FB18-5DF1-419A-B975-14AFDDD65B9F}" type="slidenum">
              <a:rPr lang="en-US" smtClean="0"/>
              <a:t>‹#›</a:t>
            </a:fld>
            <a:endParaRPr lang="en-US"/>
          </a:p>
        </p:txBody>
      </p:sp>
      <p:sp>
        <p:nvSpPr>
          <p:cNvPr id="7" name="Title 6">
            <a:extLst>
              <a:ext uri="{FF2B5EF4-FFF2-40B4-BE49-F238E27FC236}">
                <a16:creationId xmlns:a16="http://schemas.microsoft.com/office/drawing/2014/main" id="{80A99D0A-2C2D-4F5C-9C1C-40CBA421CC3A}"/>
              </a:ext>
            </a:extLst>
          </p:cNvPr>
          <p:cNvSpPr>
            <a:spLocks noGrp="1"/>
          </p:cNvSpPr>
          <p:nvPr>
            <p:ph type="title" hasCustomPrompt="1"/>
          </p:nvPr>
        </p:nvSpPr>
        <p:spPr>
          <a:xfrm>
            <a:off x="566928" y="342900"/>
            <a:ext cx="11072535" cy="460551"/>
          </a:xfrm>
        </p:spPr>
        <p:txBody>
          <a:bodyPr/>
          <a:lstStyle/>
          <a:p>
            <a:r>
              <a:rPr lang="en-US"/>
              <a:t>[Headline]</a:t>
            </a:r>
          </a:p>
        </p:txBody>
      </p:sp>
      <p:sp>
        <p:nvSpPr>
          <p:cNvPr id="11" name="Sub-headline">
            <a:extLst>
              <a:ext uri="{FF2B5EF4-FFF2-40B4-BE49-F238E27FC236}">
                <a16:creationId xmlns:a16="http://schemas.microsoft.com/office/drawing/2014/main" id="{672251B6-50E4-45A2-8538-B97AD5A6412A}"/>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10" name="Footnote">
            <a:extLst>
              <a:ext uri="{FF2B5EF4-FFF2-40B4-BE49-F238E27FC236}">
                <a16:creationId xmlns:a16="http://schemas.microsoft.com/office/drawing/2014/main" id="{73058647-5721-485D-B7D3-C4E40BA2987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81054219"/>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565545F-A45B-415E-A056-8F885CBEF48A}"/>
              </a:ext>
            </a:extLst>
          </p:cNvPr>
          <p:cNvSpPr>
            <a:spLocks noGrp="1"/>
          </p:cNvSpPr>
          <p:nvPr>
            <p:ph type="ftr" sz="quarter" idx="20"/>
          </p:nvPr>
        </p:nvSpPr>
        <p:spPr/>
        <p:txBody>
          <a:bodyPr/>
          <a:lstStyle/>
          <a:p>
            <a:r>
              <a:rPr lang="en-US"/>
              <a:t>Section name (optional) / Title / Month 20YY</a:t>
            </a:r>
          </a:p>
        </p:txBody>
      </p:sp>
      <p:sp>
        <p:nvSpPr>
          <p:cNvPr id="4" name="Slide Number Placeholder 3"/>
          <p:cNvSpPr>
            <a:spLocks noGrp="1"/>
          </p:cNvSpPr>
          <p:nvPr>
            <p:ph type="sldNum" sz="quarter" idx="12"/>
          </p:nvPr>
        </p:nvSpPr>
        <p:spPr/>
        <p:txBody>
          <a:bodyPr/>
          <a:lstStyle/>
          <a:p>
            <a:fld id="{5CFA18E4-D58E-4B28-B105-28D9665A8EBC}" type="slidenum">
              <a:rPr lang="en-US" smtClean="0"/>
              <a:t>‹#›</a:t>
            </a:fld>
            <a:endParaRPr lang="en-US"/>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35590998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 Image/Icon">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33AD3F0-575D-4B1E-8B9F-7FAAA4AFFB13}"/>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Footer Placeholder 1">
            <a:extLst>
              <a:ext uri="{FF2B5EF4-FFF2-40B4-BE49-F238E27FC236}">
                <a16:creationId xmlns:a16="http://schemas.microsoft.com/office/drawing/2014/main" id="{F9E02ADF-333C-4936-930B-5ADB127FBBBF}"/>
              </a:ext>
            </a:extLst>
          </p:cNvPr>
          <p:cNvSpPr>
            <a:spLocks noGrp="1"/>
          </p:cNvSpPr>
          <p:nvPr>
            <p:ph type="ftr" sz="quarter" idx="24"/>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a:p>
        </p:txBody>
      </p:sp>
      <p:sp>
        <p:nvSpPr>
          <p:cNvPr id="18" name="Title 6">
            <a:extLst>
              <a:ext uri="{FF2B5EF4-FFF2-40B4-BE49-F238E27FC236}">
                <a16:creationId xmlns:a16="http://schemas.microsoft.com/office/drawing/2014/main" id="{ACC3B94F-8B4A-4229-A4CB-D9FFAF4DB876}"/>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a:t>[Headline]</a:t>
            </a:r>
          </a:p>
        </p:txBody>
      </p:sp>
      <p:sp>
        <p:nvSpPr>
          <p:cNvPr id="17" name="Sub-headline">
            <a:extLst>
              <a:ext uri="{FF2B5EF4-FFF2-40B4-BE49-F238E27FC236}">
                <a16:creationId xmlns:a16="http://schemas.microsoft.com/office/drawing/2014/main" id="{008DE19F-5F33-4A28-BF51-238AF8073CC0}"/>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2" name="Content Placeholder 2">
            <a:extLst>
              <a:ext uri="{FF2B5EF4-FFF2-40B4-BE49-F238E27FC236}">
                <a16:creationId xmlns:a16="http://schemas.microsoft.com/office/drawing/2014/main" id="{CA01EFD8-ABD4-4ED2-8406-0FD82407E703}"/>
              </a:ext>
            </a:extLst>
          </p:cNvPr>
          <p:cNvSpPr>
            <a:spLocks noGrp="1"/>
          </p:cNvSpPr>
          <p:nvPr>
            <p:ph sz="quarter" idx="23" hasCustomPrompt="1"/>
          </p:nvPr>
        </p:nvSpPr>
        <p:spPr>
          <a:xfrm>
            <a:off x="567038" y="1261872"/>
            <a:ext cx="5029200" cy="4343400"/>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9" name="Footnote">
            <a:extLst>
              <a:ext uri="{FF2B5EF4-FFF2-40B4-BE49-F238E27FC236}">
                <a16:creationId xmlns:a16="http://schemas.microsoft.com/office/drawing/2014/main" id="{EB7E34AC-0B79-4BA4-B779-779BE3515BE6}"/>
              </a:ext>
            </a:extLst>
          </p:cNvPr>
          <p:cNvSpPr>
            <a:spLocks noGrp="1"/>
          </p:cNvSpPr>
          <p:nvPr>
            <p:ph type="body" sz="quarter" idx="15" hasCustomPrompt="1"/>
          </p:nvPr>
        </p:nvSpPr>
        <p:spPr>
          <a:xfrm>
            <a:off x="567039" y="5696189"/>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16" name="Rectangle 15">
            <a:extLst>
              <a:ext uri="{FF2B5EF4-FFF2-40B4-BE49-F238E27FC236}">
                <a16:creationId xmlns:a16="http://schemas.microsoft.com/office/drawing/2014/main" id="{32384162-1D1B-432E-8861-113BBFC1F407}"/>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sp>
        <p:nvSpPr>
          <p:cNvPr id="7" name="Picture Placeholder 6">
            <a:extLst>
              <a:ext uri="{FF2B5EF4-FFF2-40B4-BE49-F238E27FC236}">
                <a16:creationId xmlns:a16="http://schemas.microsoft.com/office/drawing/2014/main" id="{4F90018B-6ACC-43FE-9482-22D4B889F599}"/>
              </a:ext>
            </a:extLst>
          </p:cNvPr>
          <p:cNvSpPr>
            <a:spLocks noGrp="1"/>
          </p:cNvSpPr>
          <p:nvPr>
            <p:ph type="pic" sz="quarter" idx="17" hasCustomPrompt="1"/>
          </p:nvPr>
        </p:nvSpPr>
        <p:spPr>
          <a:xfrm>
            <a:off x="6607175" y="647700"/>
            <a:ext cx="5027613" cy="5557838"/>
          </a:xfrm>
          <a:prstGeom prst="rect">
            <a:avLst/>
          </a:prstGeom>
        </p:spPr>
        <p:txBody>
          <a:bodyPr anchor="ctr"/>
          <a:lstStyle>
            <a:lvl1pPr marL="0" indent="0" algn="ctr">
              <a:buNone/>
              <a:defRPr>
                <a:solidFill>
                  <a:schemeClr val="bg1"/>
                </a:solidFill>
              </a:defRPr>
            </a:lvl1pPr>
          </a:lstStyle>
          <a:p>
            <a:r>
              <a:rPr lang="en-US"/>
              <a:t>[Insert photo]</a:t>
            </a:r>
          </a:p>
        </p:txBody>
      </p:sp>
      <p:pic>
        <p:nvPicPr>
          <p:cNvPr id="102"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414035045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 Photo Whit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a:noFill/>
        </p:spPr>
        <p:txBody>
          <a:bodyPr anchor="ctr"/>
          <a:lstStyle>
            <a:lvl1pPr marL="0" indent="0" algn="ctr">
              <a:buNone/>
              <a:defRPr>
                <a:solidFill>
                  <a:schemeClr val="bg1"/>
                </a:solidFill>
              </a:defRPr>
            </a:lvl1pPr>
          </a:lstStyle>
          <a:p>
            <a:r>
              <a:rPr lang="en-US"/>
              <a:t>[Insert photo]</a:t>
            </a:r>
          </a:p>
        </p:txBody>
      </p:sp>
      <p:sp>
        <p:nvSpPr>
          <p:cNvPr id="2" name="Footer Placeholder 1">
            <a:extLst>
              <a:ext uri="{FF2B5EF4-FFF2-40B4-BE49-F238E27FC236}">
                <a16:creationId xmlns:a16="http://schemas.microsoft.com/office/drawing/2014/main" id="{72F337A5-7C22-412D-BC21-002BC4A09A86}"/>
              </a:ext>
            </a:extLst>
          </p:cNvPr>
          <p:cNvSpPr>
            <a:spLocks noGrp="1"/>
          </p:cNvSpPr>
          <p:nvPr>
            <p:ph type="ftr" sz="quarter" idx="24"/>
          </p:nvPr>
        </p:nvSpPr>
        <p:spPr>
          <a:xfrm>
            <a:off x="6614764" y="0"/>
            <a:ext cx="5016515" cy="317674"/>
          </a:xfrm>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a:t>[Headline]</a:t>
            </a:r>
          </a:p>
        </p:txBody>
      </p:sp>
      <p:sp>
        <p:nvSpPr>
          <p:cNvPr id="14" name="Sub-headline">
            <a:extLst>
              <a:ext uri="{FF2B5EF4-FFF2-40B4-BE49-F238E27FC236}">
                <a16:creationId xmlns:a16="http://schemas.microsoft.com/office/drawing/2014/main" id="{86B6FCCF-A4F5-44A7-AAF4-704B7EC6998C}"/>
              </a:ext>
            </a:extLst>
          </p:cNvPr>
          <p:cNvSpPr>
            <a:spLocks noGrp="1"/>
          </p:cNvSpPr>
          <p:nvPr>
            <p:ph type="body" sz="quarter" idx="18" hasCustomPrompt="1"/>
          </p:nvPr>
        </p:nvSpPr>
        <p:spPr>
          <a:xfrm>
            <a:off x="56703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0" name="Content Placeholder 2">
            <a:extLst>
              <a:ext uri="{FF2B5EF4-FFF2-40B4-BE49-F238E27FC236}">
                <a16:creationId xmlns:a16="http://schemas.microsoft.com/office/drawing/2014/main" id="{63FDC5DF-2C64-4D49-8041-AB11BEEFF14D}"/>
              </a:ext>
            </a:extLst>
          </p:cNvPr>
          <p:cNvSpPr>
            <a:spLocks noGrp="1"/>
          </p:cNvSpPr>
          <p:nvPr>
            <p:ph sz="quarter" idx="23" hasCustomPrompt="1"/>
          </p:nvPr>
        </p:nvSpPr>
        <p:spPr>
          <a:xfrm>
            <a:off x="567038" y="1257300"/>
            <a:ext cx="5029200" cy="4347449"/>
          </a:xfrm>
        </p:spPr>
        <p:txBody>
          <a:bodyPr/>
          <a:lstStyle>
            <a:lvl1pPr marL="0" indent="0">
              <a:buNone/>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6" name="Footnote">
            <a:extLst>
              <a:ext uri="{FF2B5EF4-FFF2-40B4-BE49-F238E27FC236}">
                <a16:creationId xmlns:a16="http://schemas.microsoft.com/office/drawing/2014/main" id="{56769A6F-555D-49D4-B0C0-D1976DD436B9}"/>
              </a:ext>
            </a:extLst>
          </p:cNvPr>
          <p:cNvSpPr>
            <a:spLocks noGrp="1"/>
          </p:cNvSpPr>
          <p:nvPr>
            <p:ph type="body" sz="quarter" idx="25"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11" name="Rectangle 10">
            <a:extLst>
              <a:ext uri="{FF2B5EF4-FFF2-40B4-BE49-F238E27FC236}">
                <a16:creationId xmlns:a16="http://schemas.microsoft.com/office/drawing/2014/main" id="{EBFDFA00-9BD6-873A-0C0B-BAD1649CF54D}"/>
              </a:ext>
              <a:ext uri="{C183D7F6-B498-43B3-948B-1728B52AA6E4}">
                <adec:decorative xmlns:adec="http://schemas.microsoft.com/office/drawing/2017/decorative" val="1"/>
              </a:ext>
            </a:extLst>
          </p:cNvPr>
          <p:cNvSpPr/>
          <p:nvPr userDrawn="1"/>
        </p:nvSpPr>
        <p:spPr>
          <a:xfrm>
            <a:off x="5279878" y="656370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pic>
        <p:nvPicPr>
          <p:cNvPr id="101"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43954613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 Photo Black">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a:noFill/>
        </p:spPr>
        <p:txBody>
          <a:bodyPr anchor="ctr"/>
          <a:lstStyle>
            <a:lvl1pPr marL="0" indent="0" algn="ctr">
              <a:buNone/>
              <a:defRPr>
                <a:solidFill>
                  <a:schemeClr val="bg1"/>
                </a:solidFill>
              </a:defRPr>
            </a:lvl1pPr>
          </a:lstStyle>
          <a:p>
            <a:r>
              <a:rPr lang="en-US"/>
              <a:t>[Insert photo]</a:t>
            </a:r>
          </a:p>
        </p:txBody>
      </p:sp>
      <p:sp>
        <p:nvSpPr>
          <p:cNvPr id="3" name="Footer Placeholder 2">
            <a:extLst>
              <a:ext uri="{FF2B5EF4-FFF2-40B4-BE49-F238E27FC236}">
                <a16:creationId xmlns:a16="http://schemas.microsoft.com/office/drawing/2014/main" id="{5BDC1762-C160-436E-A662-EB8DFA9B0D52}"/>
              </a:ext>
            </a:extLst>
          </p:cNvPr>
          <p:cNvSpPr>
            <a:spLocks noGrp="1"/>
          </p:cNvSpPr>
          <p:nvPr>
            <p:ph type="ftr" sz="quarter" idx="23"/>
          </p:nvPr>
        </p:nvSpPr>
        <p:spPr>
          <a:xfrm>
            <a:off x="6614764" y="0"/>
            <a:ext cx="5016515" cy="317674"/>
          </a:xfrm>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2" name="Rectangle 1">
            <a:extLst>
              <a:ext uri="{FF2B5EF4-FFF2-40B4-BE49-F238E27FC236}">
                <a16:creationId xmlns:a16="http://schemas.microsoft.com/office/drawing/2014/main" id="{B32C59F7-AD2F-414F-9894-A41140E432C6}"/>
              </a:ext>
              <a:ext uri="{C183D7F6-B498-43B3-948B-1728B52AA6E4}">
                <adec:decorative xmlns:adec="http://schemas.microsoft.com/office/drawing/2017/decorative" val="1"/>
              </a:ext>
            </a:extLst>
          </p:cNvPr>
          <p:cNvSpPr/>
          <p:nvPr userDrawn="1"/>
        </p:nvSpPr>
        <p:spPr bwMode="white">
          <a:xfrm>
            <a:off x="0" y="0"/>
            <a:ext cx="661476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8" y="342900"/>
            <a:ext cx="5029200" cy="460551"/>
          </a:xfrm>
        </p:spPr>
        <p:txBody>
          <a:bodyPr/>
          <a:lstStyle>
            <a:lvl1pPr>
              <a:defRPr>
                <a:solidFill>
                  <a:schemeClr val="bg1"/>
                </a:solidFill>
              </a:defRPr>
            </a:lvl1pPr>
          </a:lstStyle>
          <a:p>
            <a:r>
              <a:rPr lang="en-US"/>
              <a:t>[Headline]</a:t>
            </a:r>
          </a:p>
        </p:txBody>
      </p:sp>
      <p:sp>
        <p:nvSpPr>
          <p:cNvPr id="14" name="Sub-headline">
            <a:extLst>
              <a:ext uri="{FF2B5EF4-FFF2-40B4-BE49-F238E27FC236}">
                <a16:creationId xmlns:a16="http://schemas.microsoft.com/office/drawing/2014/main" id="{86B6FCCF-A4F5-44A7-AAF4-704B7EC6998C}"/>
              </a:ext>
            </a:extLst>
          </p:cNvPr>
          <p:cNvSpPr>
            <a:spLocks noGrp="1"/>
          </p:cNvSpPr>
          <p:nvPr>
            <p:ph type="body" sz="quarter" idx="18" hasCustomPrompt="1"/>
          </p:nvPr>
        </p:nvSpPr>
        <p:spPr>
          <a:xfrm>
            <a:off x="567037" y="899026"/>
            <a:ext cx="5029200" cy="278706"/>
          </a:xfrm>
          <a:prstGeom prst="rect">
            <a:avLst/>
          </a:prstGeom>
        </p:spPr>
        <p:txBody>
          <a:bodyPr/>
          <a:lstStyle>
            <a:lvl1pPr marL="0" indent="0">
              <a:buNone/>
              <a:defRPr sz="1800" b="0">
                <a:solidFill>
                  <a:schemeClr val="bg1"/>
                </a:solidFill>
                <a:latin typeface="+mn-lt"/>
              </a:defRPr>
            </a:lvl1pPr>
            <a:lvl2pPr marL="169863" indent="0">
              <a:buNone/>
              <a:defRPr/>
            </a:lvl2pPr>
          </a:lstStyle>
          <a:p>
            <a:pPr lvl="0"/>
            <a:r>
              <a:rPr lang="en-US"/>
              <a:t>[Sub-headline]</a:t>
            </a:r>
          </a:p>
        </p:txBody>
      </p:sp>
      <p:sp>
        <p:nvSpPr>
          <p:cNvPr id="11" name="Text Placeholder 2">
            <a:extLst>
              <a:ext uri="{FF2B5EF4-FFF2-40B4-BE49-F238E27FC236}">
                <a16:creationId xmlns:a16="http://schemas.microsoft.com/office/drawing/2014/main" id="{8EB16B89-7E3C-44A4-A187-AEB2FBABC140}"/>
              </a:ext>
            </a:extLst>
          </p:cNvPr>
          <p:cNvSpPr>
            <a:spLocks noGrp="1"/>
          </p:cNvSpPr>
          <p:nvPr>
            <p:ph type="body" sz="quarter" idx="22" hasCustomPrompt="1"/>
          </p:nvPr>
        </p:nvSpPr>
        <p:spPr>
          <a:xfrm>
            <a:off x="566737" y="1261872"/>
            <a:ext cx="5029200" cy="4330202"/>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18" name="Rectangle 17">
            <a:extLst>
              <a:ext uri="{FF2B5EF4-FFF2-40B4-BE49-F238E27FC236}">
                <a16:creationId xmlns:a16="http://schemas.microsoft.com/office/drawing/2014/main" id="{47EB1F00-2439-4253-A589-54010E4BBC5E}"/>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sp>
        <p:nvSpPr>
          <p:cNvPr id="27" name="Footnote">
            <a:extLst>
              <a:ext uri="{FF2B5EF4-FFF2-40B4-BE49-F238E27FC236}">
                <a16:creationId xmlns:a16="http://schemas.microsoft.com/office/drawing/2014/main" id="{BC72EC15-8B35-4605-A3A1-D682493CE35C}"/>
              </a:ext>
            </a:extLst>
          </p:cNvPr>
          <p:cNvSpPr>
            <a:spLocks noGrp="1"/>
          </p:cNvSpPr>
          <p:nvPr>
            <p:ph type="body" sz="quarter" idx="24"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solidFill>
                  <a:schemeClr val="bg1"/>
                </a:solidFill>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1" name="Image 0" descr="https://snp-mediaportal.qbank.se/assets/deployedFiles/4ebf46970dd30ed73bbae53c35377a40.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4165650854"/>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 Photo Blu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66346E94-E9F1-4F0C-9AB7-02D722F342D1}"/>
              </a:ext>
            </a:extLst>
          </p:cNvPr>
          <p:cNvSpPr>
            <a:spLocks noGrp="1"/>
          </p:cNvSpPr>
          <p:nvPr>
            <p:ph type="pic" sz="quarter" idx="15" hasCustomPrompt="1"/>
          </p:nvPr>
        </p:nvSpPr>
        <p:spPr>
          <a:xfrm>
            <a:off x="6614764" y="0"/>
            <a:ext cx="5577236" cy="6858000"/>
          </a:xfrm>
          <a:prstGeom prst="rect">
            <a:avLst/>
          </a:prstGeom>
          <a:noFill/>
        </p:spPr>
        <p:txBody>
          <a:bodyPr anchor="ctr"/>
          <a:lstStyle>
            <a:lvl1pPr marL="0" indent="0" algn="ctr">
              <a:buNone/>
              <a:defRPr>
                <a:solidFill>
                  <a:schemeClr val="bg1"/>
                </a:solidFill>
              </a:defRPr>
            </a:lvl1pPr>
          </a:lstStyle>
          <a:p>
            <a:r>
              <a:rPr lang="en-US"/>
              <a:t>[Insert photo]</a:t>
            </a:r>
          </a:p>
        </p:txBody>
      </p:sp>
      <p:sp>
        <p:nvSpPr>
          <p:cNvPr id="3" name="Footer Placeholder 2">
            <a:extLst>
              <a:ext uri="{FF2B5EF4-FFF2-40B4-BE49-F238E27FC236}">
                <a16:creationId xmlns:a16="http://schemas.microsoft.com/office/drawing/2014/main" id="{FDFEBAF8-EEFB-4D95-AA38-225A850C5D36}"/>
              </a:ext>
            </a:extLst>
          </p:cNvPr>
          <p:cNvSpPr>
            <a:spLocks noGrp="1"/>
          </p:cNvSpPr>
          <p:nvPr>
            <p:ph type="ftr" sz="quarter" idx="23"/>
          </p:nvPr>
        </p:nvSpPr>
        <p:spPr>
          <a:xfrm>
            <a:off x="6614764" y="0"/>
            <a:ext cx="5016515" cy="317674"/>
          </a:xfrm>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2" name="Rectangle 1">
            <a:extLst>
              <a:ext uri="{FF2B5EF4-FFF2-40B4-BE49-F238E27FC236}">
                <a16:creationId xmlns:a16="http://schemas.microsoft.com/office/drawing/2014/main" id="{B32C59F7-AD2F-414F-9894-A41140E432C6}"/>
              </a:ext>
              <a:ext uri="{C183D7F6-B498-43B3-948B-1728B52AA6E4}">
                <adec:decorative xmlns:adec="http://schemas.microsoft.com/office/drawing/2017/decorative" val="1"/>
              </a:ext>
            </a:extLst>
          </p:cNvPr>
          <p:cNvSpPr/>
          <p:nvPr userDrawn="1"/>
        </p:nvSpPr>
        <p:spPr bwMode="white">
          <a:xfrm>
            <a:off x="0" y="0"/>
            <a:ext cx="6614764"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15" name="Title 6">
            <a:extLst>
              <a:ext uri="{FF2B5EF4-FFF2-40B4-BE49-F238E27FC236}">
                <a16:creationId xmlns:a16="http://schemas.microsoft.com/office/drawing/2014/main" id="{4DEB00A0-9CA9-4213-AE07-D0B1C6101ED8}"/>
              </a:ext>
            </a:extLst>
          </p:cNvPr>
          <p:cNvSpPr>
            <a:spLocks noGrp="1"/>
          </p:cNvSpPr>
          <p:nvPr>
            <p:ph type="title" hasCustomPrompt="1"/>
          </p:nvPr>
        </p:nvSpPr>
        <p:spPr>
          <a:xfrm>
            <a:off x="567039" y="342900"/>
            <a:ext cx="5029200" cy="460551"/>
          </a:xfrm>
        </p:spPr>
        <p:txBody>
          <a:bodyPr/>
          <a:lstStyle>
            <a:lvl1pPr>
              <a:defRPr>
                <a:solidFill>
                  <a:schemeClr val="tx1"/>
                </a:solidFill>
              </a:defRPr>
            </a:lvl1pPr>
          </a:lstStyle>
          <a:p>
            <a:r>
              <a:rPr lang="en-US"/>
              <a:t>[Headline]</a:t>
            </a:r>
          </a:p>
        </p:txBody>
      </p:sp>
      <p:sp>
        <p:nvSpPr>
          <p:cNvPr id="14" name="Sub-headline">
            <a:extLst>
              <a:ext uri="{FF2B5EF4-FFF2-40B4-BE49-F238E27FC236}">
                <a16:creationId xmlns:a16="http://schemas.microsoft.com/office/drawing/2014/main" id="{86B6FCCF-A4F5-44A7-AAF4-704B7EC6998C}"/>
              </a:ext>
              <a:ext uri="{C183D7F6-B498-43B3-948B-1728B52AA6E4}">
                <adec:decorative xmlns:adec="http://schemas.microsoft.com/office/drawing/2017/decorative" val="0"/>
              </a:ext>
            </a:extLst>
          </p:cNvPr>
          <p:cNvSpPr>
            <a:spLocks noGrp="1"/>
          </p:cNvSpPr>
          <p:nvPr>
            <p:ph type="body" sz="quarter" idx="18" hasCustomPrompt="1"/>
          </p:nvPr>
        </p:nvSpPr>
        <p:spPr>
          <a:xfrm>
            <a:off x="567039"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7" name="Text Placeholder 2">
            <a:extLst>
              <a:ext uri="{FF2B5EF4-FFF2-40B4-BE49-F238E27FC236}">
                <a16:creationId xmlns:a16="http://schemas.microsoft.com/office/drawing/2014/main" id="{A7275159-CD4F-4CFC-A979-703107544995}"/>
              </a:ext>
            </a:extLst>
          </p:cNvPr>
          <p:cNvSpPr>
            <a:spLocks noGrp="1"/>
          </p:cNvSpPr>
          <p:nvPr>
            <p:ph type="body" sz="quarter" idx="22" hasCustomPrompt="1"/>
          </p:nvPr>
        </p:nvSpPr>
        <p:spPr>
          <a:xfrm>
            <a:off x="566739" y="1261872"/>
            <a:ext cx="5029200" cy="4330202"/>
          </a:xfrm>
          <a:prstGeom prst="rect">
            <a:avLst/>
          </a:prstGeom>
        </p:spPr>
        <p:txBody>
          <a:bodyPr/>
          <a:lstStyle>
            <a:lvl1pPr>
              <a:defRPr/>
            </a:lvl1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27" name="Footnote">
            <a:extLst>
              <a:ext uri="{FF2B5EF4-FFF2-40B4-BE49-F238E27FC236}">
                <a16:creationId xmlns:a16="http://schemas.microsoft.com/office/drawing/2014/main" id="{09DBF7F0-F472-44D3-9A30-10D3C2163727}"/>
              </a:ext>
            </a:extLst>
          </p:cNvPr>
          <p:cNvSpPr>
            <a:spLocks noGrp="1"/>
          </p:cNvSpPr>
          <p:nvPr>
            <p:ph type="body" sz="quarter" idx="24"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20" name="Rectangle 19">
            <a:extLst>
              <a:ext uri="{FF2B5EF4-FFF2-40B4-BE49-F238E27FC236}">
                <a16:creationId xmlns:a16="http://schemas.microsoft.com/office/drawing/2014/main" id="{9DCE4C1C-6690-45DD-A224-49D7897300FB}"/>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pic>
        <p:nvPicPr>
          <p:cNvPr id="102" name="Image 0" descr="https://snp-mediaportal.qbank.se/assets/deployedFiles/b7dd9418a4c2f881e9fc5ffb942fbcd4.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4016961979"/>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ICONS</a:t>
            </a:r>
          </a:p>
        </p:txBody>
      </p:sp>
    </p:spTree>
    <p:extLst>
      <p:ext uri="{BB962C8B-B14F-4D97-AF65-F5344CB8AC3E}">
        <p14:creationId xmlns:p14="http://schemas.microsoft.com/office/powerpoint/2010/main" val="42771690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s 3 Columns Vertic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29171FE-482D-4162-97BC-A02FD4AC159D}"/>
              </a:ext>
            </a:extLst>
          </p:cNvPr>
          <p:cNvSpPr>
            <a:spLocks noGrp="1"/>
          </p:cNvSpPr>
          <p:nvPr>
            <p:ph type="ftr" sz="quarter" idx="3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a:xfrm>
            <a:off x="11320251" y="6572853"/>
            <a:ext cx="311576" cy="214804"/>
          </a:xfrm>
        </p:spPr>
        <p:txBody>
          <a:bodyPr/>
          <a:lstStyle/>
          <a:p>
            <a:fld id="{5CFA18E4-D58E-4B28-B105-28D9665A8EBC}" type="slidenum">
              <a:rPr lang="en-US" smtClean="0"/>
              <a:pPr/>
              <a:t>‹#›</a:t>
            </a:fld>
            <a:endParaRPr lang="en-US"/>
          </a:p>
        </p:txBody>
      </p:sp>
      <p:sp>
        <p:nvSpPr>
          <p:cNvPr id="36" name="Title 6">
            <a:extLst>
              <a:ext uri="{FF2B5EF4-FFF2-40B4-BE49-F238E27FC236}">
                <a16:creationId xmlns:a16="http://schemas.microsoft.com/office/drawing/2014/main" id="{D7B8D165-F984-473B-A112-6BF8E9F44447}"/>
              </a:ext>
            </a:extLst>
          </p:cNvPr>
          <p:cNvSpPr>
            <a:spLocks noGrp="1"/>
          </p:cNvSpPr>
          <p:nvPr>
            <p:ph type="title" hasCustomPrompt="1"/>
          </p:nvPr>
        </p:nvSpPr>
        <p:spPr>
          <a:xfrm>
            <a:off x="567039" y="342900"/>
            <a:ext cx="11062709" cy="460551"/>
          </a:xfrm>
        </p:spPr>
        <p:txBody>
          <a:bodyPr/>
          <a:lstStyle/>
          <a:p>
            <a:r>
              <a:rPr lang="en-US"/>
              <a:t>[Headline]</a:t>
            </a:r>
          </a:p>
        </p:txBody>
      </p:sp>
      <p:sp>
        <p:nvSpPr>
          <p:cNvPr id="18" name="Sub-headline">
            <a:extLst>
              <a:ext uri="{FF2B5EF4-FFF2-40B4-BE49-F238E27FC236}">
                <a16:creationId xmlns:a16="http://schemas.microsoft.com/office/drawing/2014/main" id="{56EC8594-681B-4434-B73B-735C036086C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28" name="Picture Placeholder Left">
            <a:extLst>
              <a:ext uri="{FF2B5EF4-FFF2-40B4-BE49-F238E27FC236}">
                <a16:creationId xmlns:a16="http://schemas.microsoft.com/office/drawing/2014/main" id="{20ED38F9-F116-4320-BEBE-0D6E5BB3BFB3}"/>
              </a:ext>
            </a:extLst>
          </p:cNvPr>
          <p:cNvSpPr>
            <a:spLocks noGrp="1"/>
          </p:cNvSpPr>
          <p:nvPr>
            <p:ph type="pic" sz="quarter" idx="21" hasCustomPrompt="1"/>
          </p:nvPr>
        </p:nvSpPr>
        <p:spPr>
          <a:xfrm>
            <a:off x="560977" y="1261872"/>
            <a:ext cx="1161288" cy="1161288"/>
          </a:xfrm>
          <a:prstGeom prst="rect">
            <a:avLst/>
          </a:prstGeom>
        </p:spPr>
        <p:txBody>
          <a:bodyPr anchor="ctr">
            <a:normAutofit/>
          </a:bodyPr>
          <a:lstStyle>
            <a:lvl1pPr marL="0" indent="0" algn="ctr">
              <a:buNone/>
              <a:defRPr sz="1400"/>
            </a:lvl1pPr>
          </a:lstStyle>
          <a:p>
            <a:r>
              <a:rPr lang="en-US"/>
              <a:t>[Image] or remove and place icon here</a:t>
            </a:r>
          </a:p>
        </p:txBody>
      </p:sp>
      <p:sp>
        <p:nvSpPr>
          <p:cNvPr id="24" name="Subtitle Left">
            <a:extLst>
              <a:ext uri="{FF2B5EF4-FFF2-40B4-BE49-F238E27FC236}">
                <a16:creationId xmlns:a16="http://schemas.microsoft.com/office/drawing/2014/main" id="{2726687B-34D2-44BB-BEE3-F17F90E2CEAD}"/>
              </a:ext>
            </a:extLst>
          </p:cNvPr>
          <p:cNvSpPr>
            <a:spLocks noGrp="1"/>
          </p:cNvSpPr>
          <p:nvPr>
            <p:ph type="body" sz="quarter" idx="16" hasCustomPrompt="1"/>
          </p:nvPr>
        </p:nvSpPr>
        <p:spPr>
          <a:xfrm>
            <a:off x="56097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1" name="Text Placeholder 20">
            <a:extLst>
              <a:ext uri="{FF2B5EF4-FFF2-40B4-BE49-F238E27FC236}">
                <a16:creationId xmlns:a16="http://schemas.microsoft.com/office/drawing/2014/main" id="{59848113-CF33-4F6D-ABE6-079A43759FA2}"/>
              </a:ext>
            </a:extLst>
          </p:cNvPr>
          <p:cNvSpPr>
            <a:spLocks noGrp="1"/>
          </p:cNvSpPr>
          <p:nvPr>
            <p:ph type="body" sz="quarter" idx="24" hasCustomPrompt="1"/>
          </p:nvPr>
        </p:nvSpPr>
        <p:spPr>
          <a:xfrm>
            <a:off x="557212" y="3163464"/>
            <a:ext cx="3374136" cy="2437236"/>
          </a:xfrm>
          <a:prstGeom prst="rect">
            <a:avLst/>
          </a:prstGeom>
        </p:spPr>
        <p:txBody>
          <a:bodyPr/>
          <a:lstStyle>
            <a:lvl1pPr>
              <a:lnSpc>
                <a:spcPct val="100000"/>
              </a:lnSpc>
              <a:spcBef>
                <a:spcPts val="0"/>
              </a:spcBef>
              <a:spcAft>
                <a:spcPts val="600"/>
              </a:spcAft>
              <a:defRPr sz="1600"/>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29" name="Picture Placeholder  Middle">
            <a:extLst>
              <a:ext uri="{FF2B5EF4-FFF2-40B4-BE49-F238E27FC236}">
                <a16:creationId xmlns:a16="http://schemas.microsoft.com/office/drawing/2014/main" id="{D73D1E78-1775-4717-9FC1-51702554EAAD}"/>
              </a:ext>
            </a:extLst>
          </p:cNvPr>
          <p:cNvSpPr>
            <a:spLocks noGrp="1"/>
          </p:cNvSpPr>
          <p:nvPr>
            <p:ph type="pic" sz="quarter" idx="22" hasCustomPrompt="1"/>
          </p:nvPr>
        </p:nvSpPr>
        <p:spPr>
          <a:xfrm>
            <a:off x="4409596" y="1261872"/>
            <a:ext cx="1161288" cy="1161288"/>
          </a:xfrm>
          <a:prstGeom prst="rect">
            <a:avLst/>
          </a:prstGeom>
        </p:spPr>
        <p:txBody>
          <a:bodyPr anchor="ctr">
            <a:normAutofit/>
          </a:bodyPr>
          <a:lstStyle>
            <a:lvl1pPr marL="0" indent="0" algn="ctr">
              <a:buNone/>
              <a:defRPr sz="1400"/>
            </a:lvl1pPr>
          </a:lstStyle>
          <a:p>
            <a:r>
              <a:rPr lang="en-US"/>
              <a:t>[Image] or remove and place icon here</a:t>
            </a:r>
          </a:p>
        </p:txBody>
      </p:sp>
      <p:sp>
        <p:nvSpPr>
          <p:cNvPr id="26" name="Subtitle Middle">
            <a:extLst>
              <a:ext uri="{FF2B5EF4-FFF2-40B4-BE49-F238E27FC236}">
                <a16:creationId xmlns:a16="http://schemas.microsoft.com/office/drawing/2014/main" id="{AA11411D-F5CC-4A9E-97ED-8D9AB17EC128}"/>
              </a:ext>
            </a:extLst>
          </p:cNvPr>
          <p:cNvSpPr>
            <a:spLocks noGrp="1"/>
          </p:cNvSpPr>
          <p:nvPr>
            <p:ph type="body" sz="quarter" idx="17" hasCustomPrompt="1"/>
          </p:nvPr>
        </p:nvSpPr>
        <p:spPr>
          <a:xfrm>
            <a:off x="440959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2" name="Text Placeholder 22">
            <a:extLst>
              <a:ext uri="{FF2B5EF4-FFF2-40B4-BE49-F238E27FC236}">
                <a16:creationId xmlns:a16="http://schemas.microsoft.com/office/drawing/2014/main" id="{55E5A2C2-274B-42C7-937D-24C1B3BA41D4}"/>
              </a:ext>
            </a:extLst>
          </p:cNvPr>
          <p:cNvSpPr>
            <a:spLocks noGrp="1"/>
          </p:cNvSpPr>
          <p:nvPr>
            <p:ph type="body" sz="quarter" idx="25" hasCustomPrompt="1"/>
          </p:nvPr>
        </p:nvSpPr>
        <p:spPr>
          <a:xfrm>
            <a:off x="4406900" y="3163463"/>
            <a:ext cx="3374136" cy="2437235"/>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30" name="Picture Placeholder  Right">
            <a:extLst>
              <a:ext uri="{FF2B5EF4-FFF2-40B4-BE49-F238E27FC236}">
                <a16:creationId xmlns:a16="http://schemas.microsoft.com/office/drawing/2014/main" id="{3B5B43E5-7D20-4591-B751-DD7388D8DEF7}"/>
              </a:ext>
            </a:extLst>
          </p:cNvPr>
          <p:cNvSpPr>
            <a:spLocks noGrp="1"/>
          </p:cNvSpPr>
          <p:nvPr>
            <p:ph type="pic" sz="quarter" idx="23" hasCustomPrompt="1"/>
          </p:nvPr>
        </p:nvSpPr>
        <p:spPr>
          <a:xfrm>
            <a:off x="8256785" y="1261872"/>
            <a:ext cx="1161288" cy="1161288"/>
          </a:xfrm>
          <a:prstGeom prst="rect">
            <a:avLst/>
          </a:prstGeom>
        </p:spPr>
        <p:txBody>
          <a:bodyPr anchor="ctr">
            <a:normAutofit/>
          </a:bodyPr>
          <a:lstStyle>
            <a:lvl1pPr marL="0" indent="0" algn="ctr">
              <a:buNone/>
              <a:defRPr sz="1400"/>
            </a:lvl1pPr>
          </a:lstStyle>
          <a:p>
            <a:r>
              <a:rPr lang="en-US"/>
              <a:t>[Image] or remove and place icon here</a:t>
            </a:r>
          </a:p>
        </p:txBody>
      </p:sp>
      <p:sp>
        <p:nvSpPr>
          <p:cNvPr id="27" name="Subtitle Right">
            <a:extLst>
              <a:ext uri="{FF2B5EF4-FFF2-40B4-BE49-F238E27FC236}">
                <a16:creationId xmlns:a16="http://schemas.microsoft.com/office/drawing/2014/main" id="{59462605-1E40-4897-B811-1B8C6B2FB124}"/>
              </a:ext>
            </a:extLst>
          </p:cNvPr>
          <p:cNvSpPr>
            <a:spLocks noGrp="1"/>
          </p:cNvSpPr>
          <p:nvPr>
            <p:ph type="body" sz="quarter" idx="19" hasCustomPrompt="1"/>
          </p:nvPr>
        </p:nvSpPr>
        <p:spPr>
          <a:xfrm>
            <a:off x="8258216" y="2634855"/>
            <a:ext cx="3373611" cy="383191"/>
          </a:xfrm>
          <a:prstGeom prst="rect">
            <a:avLst/>
          </a:prstGeom>
        </p:spPr>
        <p:txBody>
          <a:bodyPr anchor="t">
            <a:noAutofit/>
          </a:bodyPr>
          <a:lstStyle>
            <a:lvl1pPr marL="0" indent="0">
              <a:buNone/>
              <a:defRPr sz="1800">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3" name="Text Placeholder 24">
            <a:extLst>
              <a:ext uri="{FF2B5EF4-FFF2-40B4-BE49-F238E27FC236}">
                <a16:creationId xmlns:a16="http://schemas.microsoft.com/office/drawing/2014/main" id="{FFC11514-E302-49D6-BD05-69964CE284BE}"/>
              </a:ext>
            </a:extLst>
          </p:cNvPr>
          <p:cNvSpPr>
            <a:spLocks noGrp="1"/>
          </p:cNvSpPr>
          <p:nvPr>
            <p:ph type="body" sz="quarter" idx="26" hasCustomPrompt="1"/>
          </p:nvPr>
        </p:nvSpPr>
        <p:spPr>
          <a:xfrm>
            <a:off x="8256587" y="3163464"/>
            <a:ext cx="3374136" cy="2437236"/>
          </a:xfrm>
          <a:prstGeom prst="rect">
            <a:avLst/>
          </a:prstGeom>
        </p:spPr>
        <p:txBody>
          <a:bodyPr/>
          <a:lstStyle>
            <a:lvl1pPr marL="169863" indent="-169863">
              <a:lnSpc>
                <a:spcPct val="100000"/>
              </a:lnSpc>
              <a:spcBef>
                <a:spcPts val="0"/>
              </a:spcBef>
              <a:spcAft>
                <a:spcPts val="600"/>
              </a:spcAft>
              <a:defRPr lang="en-US" sz="1600" kern="1200" dirty="0">
                <a:solidFill>
                  <a:schemeClr val="tx1"/>
                </a:solidFill>
                <a:latin typeface="+mn-lt"/>
                <a:ea typeface="+mn-ea"/>
                <a:cs typeface="+mn-cs"/>
              </a:defRPr>
            </a:lvl1pPr>
            <a:lvl2pPr>
              <a:lnSpc>
                <a:spcPct val="100000"/>
              </a:lnSpc>
              <a:spcBef>
                <a:spcPts val="0"/>
              </a:spcBef>
              <a:spcAft>
                <a:spcPts val="600"/>
              </a:spcAft>
              <a:defRPr sz="1400"/>
            </a:lvl2pPr>
            <a:lvl3pPr>
              <a:lnSpc>
                <a:spcPct val="100000"/>
              </a:lnSpc>
              <a:spcBef>
                <a:spcPts val="0"/>
              </a:spcBef>
              <a:spcAft>
                <a:spcPts val="600"/>
              </a:spcAft>
              <a:defRPr sz="1400"/>
            </a:lvl3pPr>
            <a:lvl4pPr>
              <a:lnSpc>
                <a:spcPct val="100000"/>
              </a:lnSpc>
              <a:spcBef>
                <a:spcPts val="0"/>
              </a:spcBef>
              <a:spcAft>
                <a:spcPts val="600"/>
              </a:spcAft>
              <a:defRPr sz="1400"/>
            </a:lvl4pPr>
            <a:lvl5pPr>
              <a:lnSpc>
                <a:spcPct val="100000"/>
              </a:lnSpc>
              <a:spcBef>
                <a:spcPts val="0"/>
              </a:spcBef>
              <a:spcAft>
                <a:spcPts val="600"/>
              </a:spcAft>
              <a:defRPr sz="14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a:p>
            <a:pPr marL="687388" marR="0" lvl="3"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Fourth level</a:t>
            </a:r>
          </a:p>
          <a:p>
            <a:pPr marL="914400" marR="0" lvl="4" indent="-2270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050" b="0" i="0" u="none" strike="noStrike" kern="1200" cap="none" spc="0" normalizeH="0" baseline="0" noProof="0">
                <a:ln>
                  <a:noFill/>
                </a:ln>
                <a:solidFill>
                  <a:srgbClr val="000000"/>
                </a:solidFill>
                <a:effectLst/>
                <a:uLnTx/>
                <a:uFillTx/>
                <a:latin typeface="Arial"/>
                <a:ea typeface="+mn-ea"/>
                <a:cs typeface="+mn-cs"/>
              </a:rPr>
              <a:t>Fifth level</a:t>
            </a:r>
          </a:p>
        </p:txBody>
      </p:sp>
      <p:sp>
        <p:nvSpPr>
          <p:cNvPr id="17" name="Footnote">
            <a:extLst>
              <a:ext uri="{FF2B5EF4-FFF2-40B4-BE49-F238E27FC236}">
                <a16:creationId xmlns:a16="http://schemas.microsoft.com/office/drawing/2014/main" id="{6A2724F1-A61D-41C8-B469-1DCC0F04A93B}"/>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3012513687"/>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cons 3 Columns Horizontal">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608CFE0-20EA-47BD-A7D7-995044419413}"/>
              </a:ext>
            </a:extLst>
          </p:cNvPr>
          <p:cNvSpPr>
            <a:spLocks noGrp="1"/>
          </p:cNvSpPr>
          <p:nvPr>
            <p:ph type="ftr" sz="quarter" idx="28"/>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a:t>[Headline]</a:t>
            </a:r>
          </a:p>
        </p:txBody>
      </p:sp>
      <p:sp>
        <p:nvSpPr>
          <p:cNvPr id="22" name="Sub-headline">
            <a:extLst>
              <a:ext uri="{FF2B5EF4-FFF2-40B4-BE49-F238E27FC236}">
                <a16:creationId xmlns:a16="http://schemas.microsoft.com/office/drawing/2014/main" id="{5EFA2C65-2BF7-48F8-AA6D-832FA04C275C}"/>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7" y="1261872"/>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1016"/>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0795"/>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7" name="Subtitle Left">
            <a:extLst>
              <a:ext uri="{FF2B5EF4-FFF2-40B4-BE49-F238E27FC236}">
                <a16:creationId xmlns:a16="http://schemas.microsoft.com/office/drawing/2014/main" id="{CA19107A-2AFD-4DC4-8B24-4A5929C3F2B7}"/>
              </a:ext>
            </a:extLst>
          </p:cNvPr>
          <p:cNvSpPr>
            <a:spLocks noGrp="1"/>
          </p:cNvSpPr>
          <p:nvPr>
            <p:ph type="body" sz="quarter" idx="29" hasCustomPrompt="1"/>
          </p:nvPr>
        </p:nvSpPr>
        <p:spPr>
          <a:xfrm>
            <a:off x="1789877" y="2717095"/>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8" name="Text Placeholder 20">
            <a:extLst>
              <a:ext uri="{FF2B5EF4-FFF2-40B4-BE49-F238E27FC236}">
                <a16:creationId xmlns:a16="http://schemas.microsoft.com/office/drawing/2014/main" id="{D9F3B68D-9DD4-41F2-97AC-E83BCE6F9C5D}"/>
              </a:ext>
            </a:extLst>
          </p:cNvPr>
          <p:cNvSpPr>
            <a:spLocks noGrp="1"/>
          </p:cNvSpPr>
          <p:nvPr>
            <p:ph type="body" sz="quarter" idx="30" hasCustomPrompt="1"/>
          </p:nvPr>
        </p:nvSpPr>
        <p:spPr>
          <a:xfrm>
            <a:off x="1789878" y="3036239"/>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34" name="Picture Placeholder  Right">
            <a:extLst>
              <a:ext uri="{FF2B5EF4-FFF2-40B4-BE49-F238E27FC236}">
                <a16:creationId xmlns:a16="http://schemas.microsoft.com/office/drawing/2014/main" id="{BDBD945C-52EF-4677-B50B-FF8E067AEF48}"/>
              </a:ext>
            </a:extLst>
          </p:cNvPr>
          <p:cNvSpPr>
            <a:spLocks noGrp="1"/>
          </p:cNvSpPr>
          <p:nvPr>
            <p:ph type="pic" sz="quarter" idx="23" hasCustomPrompt="1"/>
          </p:nvPr>
        </p:nvSpPr>
        <p:spPr>
          <a:xfrm>
            <a:off x="567039" y="4159718"/>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9" name="Subtitle Left">
            <a:extLst>
              <a:ext uri="{FF2B5EF4-FFF2-40B4-BE49-F238E27FC236}">
                <a16:creationId xmlns:a16="http://schemas.microsoft.com/office/drawing/2014/main" id="{5B2C8265-B4F5-49DF-B3A9-E7A328DB4CE1}"/>
              </a:ext>
            </a:extLst>
          </p:cNvPr>
          <p:cNvSpPr>
            <a:spLocks noGrp="1"/>
          </p:cNvSpPr>
          <p:nvPr>
            <p:ph type="body" sz="quarter" idx="31" hasCustomPrompt="1"/>
          </p:nvPr>
        </p:nvSpPr>
        <p:spPr>
          <a:xfrm>
            <a:off x="1789877" y="4159718"/>
            <a:ext cx="9844911"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0" name="Text Placeholder 20">
            <a:extLst>
              <a:ext uri="{FF2B5EF4-FFF2-40B4-BE49-F238E27FC236}">
                <a16:creationId xmlns:a16="http://schemas.microsoft.com/office/drawing/2014/main" id="{9C64CBDE-4443-4A7D-A9E5-5CCCF01D58B8}"/>
              </a:ext>
            </a:extLst>
          </p:cNvPr>
          <p:cNvSpPr>
            <a:spLocks noGrp="1"/>
          </p:cNvSpPr>
          <p:nvPr>
            <p:ph type="body" sz="quarter" idx="32" hasCustomPrompt="1"/>
          </p:nvPr>
        </p:nvSpPr>
        <p:spPr>
          <a:xfrm>
            <a:off x="1789878" y="4478862"/>
            <a:ext cx="98449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3" name="Footnote">
            <a:extLst>
              <a:ext uri="{FF2B5EF4-FFF2-40B4-BE49-F238E27FC236}">
                <a16:creationId xmlns:a16="http://schemas.microsoft.com/office/drawing/2014/main" id="{66ED2DD3-99A4-4B46-B1BC-1732442768B6}"/>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15158432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cons 4 Columns + Content">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3DD9750E-ABDA-4A03-801E-38E1632B8093}"/>
              </a:ext>
            </a:extLst>
          </p:cNvPr>
          <p:cNvSpPr>
            <a:spLocks noGrp="1"/>
          </p:cNvSpPr>
          <p:nvPr>
            <p:ph type="ftr" sz="quarter" idx="35"/>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39" y="342900"/>
            <a:ext cx="11062709" cy="460551"/>
          </a:xfrm>
        </p:spPr>
        <p:txBody>
          <a:bodyPr/>
          <a:lstStyle/>
          <a:p>
            <a:r>
              <a:rPr lang="en-US"/>
              <a:t>[Headline]</a:t>
            </a:r>
          </a:p>
        </p:txBody>
      </p:sp>
      <p:sp>
        <p:nvSpPr>
          <p:cNvPr id="28" name="Sub-headline">
            <a:extLst>
              <a:ext uri="{FF2B5EF4-FFF2-40B4-BE49-F238E27FC236}">
                <a16:creationId xmlns:a16="http://schemas.microsoft.com/office/drawing/2014/main" id="{1D199F29-DE09-4DF0-9477-385F6C6242D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4" name="Content Placeholder 3">
            <a:extLst>
              <a:ext uri="{FF2B5EF4-FFF2-40B4-BE49-F238E27FC236}">
                <a16:creationId xmlns:a16="http://schemas.microsoft.com/office/drawing/2014/main" id="{82FD93BB-BB27-4EF7-B79A-C2550EB90CFA}"/>
              </a:ext>
            </a:extLst>
          </p:cNvPr>
          <p:cNvSpPr>
            <a:spLocks noGrp="1"/>
          </p:cNvSpPr>
          <p:nvPr>
            <p:ph sz="quarter" idx="33" hasCustomPrompt="1"/>
          </p:nvPr>
        </p:nvSpPr>
        <p:spPr>
          <a:xfrm>
            <a:off x="566738" y="1263650"/>
            <a:ext cx="5029200" cy="4343400"/>
          </a:xfrm>
        </p:spPr>
        <p:txBody>
          <a:bodyPr/>
          <a:lstStyle>
            <a:lvl1pPr>
              <a:defRPr/>
            </a:lvl1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1872"/>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22" name="Subtitle Top">
            <a:extLst>
              <a:ext uri="{FF2B5EF4-FFF2-40B4-BE49-F238E27FC236}">
                <a16:creationId xmlns:a16="http://schemas.microsoft.com/office/drawing/2014/main" id="{F32872C9-2C41-4ABC-9932-EE0BBAFBE2B9}"/>
              </a:ext>
            </a:extLst>
          </p:cNvPr>
          <p:cNvSpPr>
            <a:spLocks noGrp="1"/>
          </p:cNvSpPr>
          <p:nvPr>
            <p:ph type="body" sz="quarter" idx="36" hasCustomPrompt="1"/>
          </p:nvPr>
        </p:nvSpPr>
        <p:spPr>
          <a:xfrm>
            <a:off x="7488891" y="2483726"/>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3" name="Text Placeholder 15">
            <a:extLst>
              <a:ext uri="{FF2B5EF4-FFF2-40B4-BE49-F238E27FC236}">
                <a16:creationId xmlns:a16="http://schemas.microsoft.com/office/drawing/2014/main" id="{7D0F84AA-F016-40FD-B57B-922B879A885F}"/>
              </a:ext>
            </a:extLst>
          </p:cNvPr>
          <p:cNvSpPr>
            <a:spLocks noGrp="1"/>
          </p:cNvSpPr>
          <p:nvPr>
            <p:ph type="body" sz="quarter" idx="37" hasCustomPrompt="1"/>
          </p:nvPr>
        </p:nvSpPr>
        <p:spPr>
          <a:xfrm>
            <a:off x="7490161" y="2821981"/>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24" name="Subtitle Top">
            <a:extLst>
              <a:ext uri="{FF2B5EF4-FFF2-40B4-BE49-F238E27FC236}">
                <a16:creationId xmlns:a16="http://schemas.microsoft.com/office/drawing/2014/main" id="{F02B674F-D8E9-4242-8C17-0240FB40F65A}"/>
              </a:ext>
            </a:extLst>
          </p:cNvPr>
          <p:cNvSpPr>
            <a:spLocks noGrp="1"/>
          </p:cNvSpPr>
          <p:nvPr>
            <p:ph type="body" sz="quarter" idx="38" hasCustomPrompt="1"/>
          </p:nvPr>
        </p:nvSpPr>
        <p:spPr>
          <a:xfrm>
            <a:off x="7487621" y="3706769"/>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5" name="Text Placeholder 15">
            <a:extLst>
              <a:ext uri="{FF2B5EF4-FFF2-40B4-BE49-F238E27FC236}">
                <a16:creationId xmlns:a16="http://schemas.microsoft.com/office/drawing/2014/main" id="{9F2499DA-5101-4E05-8B0E-D14E56480543}"/>
              </a:ext>
            </a:extLst>
          </p:cNvPr>
          <p:cNvSpPr>
            <a:spLocks noGrp="1"/>
          </p:cNvSpPr>
          <p:nvPr>
            <p:ph type="body" sz="quarter" idx="39" hasCustomPrompt="1"/>
          </p:nvPr>
        </p:nvSpPr>
        <p:spPr>
          <a:xfrm>
            <a:off x="7488891" y="4045024"/>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26" name="Subtitle Top">
            <a:extLst>
              <a:ext uri="{FF2B5EF4-FFF2-40B4-BE49-F238E27FC236}">
                <a16:creationId xmlns:a16="http://schemas.microsoft.com/office/drawing/2014/main" id="{A0B75D8F-9A1B-4EDF-ACD4-90B4C7E458D1}"/>
              </a:ext>
            </a:extLst>
          </p:cNvPr>
          <p:cNvSpPr>
            <a:spLocks noGrp="1"/>
          </p:cNvSpPr>
          <p:nvPr>
            <p:ph type="body" sz="quarter" idx="40" hasCustomPrompt="1"/>
          </p:nvPr>
        </p:nvSpPr>
        <p:spPr>
          <a:xfrm>
            <a:off x="7486351" y="4927165"/>
            <a:ext cx="4136218" cy="267545"/>
          </a:xfrm>
          <a:prstGeom prst="rect">
            <a:avLst/>
          </a:prstGeom>
        </p:spPr>
        <p:txBody>
          <a:bodyPr anchor="t">
            <a:noAutofit/>
          </a:bodyPr>
          <a:lstStyle>
            <a:lvl1pPr marL="0" indent="0">
              <a:buNone/>
              <a:defRPr sz="1600">
                <a:solidFill>
                  <a:schemeClr val="accent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7" name="Text Placeholder 15">
            <a:extLst>
              <a:ext uri="{FF2B5EF4-FFF2-40B4-BE49-F238E27FC236}">
                <a16:creationId xmlns:a16="http://schemas.microsoft.com/office/drawing/2014/main" id="{D2763317-8032-4545-AB58-78701E7FE79F}"/>
              </a:ext>
            </a:extLst>
          </p:cNvPr>
          <p:cNvSpPr>
            <a:spLocks noGrp="1"/>
          </p:cNvSpPr>
          <p:nvPr>
            <p:ph type="body" sz="quarter" idx="41" hasCustomPrompt="1"/>
          </p:nvPr>
        </p:nvSpPr>
        <p:spPr>
          <a:xfrm>
            <a:off x="7487621" y="5265420"/>
            <a:ext cx="4134800" cy="640080"/>
          </a:xfrm>
          <a:prstGeom prst="rect">
            <a:avLst/>
          </a:prstGeom>
        </p:spPr>
        <p:txBody>
          <a:bodyPr/>
          <a:lstStyle>
            <a:lvl1pPr>
              <a:lnSpc>
                <a:spcPct val="100000"/>
              </a:lnSpc>
              <a:spcBef>
                <a:spcPts val="0"/>
              </a:spcBef>
              <a:spcAft>
                <a:spcPts val="200"/>
              </a:spcAft>
              <a:defRPr sz="1400"/>
            </a:lvl1pPr>
            <a:lvl2pPr>
              <a:lnSpc>
                <a:spcPct val="100000"/>
              </a:lnSpc>
              <a:spcBef>
                <a:spcPts val="0"/>
              </a:spcBef>
              <a:spcAft>
                <a:spcPts val="200"/>
              </a:spcAft>
              <a:defRPr sz="1200"/>
            </a:lvl2pPr>
            <a:lvl3pPr>
              <a:lnSpc>
                <a:spcPct val="100000"/>
              </a:lnSpc>
              <a:spcBef>
                <a:spcPts val="0"/>
              </a:spcBef>
              <a:spcAft>
                <a:spcPts val="200"/>
              </a:spcAft>
              <a:defRPr sz="1200"/>
            </a:lvl3pPr>
            <a:lvl4pPr>
              <a:defRPr sz="1200"/>
            </a:lvl4pPr>
            <a:lvl5pPr>
              <a:defRPr sz="1200"/>
            </a:lvl5pPr>
          </a:lstStyle>
          <a:p>
            <a:pPr lvl="0"/>
            <a:r>
              <a:rPr kumimoji="0" lang="en-US" sz="1400" b="0" i="0" u="none" strike="noStrike" kern="1200" cap="none" spc="0" normalizeH="0" baseline="0" noProof="0">
                <a:ln>
                  <a:noFill/>
                </a:ln>
                <a:solidFill>
                  <a:srgbClr val="000000"/>
                </a:solidFill>
                <a:effectLst/>
                <a:uLnTx/>
                <a:uFillTx/>
                <a:latin typeface="Arial"/>
                <a:ea typeface="+mn-ea"/>
                <a:cs typeface="+mn-cs"/>
              </a:rPr>
              <a:t>[Click to add text]</a:t>
            </a:r>
            <a:endParaRPr lang="en-US"/>
          </a:p>
          <a:p>
            <a:pPr lvl="1"/>
            <a:r>
              <a:rPr lang="en-US"/>
              <a:t>Second level</a:t>
            </a:r>
          </a:p>
          <a:p>
            <a:pPr lvl="2"/>
            <a:r>
              <a:rPr lang="en-US"/>
              <a:t>Third level</a:t>
            </a:r>
          </a:p>
        </p:txBody>
      </p:sp>
      <p:sp>
        <p:nvSpPr>
          <p:cNvPr id="21" name="Footnote">
            <a:extLst>
              <a:ext uri="{FF2B5EF4-FFF2-40B4-BE49-F238E27FC236}">
                <a16:creationId xmlns:a16="http://schemas.microsoft.com/office/drawing/2014/main" id="{9DBFEEAB-9E37-46AB-9295-1B782C9B76BE}"/>
              </a:ext>
            </a:extLst>
          </p:cNvPr>
          <p:cNvSpPr>
            <a:spLocks noGrp="1"/>
          </p:cNvSpPr>
          <p:nvPr>
            <p:ph type="body" sz="quarter" idx="15" hasCustomPrompt="1"/>
          </p:nvPr>
        </p:nvSpPr>
        <p:spPr>
          <a:xfrm>
            <a:off x="567039" y="5904781"/>
            <a:ext cx="11060912" cy="307631"/>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166664483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cons 4 Columns + Conten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bg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bg1"/>
                </a:solidFill>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lvl="0"/>
            <a:r>
              <a:rPr lang="en-US"/>
              <a:t>[Click to add text]</a:t>
            </a:r>
          </a:p>
          <a:p>
            <a:pPr lvl="1"/>
            <a:r>
              <a:rPr lang="en-US"/>
              <a:t>Second level</a:t>
            </a:r>
          </a:p>
          <a:p>
            <a:pPr lvl="2"/>
            <a:r>
              <a:rPr lang="en-US"/>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lnSpc>
                <a:spcPct val="100000"/>
              </a:lnSpc>
              <a:spcBef>
                <a:spcPts val="0"/>
              </a:spcBef>
              <a:spcAft>
                <a:spcPts val="200"/>
              </a:spcAft>
              <a:defRPr sz="1200">
                <a:solidFill>
                  <a:schemeClr val="bg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a:p>
            <a:pPr lvl="3"/>
            <a:endParaRPr lang="en-US"/>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bg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bg1"/>
                </a:solidFill>
                <a:latin typeface="+mn-lt"/>
                <a:ea typeface="+mn-ea"/>
                <a:cs typeface="+mn-cs"/>
              </a:defRPr>
            </a:lvl1pPr>
            <a:lvl2pPr>
              <a:lnSpc>
                <a:spcPct val="100000"/>
              </a:lnSpc>
              <a:spcBef>
                <a:spcPts val="0"/>
              </a:spcBef>
              <a:spcAft>
                <a:spcPts val="200"/>
              </a:spcAft>
              <a:defRPr sz="1200">
                <a:solidFill>
                  <a:schemeClr val="bg1"/>
                </a:solidFill>
              </a:defRPr>
            </a:lvl2pPr>
            <a:lvl3pPr>
              <a:lnSpc>
                <a:spcPct val="100000"/>
              </a:lnSpc>
              <a:spcBef>
                <a:spcPts val="0"/>
              </a:spcBef>
              <a:spcAft>
                <a:spcPts val="200"/>
              </a:spcAft>
              <a:defRPr sz="1200">
                <a:solidFill>
                  <a:schemeClr val="bg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spTree>
    <p:extLst>
      <p:ext uri="{BB962C8B-B14F-4D97-AF65-F5344CB8AC3E}">
        <p14:creationId xmlns:p14="http://schemas.microsoft.com/office/powerpoint/2010/main" val="353579358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cons 4 Columns + Content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321DF1D-3C8D-435E-8E9F-6D662BF957BD}"/>
              </a:ext>
              <a:ext uri="{C183D7F6-B498-43B3-948B-1728B52AA6E4}">
                <adec:decorative xmlns:adec="http://schemas.microsoft.com/office/drawing/2017/decorative" val="1"/>
              </a:ext>
            </a:extLst>
          </p:cNvPr>
          <p:cNvSpPr/>
          <p:nvPr userDrawn="1"/>
        </p:nvSpPr>
        <p:spPr bwMode="white">
          <a:xfrm>
            <a:off x="6096000" y="0"/>
            <a:ext cx="6096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solidFill>
                <a:schemeClr val="tx1"/>
              </a:solidFill>
            </a:endParaRPr>
          </a:p>
        </p:txBody>
      </p:sp>
      <p:sp>
        <p:nvSpPr>
          <p:cNvPr id="3" name="Footer Placeholder 2">
            <a:extLst>
              <a:ext uri="{FF2B5EF4-FFF2-40B4-BE49-F238E27FC236}">
                <a16:creationId xmlns:a16="http://schemas.microsoft.com/office/drawing/2014/main" id="{FCFEF029-AF59-4AC3-9ED3-4E5E4431EF7C}"/>
              </a:ext>
            </a:extLst>
          </p:cNvPr>
          <p:cNvSpPr>
            <a:spLocks noGrp="1"/>
          </p:cNvSpPr>
          <p:nvPr>
            <p:ph type="ftr" sz="quarter" idx="35"/>
          </p:nvPr>
        </p:nvSpPr>
        <p:spPr/>
        <p:txBody>
          <a:bodyPr/>
          <a:lstStyle>
            <a:lvl1pPr>
              <a:defRPr>
                <a:solidFill>
                  <a:schemeClr val="tx1"/>
                </a:solidFill>
              </a:defRPr>
            </a:lvl1p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lvl1pPr>
              <a:defRPr>
                <a:solidFill>
                  <a:schemeClr val="tx1"/>
                </a:solidFill>
              </a:defRPr>
            </a:lvl1pPr>
          </a:lstStyle>
          <a:p>
            <a:fld id="{5CFA18E4-D58E-4B28-B105-28D9665A8EBC}" type="slidenum">
              <a:rPr lang="en-US" smtClean="0"/>
              <a:pPr/>
              <a:t>‹#›</a:t>
            </a:fld>
            <a:endParaRPr lang="en-US"/>
          </a:p>
        </p:txBody>
      </p:sp>
      <p:sp>
        <p:nvSpPr>
          <p:cNvPr id="47" name="Title 6">
            <a:extLst>
              <a:ext uri="{FF2B5EF4-FFF2-40B4-BE49-F238E27FC236}">
                <a16:creationId xmlns:a16="http://schemas.microsoft.com/office/drawing/2014/main" id="{7A52641A-F2AB-4235-AD50-FEB7E58871C8}"/>
              </a:ext>
            </a:extLst>
          </p:cNvPr>
          <p:cNvSpPr>
            <a:spLocks noGrp="1"/>
          </p:cNvSpPr>
          <p:nvPr>
            <p:ph type="title" hasCustomPrompt="1"/>
          </p:nvPr>
        </p:nvSpPr>
        <p:spPr>
          <a:xfrm>
            <a:off x="567040" y="342900"/>
            <a:ext cx="5029200" cy="460551"/>
          </a:xfrm>
        </p:spPr>
        <p:txBody>
          <a:bodyPr/>
          <a:lstStyle/>
          <a:p>
            <a:r>
              <a:rPr lang="en-US"/>
              <a:t>[Headline]</a:t>
            </a:r>
          </a:p>
        </p:txBody>
      </p:sp>
      <p:sp>
        <p:nvSpPr>
          <p:cNvPr id="46" name="Sub-headline">
            <a:extLst>
              <a:ext uri="{FF2B5EF4-FFF2-40B4-BE49-F238E27FC236}">
                <a16:creationId xmlns:a16="http://schemas.microsoft.com/office/drawing/2014/main" id="{5251668F-9361-42F9-893B-958B89A89D74}"/>
              </a:ext>
            </a:extLst>
          </p:cNvPr>
          <p:cNvSpPr>
            <a:spLocks noGrp="1"/>
          </p:cNvSpPr>
          <p:nvPr>
            <p:ph type="body" sz="quarter" idx="13" hasCustomPrompt="1"/>
          </p:nvPr>
        </p:nvSpPr>
        <p:spPr>
          <a:xfrm>
            <a:off x="567038" y="899026"/>
            <a:ext cx="5029200" cy="278706"/>
          </a:xfrm>
          <a:prstGeom prst="rect">
            <a:avLst/>
          </a:prstGeom>
        </p:spPr>
        <p:txBody>
          <a:bodyPr/>
          <a:lstStyle>
            <a:lvl1pPr marL="0" indent="0">
              <a:buNone/>
              <a:defRPr sz="1800" b="0">
                <a:latin typeface="+mn-lt"/>
              </a:defRPr>
            </a:lvl1pPr>
            <a:lvl2pPr marL="169863" indent="0">
              <a:buNone/>
              <a:defRPr/>
            </a:lvl2pPr>
          </a:lstStyle>
          <a:p>
            <a:pPr lvl="0"/>
            <a:r>
              <a:rPr lang="en-US"/>
              <a:t>[Sub-headline]</a:t>
            </a:r>
          </a:p>
        </p:txBody>
      </p:sp>
      <p:sp>
        <p:nvSpPr>
          <p:cNvPr id="22" name="Content Placeholder 3">
            <a:extLst>
              <a:ext uri="{FF2B5EF4-FFF2-40B4-BE49-F238E27FC236}">
                <a16:creationId xmlns:a16="http://schemas.microsoft.com/office/drawing/2014/main" id="{BA006FC7-D663-4A84-9EC7-38CF613B62D7}"/>
              </a:ext>
            </a:extLst>
          </p:cNvPr>
          <p:cNvSpPr>
            <a:spLocks noGrp="1"/>
          </p:cNvSpPr>
          <p:nvPr>
            <p:ph sz="quarter" idx="33" hasCustomPrompt="1"/>
          </p:nvPr>
        </p:nvSpPr>
        <p:spPr>
          <a:xfrm>
            <a:off x="566738" y="1263650"/>
            <a:ext cx="5029200" cy="4343400"/>
          </a:xfrm>
        </p:spPr>
        <p:txBody>
          <a:bodyPr/>
          <a:lstStyle>
            <a:lvl1pPr>
              <a:defRPr/>
            </a:lvl1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23" name="Footnote">
            <a:extLst>
              <a:ext uri="{FF2B5EF4-FFF2-40B4-BE49-F238E27FC236}">
                <a16:creationId xmlns:a16="http://schemas.microsoft.com/office/drawing/2014/main" id="{0D52D127-8311-4C6F-B9EA-30B581C17FF7}"/>
              </a:ext>
            </a:extLst>
          </p:cNvPr>
          <p:cNvSpPr>
            <a:spLocks noGrp="1"/>
          </p:cNvSpPr>
          <p:nvPr>
            <p:ph type="body" sz="quarter" idx="15" hasCustomPrompt="1"/>
          </p:nvPr>
        </p:nvSpPr>
        <p:spPr>
          <a:xfrm>
            <a:off x="567039" y="5905500"/>
            <a:ext cx="5029200" cy="306912"/>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40" name="Picture Placeholder Top">
            <a:extLst>
              <a:ext uri="{FF2B5EF4-FFF2-40B4-BE49-F238E27FC236}">
                <a16:creationId xmlns:a16="http://schemas.microsoft.com/office/drawing/2014/main" id="{92FD1037-3FD2-4536-815B-AC3218BE9FD2}"/>
              </a:ext>
            </a:extLst>
          </p:cNvPr>
          <p:cNvSpPr>
            <a:spLocks noGrp="1"/>
          </p:cNvSpPr>
          <p:nvPr>
            <p:ph type="pic" sz="quarter" idx="27" hasCustomPrompt="1"/>
          </p:nvPr>
        </p:nvSpPr>
        <p:spPr>
          <a:xfrm>
            <a:off x="6618578" y="126326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9" name="Subtitle Top">
            <a:extLst>
              <a:ext uri="{FF2B5EF4-FFF2-40B4-BE49-F238E27FC236}">
                <a16:creationId xmlns:a16="http://schemas.microsoft.com/office/drawing/2014/main" id="{97AB4569-D69B-4F8F-A994-52A9BDA887F2}"/>
              </a:ext>
            </a:extLst>
          </p:cNvPr>
          <p:cNvSpPr>
            <a:spLocks noGrp="1"/>
          </p:cNvSpPr>
          <p:nvPr>
            <p:ph type="body" sz="quarter" idx="25" hasCustomPrompt="1"/>
          </p:nvPr>
        </p:nvSpPr>
        <p:spPr>
          <a:xfrm>
            <a:off x="7488891" y="1268670"/>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2" name="Text Placeholder 15">
            <a:extLst>
              <a:ext uri="{FF2B5EF4-FFF2-40B4-BE49-F238E27FC236}">
                <a16:creationId xmlns:a16="http://schemas.microsoft.com/office/drawing/2014/main" id="{9551F18A-01B5-45DB-A0D7-2828AD10567D}"/>
              </a:ext>
            </a:extLst>
          </p:cNvPr>
          <p:cNvSpPr>
            <a:spLocks noGrp="1"/>
          </p:cNvSpPr>
          <p:nvPr>
            <p:ph type="body" sz="quarter" idx="29" hasCustomPrompt="1"/>
          </p:nvPr>
        </p:nvSpPr>
        <p:spPr>
          <a:xfrm>
            <a:off x="7490161" y="1600127"/>
            <a:ext cx="4134800" cy="640080"/>
          </a:xfrm>
          <a:prstGeom prst="rect">
            <a:avLst/>
          </a:prstGeom>
        </p:spPr>
        <p:txBody>
          <a:bodyPr/>
          <a:lstStyle>
            <a:lvl1pPr>
              <a:lnSpc>
                <a:spcPct val="100000"/>
              </a:lnSpc>
              <a:spcBef>
                <a:spcPts val="0"/>
              </a:spcBef>
              <a:spcAft>
                <a:spcPts val="200"/>
              </a:spcAft>
              <a:defRPr sz="1400">
                <a:solidFill>
                  <a:schemeClr val="tx1"/>
                </a:solidFill>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lvl="0"/>
            <a:r>
              <a:rPr lang="en-US"/>
              <a:t>[Click to add text]</a:t>
            </a:r>
          </a:p>
          <a:p>
            <a:pPr lvl="1"/>
            <a:r>
              <a:rPr lang="en-US"/>
              <a:t>Second level</a:t>
            </a:r>
          </a:p>
          <a:p>
            <a:pPr lvl="2"/>
            <a:r>
              <a:rPr lang="en-US"/>
              <a:t>Third level</a:t>
            </a:r>
          </a:p>
        </p:txBody>
      </p:sp>
      <p:sp>
        <p:nvSpPr>
          <p:cNvPr id="36" name="Picture Placeholder Middle Top">
            <a:extLst>
              <a:ext uri="{FF2B5EF4-FFF2-40B4-BE49-F238E27FC236}">
                <a16:creationId xmlns:a16="http://schemas.microsoft.com/office/drawing/2014/main" id="{DA019EA3-E52A-49F1-93F2-060A66C348AB}"/>
              </a:ext>
            </a:extLst>
          </p:cNvPr>
          <p:cNvSpPr>
            <a:spLocks noGrp="1"/>
          </p:cNvSpPr>
          <p:nvPr>
            <p:ph type="pic" sz="quarter" idx="21" hasCustomPrompt="1"/>
          </p:nvPr>
        </p:nvSpPr>
        <p:spPr>
          <a:xfrm>
            <a:off x="6618578" y="2486303"/>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3" name="Subtitle Middle Top">
            <a:extLst>
              <a:ext uri="{FF2B5EF4-FFF2-40B4-BE49-F238E27FC236}">
                <a16:creationId xmlns:a16="http://schemas.microsoft.com/office/drawing/2014/main" id="{0B17B252-9B3F-45FC-90E8-5D155B6782BA}"/>
              </a:ext>
            </a:extLst>
          </p:cNvPr>
          <p:cNvSpPr>
            <a:spLocks noGrp="1"/>
          </p:cNvSpPr>
          <p:nvPr>
            <p:ph type="body" sz="quarter" idx="16" hasCustomPrompt="1"/>
          </p:nvPr>
        </p:nvSpPr>
        <p:spPr>
          <a:xfrm>
            <a:off x="7488891" y="2486303"/>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3" name="Text Placeholder 25">
            <a:extLst>
              <a:ext uri="{FF2B5EF4-FFF2-40B4-BE49-F238E27FC236}">
                <a16:creationId xmlns:a16="http://schemas.microsoft.com/office/drawing/2014/main" id="{8A12E103-382A-4153-B839-D4D1429F9D4D}"/>
              </a:ext>
            </a:extLst>
          </p:cNvPr>
          <p:cNvSpPr>
            <a:spLocks noGrp="1"/>
          </p:cNvSpPr>
          <p:nvPr>
            <p:ph type="body" sz="quarter" idx="30" hasCustomPrompt="1"/>
          </p:nvPr>
        </p:nvSpPr>
        <p:spPr>
          <a:xfrm>
            <a:off x="7490161" y="2819326"/>
            <a:ext cx="4134800"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lnSpc>
                <a:spcPct val="100000"/>
              </a:lnSpc>
              <a:spcBef>
                <a:spcPts val="0"/>
              </a:spcBef>
              <a:spcAft>
                <a:spcPts val="200"/>
              </a:spcAft>
              <a:defRPr sz="1200">
                <a:solidFill>
                  <a:schemeClr val="tx1"/>
                </a:solidFill>
              </a:defRPr>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a:p>
            <a:pPr lvl="3"/>
            <a:endParaRPr lang="en-US"/>
          </a:p>
        </p:txBody>
      </p:sp>
      <p:sp>
        <p:nvSpPr>
          <p:cNvPr id="37" name="Picture Placeholder  Middle Bottom">
            <a:extLst>
              <a:ext uri="{FF2B5EF4-FFF2-40B4-BE49-F238E27FC236}">
                <a16:creationId xmlns:a16="http://schemas.microsoft.com/office/drawing/2014/main" id="{9A48FFB8-D57B-414B-8D41-DADB303CDAA1}"/>
              </a:ext>
            </a:extLst>
          </p:cNvPr>
          <p:cNvSpPr>
            <a:spLocks noGrp="1"/>
          </p:cNvSpPr>
          <p:nvPr>
            <p:ph type="pic" sz="quarter" idx="22" hasCustomPrompt="1"/>
          </p:nvPr>
        </p:nvSpPr>
        <p:spPr>
          <a:xfrm>
            <a:off x="6618578" y="3709346"/>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4" name="Subtitle Middle Bottom">
            <a:extLst>
              <a:ext uri="{FF2B5EF4-FFF2-40B4-BE49-F238E27FC236}">
                <a16:creationId xmlns:a16="http://schemas.microsoft.com/office/drawing/2014/main" id="{3889D5BC-1AD8-46EC-A794-4E8C8AF5902C}"/>
              </a:ext>
            </a:extLst>
          </p:cNvPr>
          <p:cNvSpPr>
            <a:spLocks noGrp="1"/>
          </p:cNvSpPr>
          <p:nvPr>
            <p:ph type="body" sz="quarter" idx="17" hasCustomPrompt="1"/>
          </p:nvPr>
        </p:nvSpPr>
        <p:spPr>
          <a:xfrm>
            <a:off x="7488891" y="3709346"/>
            <a:ext cx="4136218"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4" name="Text Placeholder 27">
            <a:extLst>
              <a:ext uri="{FF2B5EF4-FFF2-40B4-BE49-F238E27FC236}">
                <a16:creationId xmlns:a16="http://schemas.microsoft.com/office/drawing/2014/main" id="{725EE04E-AEA3-46A6-A10F-A0084416FDC6}"/>
              </a:ext>
            </a:extLst>
          </p:cNvPr>
          <p:cNvSpPr>
            <a:spLocks noGrp="1"/>
          </p:cNvSpPr>
          <p:nvPr>
            <p:ph type="body" sz="quarter" idx="31" hasCustomPrompt="1"/>
          </p:nvPr>
        </p:nvSpPr>
        <p:spPr>
          <a:xfrm>
            <a:off x="7491749" y="4043634"/>
            <a:ext cx="4133026"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38" name="Picture Placeholder  Bottom">
            <a:extLst>
              <a:ext uri="{FF2B5EF4-FFF2-40B4-BE49-F238E27FC236}">
                <a16:creationId xmlns:a16="http://schemas.microsoft.com/office/drawing/2014/main" id="{F24D806E-A553-4B1F-8117-9C5C176E53F9}"/>
              </a:ext>
            </a:extLst>
          </p:cNvPr>
          <p:cNvSpPr>
            <a:spLocks noGrp="1"/>
          </p:cNvSpPr>
          <p:nvPr>
            <p:ph type="pic" sz="quarter" idx="23" hasCustomPrompt="1"/>
          </p:nvPr>
        </p:nvSpPr>
        <p:spPr>
          <a:xfrm>
            <a:off x="6616401" y="4932390"/>
            <a:ext cx="731520" cy="731520"/>
          </a:xfrm>
          <a:prstGeom prst="rect">
            <a:avLst/>
          </a:prstGeom>
        </p:spPr>
        <p:txBody>
          <a:bodyPr anchor="ctr">
            <a:normAutofit/>
          </a:bodyPr>
          <a:lstStyle>
            <a:lvl1pPr marL="0" indent="0" algn="ctr">
              <a:buNone/>
              <a:defRPr sz="1100"/>
            </a:lvl1pPr>
          </a:lstStyle>
          <a:p>
            <a:r>
              <a:rPr lang="en-US"/>
              <a:t>[Image] or remove and place icon here</a:t>
            </a:r>
          </a:p>
        </p:txBody>
      </p:sp>
      <p:sp>
        <p:nvSpPr>
          <p:cNvPr id="35" name="Subtitle Bottom">
            <a:extLst>
              <a:ext uri="{FF2B5EF4-FFF2-40B4-BE49-F238E27FC236}">
                <a16:creationId xmlns:a16="http://schemas.microsoft.com/office/drawing/2014/main" id="{91520921-926B-46E2-964C-7D28AF6717E1}"/>
              </a:ext>
            </a:extLst>
          </p:cNvPr>
          <p:cNvSpPr>
            <a:spLocks noGrp="1"/>
          </p:cNvSpPr>
          <p:nvPr>
            <p:ph type="body" sz="quarter" idx="19" hasCustomPrompt="1"/>
          </p:nvPr>
        </p:nvSpPr>
        <p:spPr>
          <a:xfrm>
            <a:off x="7491611" y="4932390"/>
            <a:ext cx="4133181" cy="267545"/>
          </a:xfrm>
          <a:prstGeom prst="rect">
            <a:avLst/>
          </a:prstGeom>
        </p:spPr>
        <p:txBody>
          <a:bodyPr anchor="t">
            <a:noAutofit/>
          </a:bodyPr>
          <a:lstStyle>
            <a:lvl1pPr marL="0" indent="0">
              <a:buNone/>
              <a:defRPr sz="16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45" name="Text Placeholder 29">
            <a:extLst>
              <a:ext uri="{FF2B5EF4-FFF2-40B4-BE49-F238E27FC236}">
                <a16:creationId xmlns:a16="http://schemas.microsoft.com/office/drawing/2014/main" id="{546919E3-2B90-44C9-BD96-96FD88323A76}"/>
              </a:ext>
            </a:extLst>
          </p:cNvPr>
          <p:cNvSpPr>
            <a:spLocks noGrp="1"/>
          </p:cNvSpPr>
          <p:nvPr>
            <p:ph type="body" sz="quarter" idx="32" hasCustomPrompt="1"/>
          </p:nvPr>
        </p:nvSpPr>
        <p:spPr>
          <a:xfrm>
            <a:off x="7480636" y="5267597"/>
            <a:ext cx="4133088" cy="640080"/>
          </a:xfrm>
          <a:prstGeom prst="rect">
            <a:avLst/>
          </a:prstGeom>
        </p:spPr>
        <p:txBody>
          <a:bodyPr/>
          <a:lstStyle>
            <a:lvl1pPr marL="169863" indent="-169863">
              <a:lnSpc>
                <a:spcPct val="100000"/>
              </a:lnSpc>
              <a:spcBef>
                <a:spcPts val="0"/>
              </a:spcBef>
              <a:spcAft>
                <a:spcPts val="200"/>
              </a:spcAft>
              <a:defRPr lang="en-US" sz="1400" kern="1200" dirty="0">
                <a:solidFill>
                  <a:schemeClr val="tx1"/>
                </a:solidFill>
                <a:latin typeface="+mn-lt"/>
                <a:ea typeface="+mn-ea"/>
                <a:cs typeface="+mn-cs"/>
              </a:defRPr>
            </a:lvl1pPr>
            <a:lvl2pPr>
              <a:lnSpc>
                <a:spcPct val="100000"/>
              </a:lnSpc>
              <a:spcBef>
                <a:spcPts val="0"/>
              </a:spcBef>
              <a:spcAft>
                <a:spcPts val="200"/>
              </a:spcAft>
              <a:defRPr sz="1200">
                <a:solidFill>
                  <a:schemeClr val="tx1"/>
                </a:solidFill>
              </a:defRPr>
            </a:lvl2pPr>
            <a:lvl3pPr>
              <a:lnSpc>
                <a:spcPct val="100000"/>
              </a:lnSpc>
              <a:spcBef>
                <a:spcPts val="0"/>
              </a:spcBef>
              <a:spcAft>
                <a:spcPts val="200"/>
              </a:spcAft>
              <a:defRPr sz="1200">
                <a:solidFill>
                  <a:schemeClr val="tx1"/>
                </a:solidFill>
              </a:defRPr>
            </a:lvl3pPr>
            <a:lvl4pPr>
              <a:defRPr sz="1200"/>
            </a:lvl4pPr>
            <a:lvl5pPr>
              <a:defRPr sz="1200"/>
            </a:lvl5pPr>
          </a:lstStyle>
          <a:p>
            <a:pPr marL="169863" lvl="0" indent="-169863" algn="l" defTabSz="914400" rtl="0" eaLnBrk="1" latinLnBrk="0" hangingPunct="1">
              <a:lnSpc>
                <a:spcPct val="90000"/>
              </a:lnSpc>
              <a:spcBef>
                <a:spcPts val="1000"/>
              </a:spcBef>
              <a:buFont typeface="Arial" panose="020B0604020202020204" pitchFamily="34" charset="0"/>
              <a:buChar char="•"/>
            </a:pPr>
            <a:r>
              <a:rPr lang="en-US"/>
              <a:t>[Click to add text]</a:t>
            </a:r>
          </a:p>
          <a:p>
            <a:pPr lvl="1"/>
            <a:r>
              <a:rPr lang="en-US"/>
              <a:t>Second level</a:t>
            </a:r>
          </a:p>
          <a:p>
            <a:pPr lvl="2"/>
            <a:r>
              <a:rPr lang="en-US"/>
              <a:t>Third level</a:t>
            </a:r>
          </a:p>
        </p:txBody>
      </p:sp>
      <p:sp>
        <p:nvSpPr>
          <p:cNvPr id="24" name="Rectangle 23">
            <a:extLst>
              <a:ext uri="{FF2B5EF4-FFF2-40B4-BE49-F238E27FC236}">
                <a16:creationId xmlns:a16="http://schemas.microsoft.com/office/drawing/2014/main" id="{CDB49F20-57DC-4680-8B56-AE164DBF60DC}"/>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tx1"/>
                </a:solidFill>
                <a:latin typeface="+mn-lt"/>
              </a:rPr>
              <a:t>© 2026 S&amp;P Global.</a:t>
            </a:r>
          </a:p>
        </p:txBody>
      </p:sp>
      <p:pic>
        <p:nvPicPr>
          <p:cNvPr id="101"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714874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72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cons 2 x 3 Column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87EB15F-F929-4285-B3D2-F12F7A3EDFE1}"/>
              </a:ext>
            </a:extLst>
          </p:cNvPr>
          <p:cNvSpPr>
            <a:spLocks noGrp="1"/>
          </p:cNvSpPr>
          <p:nvPr>
            <p:ph type="ftr" sz="quarter" idx="38"/>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39" name="Title 6">
            <a:extLst>
              <a:ext uri="{FF2B5EF4-FFF2-40B4-BE49-F238E27FC236}">
                <a16:creationId xmlns:a16="http://schemas.microsoft.com/office/drawing/2014/main" id="{74FD5EE2-7E80-4B3F-9F2E-FB51310FF616}"/>
              </a:ext>
            </a:extLst>
          </p:cNvPr>
          <p:cNvSpPr>
            <a:spLocks noGrp="1"/>
          </p:cNvSpPr>
          <p:nvPr>
            <p:ph type="title" hasCustomPrompt="1"/>
          </p:nvPr>
        </p:nvSpPr>
        <p:spPr>
          <a:xfrm>
            <a:off x="567039" y="342900"/>
            <a:ext cx="11062709" cy="460551"/>
          </a:xfrm>
        </p:spPr>
        <p:txBody>
          <a:bodyPr/>
          <a:lstStyle/>
          <a:p>
            <a:r>
              <a:rPr lang="en-US"/>
              <a:t>[Headline]</a:t>
            </a:r>
          </a:p>
        </p:txBody>
      </p:sp>
      <p:sp>
        <p:nvSpPr>
          <p:cNvPr id="28" name="Sub-headline">
            <a:extLst>
              <a:ext uri="{FF2B5EF4-FFF2-40B4-BE49-F238E27FC236}">
                <a16:creationId xmlns:a16="http://schemas.microsoft.com/office/drawing/2014/main" id="{CEBFF992-B5B5-4920-8BF1-3F8A84AE638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32" name="Picture Placeholder Left">
            <a:extLst>
              <a:ext uri="{FF2B5EF4-FFF2-40B4-BE49-F238E27FC236}">
                <a16:creationId xmlns:a16="http://schemas.microsoft.com/office/drawing/2014/main" id="{CF6F45C0-8397-41BE-B336-31CACBC93446}"/>
              </a:ext>
            </a:extLst>
          </p:cNvPr>
          <p:cNvSpPr>
            <a:spLocks noGrp="1"/>
          </p:cNvSpPr>
          <p:nvPr>
            <p:ph type="pic" sz="quarter" idx="21" hasCustomPrompt="1"/>
          </p:nvPr>
        </p:nvSpPr>
        <p:spPr>
          <a:xfrm>
            <a:off x="569217" y="126187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9" name="Subtitle Left">
            <a:extLst>
              <a:ext uri="{FF2B5EF4-FFF2-40B4-BE49-F238E27FC236}">
                <a16:creationId xmlns:a16="http://schemas.microsoft.com/office/drawing/2014/main" id="{ED30F6A3-B5BC-40C0-8DCB-0F3F70EB0918}"/>
              </a:ext>
            </a:extLst>
          </p:cNvPr>
          <p:cNvSpPr>
            <a:spLocks noGrp="1"/>
          </p:cNvSpPr>
          <p:nvPr>
            <p:ph type="body" sz="quarter" idx="16" hasCustomPrompt="1"/>
          </p:nvPr>
        </p:nvSpPr>
        <p:spPr>
          <a:xfrm>
            <a:off x="1784838"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5" name="Text Placeholder 20">
            <a:extLst>
              <a:ext uri="{FF2B5EF4-FFF2-40B4-BE49-F238E27FC236}">
                <a16:creationId xmlns:a16="http://schemas.microsoft.com/office/drawing/2014/main" id="{F93BE80F-03ED-41A2-8709-8A7F3D16AC1C}"/>
              </a:ext>
            </a:extLst>
          </p:cNvPr>
          <p:cNvSpPr>
            <a:spLocks noGrp="1"/>
          </p:cNvSpPr>
          <p:nvPr>
            <p:ph type="body" sz="quarter" idx="24" hasCustomPrompt="1"/>
          </p:nvPr>
        </p:nvSpPr>
        <p:spPr>
          <a:xfrm>
            <a:off x="1784838"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33" name="Picture Placeholder  Middle">
            <a:extLst>
              <a:ext uri="{FF2B5EF4-FFF2-40B4-BE49-F238E27FC236}">
                <a16:creationId xmlns:a16="http://schemas.microsoft.com/office/drawing/2014/main" id="{259A6D79-8609-455C-B241-4E9D846D5FFB}"/>
              </a:ext>
            </a:extLst>
          </p:cNvPr>
          <p:cNvSpPr>
            <a:spLocks noGrp="1"/>
          </p:cNvSpPr>
          <p:nvPr>
            <p:ph type="pic" sz="quarter" idx="22" hasCustomPrompt="1"/>
          </p:nvPr>
        </p:nvSpPr>
        <p:spPr>
          <a:xfrm>
            <a:off x="569217" y="271651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30" name="Subtitle Middle">
            <a:extLst>
              <a:ext uri="{FF2B5EF4-FFF2-40B4-BE49-F238E27FC236}">
                <a16:creationId xmlns:a16="http://schemas.microsoft.com/office/drawing/2014/main" id="{AD83F8F7-A173-4FA2-BE9F-FA907F37B675}"/>
              </a:ext>
            </a:extLst>
          </p:cNvPr>
          <p:cNvSpPr>
            <a:spLocks noGrp="1"/>
          </p:cNvSpPr>
          <p:nvPr>
            <p:ph type="body" sz="quarter" idx="17" hasCustomPrompt="1"/>
          </p:nvPr>
        </p:nvSpPr>
        <p:spPr>
          <a:xfrm>
            <a:off x="1784838"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36" name="Text Placeholder 22">
            <a:extLst>
              <a:ext uri="{FF2B5EF4-FFF2-40B4-BE49-F238E27FC236}">
                <a16:creationId xmlns:a16="http://schemas.microsoft.com/office/drawing/2014/main" id="{967F51AC-FAAC-41F8-8C78-8EF80FFF4FF8}"/>
              </a:ext>
            </a:extLst>
          </p:cNvPr>
          <p:cNvSpPr>
            <a:spLocks noGrp="1"/>
          </p:cNvSpPr>
          <p:nvPr>
            <p:ph type="body" sz="quarter" idx="25" hasCustomPrompt="1"/>
          </p:nvPr>
        </p:nvSpPr>
        <p:spPr>
          <a:xfrm>
            <a:off x="1784838"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1" name="Picture Placeholder  Middle">
            <a:extLst>
              <a:ext uri="{FF2B5EF4-FFF2-40B4-BE49-F238E27FC236}">
                <a16:creationId xmlns:a16="http://schemas.microsoft.com/office/drawing/2014/main" id="{ACB6CBE9-656B-4931-8DAE-8958D93E7422}"/>
              </a:ext>
            </a:extLst>
          </p:cNvPr>
          <p:cNvSpPr>
            <a:spLocks noGrp="1"/>
          </p:cNvSpPr>
          <p:nvPr>
            <p:ph type="pic" sz="quarter" idx="33" hasCustomPrompt="1"/>
          </p:nvPr>
        </p:nvSpPr>
        <p:spPr>
          <a:xfrm>
            <a:off x="567039" y="4154799"/>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0" name="Subtitle Middle">
            <a:extLst>
              <a:ext uri="{FF2B5EF4-FFF2-40B4-BE49-F238E27FC236}">
                <a16:creationId xmlns:a16="http://schemas.microsoft.com/office/drawing/2014/main" id="{FACF049B-4486-44B8-A830-D469FA5F6CDC}"/>
              </a:ext>
            </a:extLst>
          </p:cNvPr>
          <p:cNvSpPr>
            <a:spLocks noGrp="1"/>
          </p:cNvSpPr>
          <p:nvPr>
            <p:ph type="body" sz="quarter" idx="32" hasCustomPrompt="1"/>
          </p:nvPr>
        </p:nvSpPr>
        <p:spPr>
          <a:xfrm>
            <a:off x="1782660"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2" name="Text Placeholder 22">
            <a:extLst>
              <a:ext uri="{FF2B5EF4-FFF2-40B4-BE49-F238E27FC236}">
                <a16:creationId xmlns:a16="http://schemas.microsoft.com/office/drawing/2014/main" id="{564520D8-CDA7-4278-8769-E3C18C1F19A7}"/>
              </a:ext>
            </a:extLst>
          </p:cNvPr>
          <p:cNvSpPr>
            <a:spLocks noGrp="1"/>
          </p:cNvSpPr>
          <p:nvPr>
            <p:ph type="body" sz="quarter" idx="34" hasCustomPrompt="1"/>
          </p:nvPr>
        </p:nvSpPr>
        <p:spPr>
          <a:xfrm>
            <a:off x="1782660"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16" name="Picture Placeholder Left">
            <a:extLst>
              <a:ext uri="{FF2B5EF4-FFF2-40B4-BE49-F238E27FC236}">
                <a16:creationId xmlns:a16="http://schemas.microsoft.com/office/drawing/2014/main" id="{009A490E-8C91-4D1E-BD53-4E7033E185C0}"/>
              </a:ext>
            </a:extLst>
          </p:cNvPr>
          <p:cNvSpPr>
            <a:spLocks noGrp="1"/>
          </p:cNvSpPr>
          <p:nvPr>
            <p:ph type="pic" sz="quarter" idx="28" hasCustomPrompt="1"/>
          </p:nvPr>
        </p:nvSpPr>
        <p:spPr>
          <a:xfrm>
            <a:off x="6550152" y="126187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4" name="Subtitle Left">
            <a:extLst>
              <a:ext uri="{FF2B5EF4-FFF2-40B4-BE49-F238E27FC236}">
                <a16:creationId xmlns:a16="http://schemas.microsoft.com/office/drawing/2014/main" id="{4EB342BF-6CAA-4B82-AF57-F25F0E8E4DE8}"/>
              </a:ext>
            </a:extLst>
          </p:cNvPr>
          <p:cNvSpPr>
            <a:spLocks noGrp="1"/>
          </p:cNvSpPr>
          <p:nvPr>
            <p:ph type="body" sz="quarter" idx="26" hasCustomPrompt="1"/>
          </p:nvPr>
        </p:nvSpPr>
        <p:spPr>
          <a:xfrm>
            <a:off x="7765773" y="126187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8" name="Text Placeholder 20">
            <a:extLst>
              <a:ext uri="{FF2B5EF4-FFF2-40B4-BE49-F238E27FC236}">
                <a16:creationId xmlns:a16="http://schemas.microsoft.com/office/drawing/2014/main" id="{1CB46CF6-6609-40E4-9F18-AAD3D6C5AAB0}"/>
              </a:ext>
            </a:extLst>
          </p:cNvPr>
          <p:cNvSpPr>
            <a:spLocks noGrp="1"/>
          </p:cNvSpPr>
          <p:nvPr>
            <p:ph type="body" sz="quarter" idx="30" hasCustomPrompt="1"/>
          </p:nvPr>
        </p:nvSpPr>
        <p:spPr>
          <a:xfrm>
            <a:off x="7765773" y="1587722"/>
            <a:ext cx="3857010" cy="928037"/>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17" name="Picture Placeholder  Middle">
            <a:extLst>
              <a:ext uri="{FF2B5EF4-FFF2-40B4-BE49-F238E27FC236}">
                <a16:creationId xmlns:a16="http://schemas.microsoft.com/office/drawing/2014/main" id="{B3525E34-70EA-44E1-8FED-6D35963A97D0}"/>
              </a:ext>
            </a:extLst>
          </p:cNvPr>
          <p:cNvSpPr>
            <a:spLocks noGrp="1"/>
          </p:cNvSpPr>
          <p:nvPr>
            <p:ph type="pic" sz="quarter" idx="29" hasCustomPrompt="1"/>
          </p:nvPr>
        </p:nvSpPr>
        <p:spPr>
          <a:xfrm>
            <a:off x="6550152" y="2716512"/>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15" name="Subtitle Middle">
            <a:extLst>
              <a:ext uri="{FF2B5EF4-FFF2-40B4-BE49-F238E27FC236}">
                <a16:creationId xmlns:a16="http://schemas.microsoft.com/office/drawing/2014/main" id="{792A9CBD-D504-44CD-993E-28D5A82AB143}"/>
              </a:ext>
            </a:extLst>
          </p:cNvPr>
          <p:cNvSpPr>
            <a:spLocks noGrp="1"/>
          </p:cNvSpPr>
          <p:nvPr>
            <p:ph type="body" sz="quarter" idx="27" hasCustomPrompt="1"/>
          </p:nvPr>
        </p:nvSpPr>
        <p:spPr>
          <a:xfrm>
            <a:off x="7765773" y="2716512"/>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19" name="Text Placeholder 22">
            <a:extLst>
              <a:ext uri="{FF2B5EF4-FFF2-40B4-BE49-F238E27FC236}">
                <a16:creationId xmlns:a16="http://schemas.microsoft.com/office/drawing/2014/main" id="{9AD166B1-99E0-49B7-9424-A1B505123279}"/>
              </a:ext>
            </a:extLst>
          </p:cNvPr>
          <p:cNvSpPr>
            <a:spLocks noGrp="1"/>
          </p:cNvSpPr>
          <p:nvPr>
            <p:ph type="body" sz="quarter" idx="31" hasCustomPrompt="1"/>
          </p:nvPr>
        </p:nvSpPr>
        <p:spPr>
          <a:xfrm>
            <a:off x="7765773" y="3026645"/>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4" name="Picture Placeholder  Middle">
            <a:extLst>
              <a:ext uri="{FF2B5EF4-FFF2-40B4-BE49-F238E27FC236}">
                <a16:creationId xmlns:a16="http://schemas.microsoft.com/office/drawing/2014/main" id="{C87162C6-1D5F-4F74-AD00-7AF87B19835D}"/>
              </a:ext>
            </a:extLst>
          </p:cNvPr>
          <p:cNvSpPr>
            <a:spLocks noGrp="1"/>
          </p:cNvSpPr>
          <p:nvPr>
            <p:ph type="pic" sz="quarter" idx="36" hasCustomPrompt="1"/>
          </p:nvPr>
        </p:nvSpPr>
        <p:spPr>
          <a:xfrm>
            <a:off x="6547974" y="4154799"/>
            <a:ext cx="850392" cy="850392"/>
          </a:xfrm>
          <a:prstGeom prst="rect">
            <a:avLst/>
          </a:prstGeom>
        </p:spPr>
        <p:txBody>
          <a:bodyPr anchor="ctr">
            <a:normAutofit/>
          </a:bodyPr>
          <a:lstStyle>
            <a:lvl1pPr marL="0" indent="0" algn="ctr">
              <a:buNone/>
              <a:defRPr sz="1100"/>
            </a:lvl1pPr>
          </a:lstStyle>
          <a:p>
            <a:r>
              <a:rPr lang="en-US"/>
              <a:t>[Image] or remove and place icon here</a:t>
            </a:r>
          </a:p>
        </p:txBody>
      </p:sp>
      <p:sp>
        <p:nvSpPr>
          <p:cNvPr id="23" name="Subtitle Middle">
            <a:extLst>
              <a:ext uri="{FF2B5EF4-FFF2-40B4-BE49-F238E27FC236}">
                <a16:creationId xmlns:a16="http://schemas.microsoft.com/office/drawing/2014/main" id="{498C1007-D958-4823-AF07-A11D5ED562D1}"/>
              </a:ext>
            </a:extLst>
          </p:cNvPr>
          <p:cNvSpPr>
            <a:spLocks noGrp="1"/>
          </p:cNvSpPr>
          <p:nvPr>
            <p:ph type="body" sz="quarter" idx="35" hasCustomPrompt="1"/>
          </p:nvPr>
        </p:nvSpPr>
        <p:spPr>
          <a:xfrm>
            <a:off x="7763595" y="4154799"/>
            <a:ext cx="3857010" cy="267545"/>
          </a:xfrm>
          <a:prstGeom prst="rect">
            <a:avLst/>
          </a:prstGeom>
        </p:spPr>
        <p:txBody>
          <a:bodyPr anchor="t">
            <a:noAutofit/>
          </a:bodyPr>
          <a:lstStyle>
            <a:lvl1pPr marL="0" indent="0">
              <a:buNone/>
              <a:defRPr sz="1800">
                <a:solidFill>
                  <a:schemeClr val="tx1"/>
                </a:solidFill>
                <a:latin typeface="+mn-lt"/>
                <a:cs typeface="+mj-cs"/>
              </a:defRPr>
            </a:lvl1pPr>
            <a:lvl2pPr marL="0" indent="0">
              <a:buNone/>
              <a:defRPr sz="2000">
                <a:latin typeface="+mj-lt"/>
                <a:cs typeface="+mj-cs"/>
              </a:defRPr>
            </a:lvl2pPr>
            <a:lvl3pPr marL="0" indent="0">
              <a:buNone/>
              <a:defRPr sz="2000">
                <a:latin typeface="+mj-lt"/>
                <a:cs typeface="+mj-cs"/>
              </a:defRPr>
            </a:lvl3pPr>
            <a:lvl4pPr marL="0" indent="0">
              <a:buNone/>
              <a:defRPr sz="2000">
                <a:latin typeface="+mj-lt"/>
                <a:cs typeface="+mj-cs"/>
              </a:defRPr>
            </a:lvl4pPr>
            <a:lvl5pPr marL="0" indent="0">
              <a:buNone/>
              <a:defRPr sz="2000">
                <a:latin typeface="+mj-lt"/>
                <a:cs typeface="+mj-cs"/>
              </a:defRPr>
            </a:lvl5pPr>
          </a:lstStyle>
          <a:p>
            <a:pPr lvl="0"/>
            <a:r>
              <a:rPr lang="en-US"/>
              <a:t>[Subtitle]</a:t>
            </a:r>
          </a:p>
        </p:txBody>
      </p:sp>
      <p:sp>
        <p:nvSpPr>
          <p:cNvPr id="25" name="Text Placeholder 22">
            <a:extLst>
              <a:ext uri="{FF2B5EF4-FFF2-40B4-BE49-F238E27FC236}">
                <a16:creationId xmlns:a16="http://schemas.microsoft.com/office/drawing/2014/main" id="{818AC8AF-5117-4C49-90A1-8427A7B5BDC7}"/>
              </a:ext>
            </a:extLst>
          </p:cNvPr>
          <p:cNvSpPr>
            <a:spLocks noGrp="1"/>
          </p:cNvSpPr>
          <p:nvPr>
            <p:ph type="body" sz="quarter" idx="37" hasCustomPrompt="1"/>
          </p:nvPr>
        </p:nvSpPr>
        <p:spPr>
          <a:xfrm>
            <a:off x="7763595" y="4464932"/>
            <a:ext cx="3857010" cy="928036"/>
          </a:xfrm>
          <a:prstGeom prst="rect">
            <a:avLst/>
          </a:prstGeom>
        </p:spPr>
        <p:txBody>
          <a:bodyPr/>
          <a:lstStyle>
            <a:lvl1pPr>
              <a:lnSpc>
                <a:spcPct val="100000"/>
              </a:lnSpc>
              <a:spcBef>
                <a:spcPts val="0"/>
              </a:spcBef>
              <a:spcAft>
                <a:spcPts val="200"/>
              </a:spcAft>
              <a:defRPr sz="1600"/>
            </a:lvl1pPr>
            <a:lvl2pPr>
              <a:lnSpc>
                <a:spcPct val="100000"/>
              </a:lnSpc>
              <a:spcBef>
                <a:spcPts val="0"/>
              </a:spcBef>
              <a:spcAft>
                <a:spcPts val="200"/>
              </a:spcAft>
              <a:defRPr sz="1400"/>
            </a:lvl2pPr>
            <a:lvl3pPr>
              <a:lnSpc>
                <a:spcPct val="100000"/>
              </a:lnSpc>
              <a:spcBef>
                <a:spcPts val="0"/>
              </a:spcBef>
              <a:spcAft>
                <a:spcPts val="200"/>
              </a:spcAft>
              <a:defRPr sz="1400"/>
            </a:lvl3pPr>
            <a:lvl4pPr>
              <a:defRPr sz="1200"/>
            </a:lvl4pPr>
            <a:lvl5pPr>
              <a:defRPr sz="1200"/>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text]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a:p>
            <a:pPr marL="517525" marR="0" lvl="2" indent="-17621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000000"/>
                </a:solidFill>
                <a:effectLst/>
                <a:uLnTx/>
                <a:uFillTx/>
                <a:latin typeface="Arial"/>
                <a:ea typeface="+mn-ea"/>
                <a:cs typeface="+mn-cs"/>
              </a:rPr>
              <a:t>Third level</a:t>
            </a:r>
          </a:p>
        </p:txBody>
      </p:sp>
      <p:sp>
        <p:nvSpPr>
          <p:cNvPr id="27" name="Footnote">
            <a:extLst>
              <a:ext uri="{FF2B5EF4-FFF2-40B4-BE49-F238E27FC236}">
                <a16:creationId xmlns:a16="http://schemas.microsoft.com/office/drawing/2014/main" id="{0C1180AF-6FC1-48D4-9108-195B7C9E0F8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391691256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CHARTS</a:t>
            </a:r>
          </a:p>
        </p:txBody>
      </p:sp>
    </p:spTree>
    <p:extLst>
      <p:ext uri="{BB962C8B-B14F-4D97-AF65-F5344CB8AC3E}">
        <p14:creationId xmlns:p14="http://schemas.microsoft.com/office/powerpoint/2010/main" val="42581145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 Chart/Table 1">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3F1773C-83CC-4DD7-8A63-A2D075CD08C5}"/>
              </a:ext>
            </a:extLst>
          </p:cNvPr>
          <p:cNvSpPr>
            <a:spLocks noGrp="1"/>
          </p:cNvSpPr>
          <p:nvPr>
            <p:ph type="ftr" sz="quarter" idx="35"/>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B0862F50-D7AA-4A1E-9B6A-F951D2D7E3E4}"/>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EAFD64F3-6468-4255-897C-C766A650F8BE}"/>
              </a:ext>
            </a:extLst>
          </p:cNvPr>
          <p:cNvSpPr>
            <a:spLocks noGrp="1"/>
          </p:cNvSpPr>
          <p:nvPr>
            <p:ph type="title" hasCustomPrompt="1"/>
          </p:nvPr>
        </p:nvSpPr>
        <p:spPr>
          <a:xfrm>
            <a:off x="567038" y="342900"/>
            <a:ext cx="5029200" cy="460551"/>
          </a:xfrm>
        </p:spPr>
        <p:txBody>
          <a:bodyPr/>
          <a:lstStyle>
            <a:lvl1pPr>
              <a:defRPr>
                <a:solidFill>
                  <a:schemeClr val="tx1"/>
                </a:solidFill>
              </a:defRPr>
            </a:lvl1pPr>
          </a:lstStyle>
          <a:p>
            <a:r>
              <a:rPr lang="en-US"/>
              <a:t>[Headline]</a:t>
            </a:r>
          </a:p>
        </p:txBody>
      </p:sp>
      <p:sp>
        <p:nvSpPr>
          <p:cNvPr id="13" name="Sub-headline">
            <a:extLst>
              <a:ext uri="{FF2B5EF4-FFF2-40B4-BE49-F238E27FC236}">
                <a16:creationId xmlns:a16="http://schemas.microsoft.com/office/drawing/2014/main" id="{F2F8395B-EC7C-49BC-8971-AA4EFB9AE789}"/>
              </a:ext>
            </a:extLst>
          </p:cNvPr>
          <p:cNvSpPr>
            <a:spLocks noGrp="1"/>
          </p:cNvSpPr>
          <p:nvPr>
            <p:ph type="body" sz="quarter" idx="18" hasCustomPrompt="1"/>
          </p:nvPr>
        </p:nvSpPr>
        <p:spPr>
          <a:xfrm>
            <a:off x="566928" y="899026"/>
            <a:ext cx="5029200" cy="278706"/>
          </a:xfrm>
          <a:prstGeom prst="rect">
            <a:avLst/>
          </a:prstGeom>
        </p:spPr>
        <p:txBody>
          <a:bodyPr/>
          <a:lstStyle>
            <a:lvl1pPr marL="0" indent="0">
              <a:buNone/>
              <a:defRPr sz="1800" b="0">
                <a:solidFill>
                  <a:schemeClr val="tx1"/>
                </a:solidFill>
                <a:latin typeface="+mn-lt"/>
              </a:defRPr>
            </a:lvl1pPr>
            <a:lvl2pPr marL="169863" indent="0">
              <a:buNone/>
              <a:defRPr/>
            </a:lvl2pPr>
          </a:lstStyle>
          <a:p>
            <a:pPr lvl="0"/>
            <a:r>
              <a:rPr lang="en-US"/>
              <a:t>[Sub-headline]</a:t>
            </a:r>
          </a:p>
        </p:txBody>
      </p:sp>
      <p:sp>
        <p:nvSpPr>
          <p:cNvPr id="12" name="Content Placeholder 2">
            <a:extLst>
              <a:ext uri="{FF2B5EF4-FFF2-40B4-BE49-F238E27FC236}">
                <a16:creationId xmlns:a16="http://schemas.microsoft.com/office/drawing/2014/main" id="{4AB153EC-A950-47EE-AB73-6EB5E4AEFEEB}"/>
              </a:ext>
            </a:extLst>
          </p:cNvPr>
          <p:cNvSpPr>
            <a:spLocks noGrp="1"/>
          </p:cNvSpPr>
          <p:nvPr>
            <p:ph sz="quarter" idx="36" hasCustomPrompt="1"/>
          </p:nvPr>
        </p:nvSpPr>
        <p:spPr>
          <a:xfrm>
            <a:off x="567038" y="1257300"/>
            <a:ext cx="5029200" cy="4343398"/>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Content Placeholder 17">
            <a:extLst>
              <a:ext uri="{FF2B5EF4-FFF2-40B4-BE49-F238E27FC236}">
                <a16:creationId xmlns:a16="http://schemas.microsoft.com/office/drawing/2014/main" id="{3D88D426-7BF0-4172-85D4-A6B8E9C24743}"/>
              </a:ext>
            </a:extLst>
          </p:cNvPr>
          <p:cNvSpPr>
            <a:spLocks noGrp="1"/>
          </p:cNvSpPr>
          <p:nvPr>
            <p:ph sz="quarter" idx="15" hasCustomPrompt="1"/>
          </p:nvPr>
        </p:nvSpPr>
        <p:spPr>
          <a:xfrm>
            <a:off x="6607174" y="342900"/>
            <a:ext cx="5027613" cy="5257800"/>
          </a:xfrm>
          <a:prstGeom prst="rect">
            <a:avLst/>
          </a:prstGeom>
        </p:spPr>
        <p:txBody>
          <a:bodyPr anchor="ctr"/>
          <a:lstStyle>
            <a:lvl1pPr marL="0" indent="0" algn="ctr">
              <a:buNone/>
              <a:defRPr/>
            </a:lvl1pPr>
          </a:lstStyle>
          <a:p>
            <a:pPr lvl="0"/>
            <a:r>
              <a:rPr lang="en-US"/>
              <a:t>[Click respective icon to insert CHART or TABLE </a:t>
            </a:r>
            <a:br>
              <a:rPr lang="en-US"/>
            </a:br>
            <a:r>
              <a:rPr lang="en-US"/>
              <a:t>– not text]</a:t>
            </a:r>
          </a:p>
        </p:txBody>
      </p:sp>
      <p:sp>
        <p:nvSpPr>
          <p:cNvPr id="11" name="Footnote">
            <a:extLst>
              <a:ext uri="{FF2B5EF4-FFF2-40B4-BE49-F238E27FC236}">
                <a16:creationId xmlns:a16="http://schemas.microsoft.com/office/drawing/2014/main" id="{E0FEE6F1-5ED6-4155-AB7C-9001D5E5229F}"/>
              </a:ext>
            </a:extLst>
          </p:cNvPr>
          <p:cNvSpPr>
            <a:spLocks noGrp="1"/>
          </p:cNvSpPr>
          <p:nvPr>
            <p:ph type="body" sz="quarter" idx="37"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3054613818"/>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 Horizontal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F825584D-1BC8-446F-BB3F-0C023D59BA81}"/>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6FA2FA71-8E88-4D67-B89E-0764EEEBCB20}"/>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4691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8" y="2286176"/>
            <a:ext cx="11067749" cy="3309952"/>
          </a:xfrm>
        </p:spPr>
        <p:txBody>
          <a:bodyPr anchor="ctr"/>
          <a:lstStyle>
            <a:lvl1pPr marL="0" indent="0" algn="ctr">
              <a:buNone/>
              <a:defRPr/>
            </a:lvl1pPr>
            <a:lvl2pPr marL="169863" indent="0">
              <a:buNone/>
              <a:defRPr/>
            </a:lvl2pPr>
          </a:lstStyle>
          <a:p>
            <a:pPr lvl="0"/>
            <a:r>
              <a:rPr lang="en-US"/>
              <a:t>[Click respective icon to add CHART or TABLE – not text]</a:t>
            </a:r>
          </a:p>
        </p:txBody>
      </p:sp>
      <p:sp>
        <p:nvSpPr>
          <p:cNvPr id="13" name="Footnote">
            <a:extLst>
              <a:ext uri="{FF2B5EF4-FFF2-40B4-BE49-F238E27FC236}">
                <a16:creationId xmlns:a16="http://schemas.microsoft.com/office/drawing/2014/main" id="{5E1F8941-2DB1-43B3-A8B3-04F898C347B0}"/>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299031544"/>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 Statement 2">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EC86FBA1-A5CB-4CA3-86CA-543F3C5C62AB}"/>
              </a:ext>
            </a:extLst>
          </p:cNvPr>
          <p:cNvSpPr>
            <a:spLocks noGrp="1"/>
          </p:cNvSpPr>
          <p:nvPr>
            <p:ph type="title" hasCustomPrompt="1"/>
          </p:nvPr>
        </p:nvSpPr>
        <p:spPr>
          <a:xfrm>
            <a:off x="567039" y="342900"/>
            <a:ext cx="11062709" cy="460551"/>
          </a:xfrm>
        </p:spPr>
        <p:txBody>
          <a:bodyPr/>
          <a:lstStyle/>
          <a:p>
            <a:r>
              <a:rPr lang="en-US"/>
              <a:t>[Headline]</a:t>
            </a:r>
          </a:p>
        </p:txBody>
      </p:sp>
      <p:sp>
        <p:nvSpPr>
          <p:cNvPr id="18" name="Sub-headline">
            <a:extLst>
              <a:ext uri="{FF2B5EF4-FFF2-40B4-BE49-F238E27FC236}">
                <a16:creationId xmlns:a16="http://schemas.microsoft.com/office/drawing/2014/main" id="{7A70C313-1E6D-4772-BFC4-2550335AB35E}"/>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11067750" cy="833472"/>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a:t>[Click to add statement]</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567039" y="2286000"/>
            <a:ext cx="5528962" cy="3310128"/>
          </a:xfrm>
        </p:spPr>
        <p:txBody>
          <a:bodyPr anchor="ctr"/>
          <a:lstStyle>
            <a:lvl1pPr marL="0" indent="0" algn="ctr">
              <a:buNone/>
              <a:defRPr/>
            </a:lvl1pPr>
            <a:lvl2pPr marL="169863" indent="0">
              <a:buNone/>
              <a:defRPr/>
            </a:lvl2pPr>
          </a:lstStyle>
          <a:p>
            <a:pPr lvl="0"/>
            <a:r>
              <a:rPr lang="en-US"/>
              <a:t>[Click respective icon to add CHART or TABLE – not text]</a:t>
            </a:r>
          </a:p>
        </p:txBody>
      </p:sp>
      <p:sp>
        <p:nvSpPr>
          <p:cNvPr id="13" name="Footnote">
            <a:extLst>
              <a:ext uri="{FF2B5EF4-FFF2-40B4-BE49-F238E27FC236}">
                <a16:creationId xmlns:a16="http://schemas.microsoft.com/office/drawing/2014/main" id="{0D3DA49E-6BCF-4AC4-B935-9372CF029C86}"/>
              </a:ext>
            </a:extLst>
          </p:cNvPr>
          <p:cNvSpPr>
            <a:spLocks noGrp="1"/>
          </p:cNvSpPr>
          <p:nvPr>
            <p:ph type="body" sz="quarter" idx="21"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6607176" y="2286000"/>
            <a:ext cx="5027614" cy="3310128"/>
          </a:xfrm>
        </p:spPr>
        <p:txBody>
          <a:bodyPr/>
          <a:lstStyle>
            <a:lvl1pPr>
              <a:defRPr sz="1200"/>
            </a:lvl1pPr>
            <a:lvl2pPr>
              <a:defRPr sz="1200"/>
            </a:lvl2pPr>
            <a:lvl3pPr>
              <a:defRPr sz="1200"/>
            </a:lvl3pPr>
            <a:lvl4pPr>
              <a:defRPr sz="1200"/>
            </a:lvl4pPr>
            <a:lvl5pPr>
              <a:defRPr sz="1200"/>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446454262"/>
      </p:ext>
    </p:extLst>
  </p:cSld>
  <p:clrMapOvr>
    <a:masterClrMapping/>
  </p:clrMapOvr>
  <p:extLst>
    <p:ext uri="{DCECCB84-F9BA-43D5-87BE-67443E8EF086}">
      <p15:sldGuideLst xmlns:p15="http://schemas.microsoft.com/office/powerpoint/2012/main">
        <p15:guide id="1" orient="horz" pos="1440" userDrawn="1">
          <p15:clr>
            <a:srgbClr val="FBAE40"/>
          </p15:clr>
        </p15:guide>
        <p15:guide id="2" orient="horz" pos="792" userDrawn="1">
          <p15:clr>
            <a:srgbClr val="FBAE40"/>
          </p15:clr>
        </p15:guide>
        <p15:guide id="3" orient="horz" pos="352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 Statement 3">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3D43AD57-E17D-466E-83DC-D87227B6E10E}"/>
              </a:ext>
            </a:extLst>
          </p:cNvPr>
          <p:cNvSpPr>
            <a:spLocks noGrp="1"/>
          </p:cNvSpPr>
          <p:nvPr>
            <p:ph type="ftr" sz="quarter" idx="19"/>
          </p:nvPr>
        </p:nvSpPr>
        <p:spPr/>
        <p:txBody>
          <a:bodyPr/>
          <a:lstStyle/>
          <a:p>
            <a:r>
              <a:rPr lang="en-US"/>
              <a:t>Section name (optional) / Title / Month 20YY</a:t>
            </a:r>
          </a:p>
        </p:txBody>
      </p:sp>
      <p:sp>
        <p:nvSpPr>
          <p:cNvPr id="12" name="Slide Number Placeholder 11">
            <a:extLst>
              <a:ext uri="{FF2B5EF4-FFF2-40B4-BE49-F238E27FC236}">
                <a16:creationId xmlns:a16="http://schemas.microsoft.com/office/drawing/2014/main" id="{D6EBF3C5-CB54-4922-B264-70AF19B8E479}"/>
              </a:ext>
            </a:extLst>
          </p:cNvPr>
          <p:cNvSpPr>
            <a:spLocks noGrp="1"/>
          </p:cNvSpPr>
          <p:nvPr>
            <p:ph type="sldNum" sz="quarter" idx="20"/>
          </p:nvPr>
        </p:nvSpPr>
        <p:spPr/>
        <p:txBody>
          <a:bodyPr/>
          <a:lstStyle/>
          <a:p>
            <a:fld id="{5CFA18E4-D58E-4B28-B105-28D9665A8EBC}" type="slidenum">
              <a:rPr lang="en-US" smtClean="0"/>
              <a:pPr/>
              <a:t>‹#›</a:t>
            </a:fld>
            <a:endParaRPr lang="en-US"/>
          </a:p>
        </p:txBody>
      </p:sp>
      <p:sp>
        <p:nvSpPr>
          <p:cNvPr id="14" name="Title 6">
            <a:extLst>
              <a:ext uri="{FF2B5EF4-FFF2-40B4-BE49-F238E27FC236}">
                <a16:creationId xmlns:a16="http://schemas.microsoft.com/office/drawing/2014/main" id="{6D4F9971-BA27-4DF9-9670-81370BC41F18}"/>
              </a:ext>
            </a:extLst>
          </p:cNvPr>
          <p:cNvSpPr>
            <a:spLocks noGrp="1"/>
          </p:cNvSpPr>
          <p:nvPr>
            <p:ph type="title" hasCustomPrompt="1"/>
          </p:nvPr>
        </p:nvSpPr>
        <p:spPr>
          <a:xfrm>
            <a:off x="567039" y="342900"/>
            <a:ext cx="11062709" cy="460551"/>
          </a:xfrm>
        </p:spPr>
        <p:txBody>
          <a:bodyPr/>
          <a:lstStyle/>
          <a:p>
            <a:r>
              <a:rPr lang="en-US"/>
              <a:t>[Headline]</a:t>
            </a:r>
          </a:p>
        </p:txBody>
      </p:sp>
      <p:sp>
        <p:nvSpPr>
          <p:cNvPr id="17" name="Sub-headline">
            <a:extLst>
              <a:ext uri="{FF2B5EF4-FFF2-40B4-BE49-F238E27FC236}">
                <a16:creationId xmlns:a16="http://schemas.microsoft.com/office/drawing/2014/main" id="{D4ED6766-5856-43C2-97F7-01E8EBA9AD1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Text Placeholder 7">
            <a:extLst>
              <a:ext uri="{FF2B5EF4-FFF2-40B4-BE49-F238E27FC236}">
                <a16:creationId xmlns:a16="http://schemas.microsoft.com/office/drawing/2014/main" id="{AF270F92-8761-4DFC-80DC-CAD3932D1E74}"/>
              </a:ext>
            </a:extLst>
          </p:cNvPr>
          <p:cNvSpPr>
            <a:spLocks noGrp="1"/>
          </p:cNvSpPr>
          <p:nvPr>
            <p:ph type="body" sz="quarter" idx="15" hasCustomPrompt="1"/>
          </p:nvPr>
        </p:nvSpPr>
        <p:spPr>
          <a:xfrm>
            <a:off x="567038" y="1261872"/>
            <a:ext cx="5029200" cy="1380779"/>
          </a:xfrm>
        </p:spPr>
        <p:txBody>
          <a:bodyPr>
            <a:noAutofit/>
          </a:bodyPr>
          <a:lstStyle>
            <a:lvl1pPr marL="0" indent="0">
              <a:buFont typeface="Arial" panose="020B0604020202020204" pitchFamily="34" charset="0"/>
              <a:buChar char="​"/>
              <a:defRPr sz="1600"/>
            </a:lvl1pPr>
            <a:lvl2pPr marL="227013" indent="-227013">
              <a:defRPr sz="1600"/>
            </a:lvl2pPr>
            <a:lvl3pPr marL="460375" indent="-233363">
              <a:defRPr sz="1400"/>
            </a:lvl3pPr>
            <a:lvl4pPr marL="687388" indent="-227013">
              <a:defRPr sz="1200"/>
            </a:lvl4pPr>
            <a:lvl5pPr marL="914400" indent="-227013">
              <a:defRPr sz="1200"/>
            </a:lvl5pPr>
          </a:lstStyle>
          <a:p>
            <a:pPr lvl="0"/>
            <a:r>
              <a:rPr lang="en-US"/>
              <a:t>[Click to add statement]</a:t>
            </a:r>
          </a:p>
        </p:txBody>
      </p:sp>
      <p:sp>
        <p:nvSpPr>
          <p:cNvPr id="9" name="Text Placeholder 8">
            <a:extLst>
              <a:ext uri="{FF2B5EF4-FFF2-40B4-BE49-F238E27FC236}">
                <a16:creationId xmlns:a16="http://schemas.microsoft.com/office/drawing/2014/main" id="{E7FA85A4-463C-4B14-BE65-A31A117ABFDD}"/>
              </a:ext>
            </a:extLst>
          </p:cNvPr>
          <p:cNvSpPr>
            <a:spLocks noGrp="1"/>
          </p:cNvSpPr>
          <p:nvPr>
            <p:ph type="body" sz="quarter" idx="17" hasCustomPrompt="1"/>
          </p:nvPr>
        </p:nvSpPr>
        <p:spPr>
          <a:xfrm>
            <a:off x="567038" y="2828182"/>
            <a:ext cx="5029200" cy="2772518"/>
          </a:xfrm>
        </p:spPr>
        <p:txBody>
          <a:bodyPr/>
          <a:lstStyle>
            <a:lvl1pPr>
              <a:defRPr sz="1200"/>
            </a:lvl1pPr>
            <a:lvl2pPr>
              <a:defRPr sz="1200"/>
            </a:lvl2pPr>
            <a:lvl3pPr>
              <a:defRPr sz="1200"/>
            </a:lvl3pPr>
            <a:lvl4pPr>
              <a:defRPr sz="1200"/>
            </a:lvl4pPr>
            <a:lvl5pPr>
              <a:defRPr sz="1200"/>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a:extLst>
              <a:ext uri="{FF2B5EF4-FFF2-40B4-BE49-F238E27FC236}">
                <a16:creationId xmlns:a16="http://schemas.microsoft.com/office/drawing/2014/main" id="{B21224C6-E79E-4B9A-9D01-EC6502019D64}"/>
              </a:ext>
            </a:extLst>
          </p:cNvPr>
          <p:cNvSpPr>
            <a:spLocks noGrp="1"/>
          </p:cNvSpPr>
          <p:nvPr>
            <p:ph sz="quarter" idx="16" hasCustomPrompt="1"/>
          </p:nvPr>
        </p:nvSpPr>
        <p:spPr>
          <a:xfrm>
            <a:off x="6607175" y="1261872"/>
            <a:ext cx="5024651" cy="4937760"/>
          </a:xfrm>
          <a:noFill/>
        </p:spPr>
        <p:txBody>
          <a:bodyPr anchor="ctr"/>
          <a:lstStyle>
            <a:lvl1pPr marL="0" indent="0" algn="ctr">
              <a:buNone/>
              <a:defRPr/>
            </a:lvl1pPr>
            <a:lvl2pPr marL="169863" indent="0">
              <a:buNone/>
              <a:defRPr/>
            </a:lvl2pPr>
          </a:lstStyle>
          <a:p>
            <a:pPr lvl="0"/>
            <a:r>
              <a:rPr lang="en-US"/>
              <a:t>[Click respective icon to add CHART or TABLE </a:t>
            </a:r>
            <a:br>
              <a:rPr lang="en-US"/>
            </a:br>
            <a:r>
              <a:rPr lang="en-US"/>
              <a:t>– not text]</a:t>
            </a:r>
          </a:p>
        </p:txBody>
      </p:sp>
      <p:sp>
        <p:nvSpPr>
          <p:cNvPr id="16" name="Footnote">
            <a:extLst>
              <a:ext uri="{FF2B5EF4-FFF2-40B4-BE49-F238E27FC236}">
                <a16:creationId xmlns:a16="http://schemas.microsoft.com/office/drawing/2014/main" id="{49C5F243-305C-4A83-8B6C-457510264654}"/>
              </a:ext>
            </a:extLst>
          </p:cNvPr>
          <p:cNvSpPr>
            <a:spLocks noGrp="1"/>
          </p:cNvSpPr>
          <p:nvPr>
            <p:ph type="body" sz="quarter" idx="21" hasCustomPrompt="1"/>
          </p:nvPr>
        </p:nvSpPr>
        <p:spPr>
          <a:xfrm>
            <a:off x="567039" y="5687045"/>
            <a:ext cx="5029200"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600499690"/>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   ">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0" b="1">
                <a:solidFill>
                  <a:schemeClr val="tx1"/>
                </a:solidFill>
              </a:rPr>
              <a:t>STATEMENTS</a:t>
            </a:r>
          </a:p>
        </p:txBody>
      </p:sp>
    </p:spTree>
    <p:extLst>
      <p:ext uri="{BB962C8B-B14F-4D97-AF65-F5344CB8AC3E}">
        <p14:creationId xmlns:p14="http://schemas.microsoft.com/office/powerpoint/2010/main" val="35219948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tatement Photo">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FAE9242-AE57-42CB-99F5-9AFC9B96251A}"/>
              </a:ext>
            </a:extLst>
          </p:cNvPr>
          <p:cNvSpPr>
            <a:spLocks noGrp="1"/>
          </p:cNvSpPr>
          <p:nvPr>
            <p:ph type="sldNum" sz="quarter" idx="12"/>
          </p:nvPr>
        </p:nvSpPr>
        <p:spPr/>
        <p:txBody>
          <a:bodyPr/>
          <a:lstStyle>
            <a:lvl1pPr>
              <a:defRPr>
                <a:solidFill>
                  <a:schemeClr val="bg1"/>
                </a:solidFill>
              </a:defRPr>
            </a:lvl1pPr>
          </a:lstStyle>
          <a:p>
            <a:fld id="{5CFA18E4-D58E-4B28-B105-28D9665A8EBC}" type="slidenum">
              <a:rPr lang="en-US" smtClean="0"/>
              <a:pPr/>
              <a:t>‹#›</a:t>
            </a:fld>
            <a:endParaRPr lang="en-US"/>
          </a:p>
        </p:txBody>
      </p:sp>
      <p:sp>
        <p:nvSpPr>
          <p:cNvPr id="8" name="Picture Placeholder 7">
            <a:extLst>
              <a:ext uri="{FF2B5EF4-FFF2-40B4-BE49-F238E27FC236}">
                <a16:creationId xmlns:a16="http://schemas.microsoft.com/office/drawing/2014/main" id="{BF7B47CD-8901-46EE-AB48-D0A3C468D400}"/>
              </a:ext>
              <a:ext uri="{C183D7F6-B498-43B3-948B-1728B52AA6E4}">
                <adec:decorative xmlns:adec="http://schemas.microsoft.com/office/drawing/2017/decorative" val="0"/>
              </a:ext>
            </a:extLst>
          </p:cNvPr>
          <p:cNvSpPr>
            <a:spLocks noGrp="1"/>
          </p:cNvSpPr>
          <p:nvPr>
            <p:ph type="pic" sz="quarter" idx="13" hasCustomPrompt="1"/>
          </p:nvPr>
        </p:nvSpPr>
        <p:spPr>
          <a:xfrm>
            <a:off x="0" y="0"/>
            <a:ext cx="12192000" cy="6858000"/>
          </a:xfrm>
          <a:prstGeom prst="rect">
            <a:avLst/>
          </a:prstGeom>
          <a:noFill/>
        </p:spPr>
        <p:txBody>
          <a:bodyPr anchor="ctr"/>
          <a:lstStyle>
            <a:lvl1pPr marL="0" indent="0" algn="ctr">
              <a:buNone/>
              <a:defRPr/>
            </a:lvl1pPr>
          </a:lstStyle>
          <a:p>
            <a:r>
              <a:rPr lang="en-US"/>
              <a:t>[Click to insert photo and then “Send to back” to place photo in background and add statement text]</a:t>
            </a:r>
          </a:p>
        </p:txBody>
      </p:sp>
      <p:sp>
        <p:nvSpPr>
          <p:cNvPr id="6" name="Rectangle 5">
            <a:extLst>
              <a:ext uri="{FF2B5EF4-FFF2-40B4-BE49-F238E27FC236}">
                <a16:creationId xmlns:a16="http://schemas.microsoft.com/office/drawing/2014/main" id="{B578FD19-AE96-4C05-B985-606DD59F77A9}"/>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solidFill>
                  <a:schemeClr val="bg1"/>
                </a:solidFill>
                <a:latin typeface="+mn-lt"/>
              </a:rPr>
              <a:t>© 2026 S&amp;P Global.</a:t>
            </a:r>
          </a:p>
        </p:txBody>
      </p:sp>
      <p:pic>
        <p:nvPicPr>
          <p:cNvPr id="101" name="Image 0" descr="https://snp-mediaportal.qbank.se/assets/deployedFiles/0d1eb25c91d9ca47feca59c81b726357.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565210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tatement Black">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a:t>[Add statement]</a:t>
            </a:r>
          </a:p>
        </p:txBody>
      </p:sp>
      <p:sp>
        <p:nvSpPr>
          <p:cNvPr id="64" name="Rectangle 63">
            <a:extLst>
              <a:ext uri="{FF2B5EF4-FFF2-40B4-BE49-F238E27FC236}">
                <a16:creationId xmlns:a16="http://schemas.microsoft.com/office/drawing/2014/main" id="{0AF2750B-AD6E-4AB7-BC8F-49A352652125}"/>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4ebf46970dd30ed73bbae53c35377a40.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574927552"/>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tatement White">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11" name="Text Placeholder 6">
            <a:extLst>
              <a:ext uri="{FF2B5EF4-FFF2-40B4-BE49-F238E27FC236}">
                <a16:creationId xmlns:a16="http://schemas.microsoft.com/office/drawing/2014/main" id="{E728C08C-0481-418C-8998-03197761BCAE}"/>
              </a:ext>
            </a:extLst>
          </p:cNvPr>
          <p:cNvSpPr>
            <a:spLocks noGrp="1"/>
          </p:cNvSpPr>
          <p:nvPr>
            <p:ph type="body" sz="quarter" idx="13" hasCustomPrompt="1"/>
          </p:nvPr>
        </p:nvSpPr>
        <p:spPr>
          <a:xfrm>
            <a:off x="567038" y="647699"/>
            <a:ext cx="11064240" cy="5046659"/>
          </a:xfrm>
          <a:prstGeom prst="rect">
            <a:avLst/>
          </a:prstGeom>
        </p:spPr>
        <p:txBody>
          <a:bodyPr anchor="ctr">
            <a:normAutofit/>
          </a:bodyPr>
          <a:lstStyle>
            <a:lvl1pPr marL="0" indent="0">
              <a:buNone/>
              <a:defRPr sz="3600">
                <a:latin typeface="+mj-lt"/>
                <a:cs typeface="+mj-cs"/>
              </a:defRPr>
            </a:lvl1pPr>
            <a:lvl2pPr marL="0" indent="0">
              <a:buNone/>
              <a:defRPr/>
            </a:lvl2pPr>
            <a:lvl3pPr marL="0" indent="0">
              <a:buNone/>
              <a:defRPr/>
            </a:lvl3pPr>
            <a:lvl4pPr marL="0" indent="0">
              <a:buNone/>
              <a:defRPr/>
            </a:lvl4pPr>
            <a:lvl5pPr marL="0" indent="0">
              <a:buNone/>
              <a:defRPr/>
            </a:lvl5pPr>
          </a:lstStyle>
          <a:p>
            <a:pPr lvl="0"/>
            <a:r>
              <a:rPr lang="en-US"/>
              <a:t>[Add statement]</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4027313836"/>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chemeClr val="bg2"/>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0" y="0"/>
            <a:ext cx="12192000"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DIVIDERS</a:t>
            </a:r>
          </a:p>
        </p:txBody>
      </p:sp>
    </p:spTree>
    <p:extLst>
      <p:ext uri="{BB962C8B-B14F-4D97-AF65-F5344CB8AC3E}">
        <p14:creationId xmlns:p14="http://schemas.microsoft.com/office/powerpoint/2010/main" val="36988886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9B2BB06-A918-4461-A3C3-E0F62881116D}"/>
              </a:ext>
            </a:extLst>
          </p:cNvPr>
          <p:cNvSpPr>
            <a:spLocks noGrp="1"/>
          </p:cNvSpPr>
          <p:nvPr>
            <p:ph type="ftr" sz="quarter" idx="16"/>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CFA18E4-D58E-4B28-B105-28D9665A8EBC}" type="slidenum">
              <a:rPr lang="en-US" smtClean="0"/>
              <a:t>‹#›</a:t>
            </a:fld>
            <a:endParaRPr lang="en-US"/>
          </a:p>
        </p:txBody>
      </p:sp>
      <p:sp>
        <p:nvSpPr>
          <p:cNvPr id="68" name="Title 1">
            <a:extLst>
              <a:ext uri="{FF2B5EF4-FFF2-40B4-BE49-F238E27FC236}">
                <a16:creationId xmlns:a16="http://schemas.microsoft.com/office/drawing/2014/main" id="{64E68955-1F47-48A6-A186-3CE836A9C055}"/>
              </a:ext>
            </a:extLst>
          </p:cNvPr>
          <p:cNvSpPr>
            <a:spLocks noGrp="1"/>
          </p:cNvSpPr>
          <p:nvPr>
            <p:ph type="title" hasCustomPrompt="1"/>
          </p:nvPr>
        </p:nvSpPr>
        <p:spPr>
          <a:xfrm>
            <a:off x="558798" y="456344"/>
            <a:ext cx="5214685" cy="4768897"/>
          </a:xfrm>
          <a:prstGeom prst="rect">
            <a:avLst/>
          </a:prstGeom>
        </p:spPr>
        <p:txBody>
          <a:bodyPr anchor="ctr">
            <a:normAutofit/>
          </a:bodyPr>
          <a:lstStyle>
            <a:lvl1pPr>
              <a:defRPr sz="4000"/>
            </a:lvl1pPr>
          </a:lstStyle>
          <a:p>
            <a:r>
              <a:rPr lang="en-US"/>
              <a:t>[Add divider slide title]</a:t>
            </a:r>
          </a:p>
        </p:txBody>
      </p:sp>
      <p:sp>
        <p:nvSpPr>
          <p:cNvPr id="8" name="Text Placeholder 6">
            <a:extLst>
              <a:ext uri="{FF2B5EF4-FFF2-40B4-BE49-F238E27FC236}">
                <a16:creationId xmlns:a16="http://schemas.microsoft.com/office/drawing/2014/main" id="{D2621E20-CD29-4C8E-8931-671EA0A0A209}"/>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70" name="Picture Placeholder 6">
            <a:extLst>
              <a:ext uri="{FF2B5EF4-FFF2-40B4-BE49-F238E27FC236}">
                <a16:creationId xmlns:a16="http://schemas.microsoft.com/office/drawing/2014/main" id="{398B8C0B-A3E4-4E75-AED3-0E66FE4C8A90}"/>
              </a:ext>
            </a:extLst>
          </p:cNvPr>
          <p:cNvSpPr>
            <a:spLocks noGrp="1"/>
          </p:cNvSpPr>
          <p:nvPr>
            <p:ph type="pic" sz="quarter" idx="15" hasCustomPrompt="1"/>
          </p:nvPr>
        </p:nvSpPr>
        <p:spPr>
          <a:xfrm>
            <a:off x="6098117" y="479784"/>
            <a:ext cx="6093883" cy="5557838"/>
          </a:xfrm>
          <a:prstGeom prst="rect">
            <a:avLst/>
          </a:prstGeom>
          <a:noFill/>
        </p:spPr>
        <p:txBody>
          <a:bodyPr anchor="ctr"/>
          <a:lstStyle>
            <a:lvl1pPr marL="0" indent="0" algn="ctr">
              <a:buNone/>
              <a:defRPr/>
            </a:lvl1pPr>
          </a:lstStyle>
          <a:p>
            <a:r>
              <a:rPr lang="en-US"/>
              <a:t>[Insert photo]</a:t>
            </a:r>
          </a:p>
        </p:txBody>
      </p:sp>
      <p:sp>
        <p:nvSpPr>
          <p:cNvPr id="121" name="Rectangle 120">
            <a:extLst>
              <a:ext uri="{FF2B5EF4-FFF2-40B4-BE49-F238E27FC236}">
                <a16:creationId xmlns:a16="http://schemas.microsoft.com/office/drawing/2014/main" id="{7387A807-7D19-4269-A6EC-9BCB23361399}"/>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4ebf46970dd30ed73bbae53c35377a40.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8551228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4 Photo">
    <p:bg>
      <p:bgPr>
        <a:solidFill>
          <a:schemeClr val="accent5"/>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B1A11F5-24CC-4F34-844F-F61047D8B1E6}"/>
              </a:ext>
            </a:extLst>
          </p:cNvPr>
          <p:cNvSpPr>
            <a:spLocks noGrp="1"/>
          </p:cNvSpPr>
          <p:nvPr>
            <p:ph type="ftr" sz="quarter" idx="16"/>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62" name="Title 1">
            <a:extLst>
              <a:ext uri="{FF2B5EF4-FFF2-40B4-BE49-F238E27FC236}">
                <a16:creationId xmlns:a16="http://schemas.microsoft.com/office/drawing/2014/main" id="{004B315D-93E5-4AEB-A2B1-CBCD42F25624}"/>
              </a:ext>
            </a:extLst>
          </p:cNvPr>
          <p:cNvSpPr>
            <a:spLocks noGrp="1"/>
          </p:cNvSpPr>
          <p:nvPr>
            <p:ph type="title" hasCustomPrompt="1"/>
          </p:nvPr>
        </p:nvSpPr>
        <p:spPr>
          <a:xfrm>
            <a:off x="558798" y="456343"/>
            <a:ext cx="5214685" cy="4768897"/>
          </a:xfrm>
          <a:prstGeom prst="rect">
            <a:avLst/>
          </a:prstGeom>
        </p:spPr>
        <p:txBody>
          <a:bodyPr anchor="ctr">
            <a:normAutofit/>
          </a:bodyPr>
          <a:lstStyle>
            <a:lvl1pPr>
              <a:defRPr sz="4000"/>
            </a:lvl1pPr>
          </a:lstStyle>
          <a:p>
            <a:r>
              <a:rPr lang="en-US"/>
              <a:t>[Add divider slide title]</a:t>
            </a:r>
          </a:p>
        </p:txBody>
      </p:sp>
      <p:sp>
        <p:nvSpPr>
          <p:cNvPr id="8" name="Text Placeholder 6">
            <a:extLst>
              <a:ext uri="{FF2B5EF4-FFF2-40B4-BE49-F238E27FC236}">
                <a16:creationId xmlns:a16="http://schemas.microsoft.com/office/drawing/2014/main" id="{794C1205-987F-4989-B4B0-84F9B893104F}"/>
              </a:ext>
            </a:extLst>
          </p:cNvPr>
          <p:cNvSpPr>
            <a:spLocks noGrp="1"/>
          </p:cNvSpPr>
          <p:nvPr>
            <p:ph type="body" sz="quarter" idx="14" hasCustomPrompt="1"/>
          </p:nvPr>
        </p:nvSpPr>
        <p:spPr>
          <a:xfrm>
            <a:off x="558799" y="5228050"/>
            <a:ext cx="5214683"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64" name="Picture Placeholder 6">
            <a:extLst>
              <a:ext uri="{FF2B5EF4-FFF2-40B4-BE49-F238E27FC236}">
                <a16:creationId xmlns:a16="http://schemas.microsoft.com/office/drawing/2014/main" id="{D89211C8-4F78-4574-8F29-4EF3145B98B7}"/>
              </a:ext>
            </a:extLst>
          </p:cNvPr>
          <p:cNvSpPr>
            <a:spLocks noGrp="1"/>
          </p:cNvSpPr>
          <p:nvPr>
            <p:ph type="pic" sz="quarter" idx="15" hasCustomPrompt="1"/>
          </p:nvPr>
        </p:nvSpPr>
        <p:spPr>
          <a:xfrm>
            <a:off x="6098117" y="479784"/>
            <a:ext cx="6093883" cy="5557838"/>
          </a:xfrm>
          <a:prstGeom prst="rect">
            <a:avLst/>
          </a:prstGeom>
          <a:noFill/>
        </p:spPr>
        <p:txBody>
          <a:bodyPr anchor="ctr"/>
          <a:lstStyle>
            <a:lvl1pPr marL="0" indent="0" algn="ctr">
              <a:buNone/>
              <a:defRPr/>
            </a:lvl1pPr>
          </a:lstStyle>
          <a:p>
            <a:r>
              <a:rPr lang="en-US"/>
              <a:t>[Insert photo]</a:t>
            </a:r>
          </a:p>
        </p:txBody>
      </p:sp>
      <p:sp>
        <p:nvSpPr>
          <p:cNvPr id="61" name="Rectangle 60">
            <a:extLst>
              <a:ext uri="{FF2B5EF4-FFF2-40B4-BE49-F238E27FC236}">
                <a16:creationId xmlns:a16="http://schemas.microsoft.com/office/drawing/2014/main" id="{A59E951D-F3DE-46AE-984E-2C735163DA5E}"/>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b7dd9418a4c2f881e9fc5ffb942fbcd4.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360403262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ivider 1">
    <p:bg>
      <p:bgRef idx="1001">
        <a:schemeClr val="bg1"/>
      </p:bgRef>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21" name="Title 1">
            <a:extLst>
              <a:ext uri="{FF2B5EF4-FFF2-40B4-BE49-F238E27FC236}">
                <a16:creationId xmlns:a16="http://schemas.microsoft.com/office/drawing/2014/main" id="{CC1BE429-C3BF-4A3B-ABAB-1DEBDFEA64A1}"/>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a:t>[Add divider slide title]</a:t>
            </a:r>
          </a:p>
        </p:txBody>
      </p:sp>
      <p:sp>
        <p:nvSpPr>
          <p:cNvPr id="8" name="Text Placeholder 6">
            <a:extLst>
              <a:ext uri="{FF2B5EF4-FFF2-40B4-BE49-F238E27FC236}">
                <a16:creationId xmlns:a16="http://schemas.microsoft.com/office/drawing/2014/main" id="{BFDBA538-CF34-4648-8EE0-7F62FCB87133}"/>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22" name="Text Placeholder 6">
            <a:extLst>
              <a:ext uri="{FF2B5EF4-FFF2-40B4-BE49-F238E27FC236}">
                <a16:creationId xmlns:a16="http://schemas.microsoft.com/office/drawing/2014/main" id="{DEBE0202-C83B-4CDF-99B4-51D3CE5F8F85}"/>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a:t>[Click to add text]</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18575191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3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Divider 2">
    <p:bg>
      <p:bgPr>
        <a:solidFill>
          <a:schemeClr val="accent5"/>
        </a:solid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02682C-9645-49CB-B172-BAA7F6EF0E05}"/>
              </a:ext>
            </a:extLst>
          </p:cNvPr>
          <p:cNvSpPr>
            <a:spLocks noGrp="1"/>
          </p:cNvSpPr>
          <p:nvPr>
            <p:ph type="ftr" sz="quarter" idx="11"/>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9" name="Title 1">
            <a:extLst>
              <a:ext uri="{FF2B5EF4-FFF2-40B4-BE49-F238E27FC236}">
                <a16:creationId xmlns:a16="http://schemas.microsoft.com/office/drawing/2014/main" id="{E30EE35D-B2D5-4830-B369-B5A8238119AC}"/>
              </a:ext>
            </a:extLst>
          </p:cNvPr>
          <p:cNvSpPr>
            <a:spLocks noGrp="1"/>
          </p:cNvSpPr>
          <p:nvPr>
            <p:ph type="title" hasCustomPrompt="1"/>
          </p:nvPr>
        </p:nvSpPr>
        <p:spPr>
          <a:xfrm>
            <a:off x="558799" y="1955801"/>
            <a:ext cx="4059936" cy="3440164"/>
          </a:xfrm>
          <a:prstGeom prst="rect">
            <a:avLst/>
          </a:prstGeom>
        </p:spPr>
        <p:txBody>
          <a:bodyPr>
            <a:normAutofit/>
          </a:bodyPr>
          <a:lstStyle>
            <a:lvl1pPr>
              <a:defRPr sz="4000"/>
            </a:lvl1pPr>
          </a:lstStyle>
          <a:p>
            <a:r>
              <a:rPr lang="en-US"/>
              <a:t>[Add divider slide title]</a:t>
            </a:r>
          </a:p>
        </p:txBody>
      </p:sp>
      <p:sp>
        <p:nvSpPr>
          <p:cNvPr id="11" name="Text Placeholder 6">
            <a:extLst>
              <a:ext uri="{FF2B5EF4-FFF2-40B4-BE49-F238E27FC236}">
                <a16:creationId xmlns:a16="http://schemas.microsoft.com/office/drawing/2014/main" id="{1512F92D-B39B-4FD8-861D-DD5F814885B6}"/>
              </a:ext>
            </a:extLst>
          </p:cNvPr>
          <p:cNvSpPr>
            <a:spLocks noGrp="1"/>
          </p:cNvSpPr>
          <p:nvPr>
            <p:ph type="body" sz="quarter" idx="14" hasCustomPrompt="1"/>
          </p:nvPr>
        </p:nvSpPr>
        <p:spPr>
          <a:xfrm>
            <a:off x="558800" y="5395965"/>
            <a:ext cx="4059936" cy="809574"/>
          </a:xfrm>
        </p:spPr>
        <p:txBody>
          <a:bodyPr anchor="b"/>
          <a:lstStyle>
            <a:lvl1pPr marL="0" indent="0">
              <a:buNone/>
              <a:defRPr/>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Presenter First and Last Name]</a:t>
            </a:r>
            <a:br>
              <a:rPr lang="en-US"/>
            </a:br>
            <a:r>
              <a:rPr lang="en-US"/>
              <a:t>[Optional, Presenter First and Last Name]</a:t>
            </a:r>
          </a:p>
        </p:txBody>
      </p:sp>
      <p:sp>
        <p:nvSpPr>
          <p:cNvPr id="7" name="Text Placeholder 6">
            <a:extLst>
              <a:ext uri="{FF2B5EF4-FFF2-40B4-BE49-F238E27FC236}">
                <a16:creationId xmlns:a16="http://schemas.microsoft.com/office/drawing/2014/main" id="{1AB13624-E523-41DF-BB78-1DA6E2F42586}"/>
              </a:ext>
            </a:extLst>
          </p:cNvPr>
          <p:cNvSpPr>
            <a:spLocks noGrp="1"/>
          </p:cNvSpPr>
          <p:nvPr>
            <p:ph type="body" sz="quarter" idx="13" hasCustomPrompt="1"/>
          </p:nvPr>
        </p:nvSpPr>
        <p:spPr>
          <a:xfrm>
            <a:off x="6607174" y="1955800"/>
            <a:ext cx="5026027" cy="424973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a:t>[Click to add text]</a:t>
            </a:r>
          </a:p>
        </p:txBody>
      </p:sp>
      <p:sp>
        <p:nvSpPr>
          <p:cNvPr id="62" name="Rectangle 61">
            <a:extLst>
              <a:ext uri="{FF2B5EF4-FFF2-40B4-BE49-F238E27FC236}">
                <a16:creationId xmlns:a16="http://schemas.microsoft.com/office/drawing/2014/main" id="{B06DD8B7-FA4D-4FA7-93BB-F640355701C6}"/>
              </a:ext>
              <a:ext uri="{C183D7F6-B498-43B3-948B-1728B52AA6E4}">
                <adec:decorative xmlns:adec="http://schemas.microsoft.com/office/drawing/2017/decorative" val="1"/>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pic>
        <p:nvPicPr>
          <p:cNvPr id="100" name="Image 0" descr="https://snp-mediaportal.qbank.se/assets/deployedFiles/b7dd9418a4c2f881e9fc5ffb942fbcd4.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02878356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8800" b="1">
                <a:solidFill>
                  <a:schemeClr val="tx1"/>
                </a:solidFill>
              </a:rPr>
              <a:t>These layouts for Heritage </a:t>
            </a:r>
            <a:br>
              <a:rPr lang="en-US" sz="8800" b="1">
                <a:solidFill>
                  <a:schemeClr val="tx1"/>
                </a:solidFill>
              </a:rPr>
            </a:br>
            <a:r>
              <a:rPr lang="en-US" sz="8800" b="1">
                <a:solidFill>
                  <a:schemeClr val="tx1"/>
                </a:solidFill>
              </a:rPr>
              <a:t>IHS Markit </a:t>
            </a:r>
          </a:p>
          <a:p>
            <a:pPr algn="ctr"/>
            <a:r>
              <a:rPr lang="en-US" sz="8800" b="1">
                <a:solidFill>
                  <a:schemeClr val="tx1"/>
                </a:solidFill>
              </a:rPr>
              <a:t>PPT reports only</a:t>
            </a:r>
          </a:p>
        </p:txBody>
      </p:sp>
    </p:spTree>
    <p:extLst>
      <p:ext uri="{BB962C8B-B14F-4D97-AF65-F5344CB8AC3E}">
        <p14:creationId xmlns:p14="http://schemas.microsoft.com/office/powerpoint/2010/main" val="70571101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Placeholders">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A10638-F8C8-460B-BF8F-560536AE12C9}"/>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4" name="Sub-headline">
            <a:extLst>
              <a:ext uri="{FF2B5EF4-FFF2-40B4-BE49-F238E27FC236}">
                <a16:creationId xmlns:a16="http://schemas.microsoft.com/office/drawing/2014/main" id="{7FD28A21-9996-4A7D-92D3-5150F7C775EF}"/>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57300"/>
            <a:ext cx="11064240"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66746"/>
            <a:ext cx="11064240"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9" name="Footnote">
            <a:extLst>
              <a:ext uri="{FF2B5EF4-FFF2-40B4-BE49-F238E27FC236}">
                <a16:creationId xmlns:a16="http://schemas.microsoft.com/office/drawing/2014/main" id="{5197417C-C410-43F1-9B2C-D847D35740A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4034478303"/>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Placeholders 1">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4647B6-122D-44F9-8D7F-50F8A7ACC9B7}"/>
              </a:ext>
            </a:extLst>
          </p:cNvPr>
          <p:cNvSpPr>
            <a:spLocks noGrp="1"/>
          </p:cNvSpPr>
          <p:nvPr>
            <p:ph type="ftr" sz="quarter" idx="21"/>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DE438935-9E2D-4AE3-9F3D-D5F3BB7EB9D5}"/>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1" y="1257299"/>
            <a:ext cx="333756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4428715" y="1257299"/>
            <a:ext cx="333756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8293719" y="1257299"/>
            <a:ext cx="3337560"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A14DB3E1-6D55-4844-83B1-91565767B002}"/>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467079774"/>
      </p:ext>
    </p:extLst>
  </p:cSld>
  <p:clrMapOvr>
    <a:masterClrMapping/>
  </p:clrMapOvr>
  <p:extLst>
    <p:ext uri="{DCECCB84-F9BA-43D5-87BE-67443E8EF086}">
      <p15:sldGuideLst xmlns:p15="http://schemas.microsoft.com/office/powerpoint/2012/main">
        <p15:guide id="5" orient="horz" pos="792" userDrawn="1">
          <p15:clr>
            <a:srgbClr val="FBAE40"/>
          </p15:clr>
        </p15:guide>
        <p15:guide id="6" orient="horz" pos="352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Placeholders 2">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934465B-44AB-421E-BC47-0D67C004C087}"/>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2ECAC461-FE4E-4AB6-AB93-3D153F6E59A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3772" cy="434340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8503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0" name="Footnote">
            <a:extLst>
              <a:ext uri="{FF2B5EF4-FFF2-40B4-BE49-F238E27FC236}">
                <a16:creationId xmlns:a16="http://schemas.microsoft.com/office/drawing/2014/main" id="{F9E2DB8B-6E97-4FE5-BF0C-EF72C02F057D}"/>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70346545"/>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Placeholders 3">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C6180C9-13C1-4554-989B-D2FCC7C65C17}"/>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5" name="Sub-headline">
            <a:extLst>
              <a:ext uri="{FF2B5EF4-FFF2-40B4-BE49-F238E27FC236}">
                <a16:creationId xmlns:a16="http://schemas.microsoft.com/office/drawing/2014/main" id="{5CEC3D32-DE73-4338-BFCC-E7BDCD2C2A37}"/>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11064240"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6" name="Footnote">
            <a:extLst>
              <a:ext uri="{FF2B5EF4-FFF2-40B4-BE49-F238E27FC236}">
                <a16:creationId xmlns:a16="http://schemas.microsoft.com/office/drawing/2014/main" id="{7206E27B-EDA8-4480-A52B-C084CF0D5799}"/>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3226088006"/>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Placeholders">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3664AE1-F712-4056-96F2-627ACD75D8AB}"/>
              </a:ext>
            </a:extLst>
          </p:cNvPr>
          <p:cNvSpPr>
            <a:spLocks noGrp="1"/>
          </p:cNvSpPr>
          <p:nvPr>
            <p:ph type="ftr" sz="quarter" idx="35"/>
          </p:nvPr>
        </p:nvSpPr>
        <p:spPr/>
        <p:txBody>
          <a:bodyPr/>
          <a:lstStyle/>
          <a:p>
            <a:r>
              <a:rPr lang="en-US"/>
              <a:t>Section name (optional) / Title / Month 20YY</a:t>
            </a:r>
          </a:p>
        </p:txBody>
      </p:sp>
      <p:sp>
        <p:nvSpPr>
          <p:cNvPr id="6" name="Slide Number Placeholder 5"/>
          <p:cNvSpPr>
            <a:spLocks noGrp="1"/>
          </p:cNvSpPr>
          <p:nvPr>
            <p:ph type="sldNum" sz="quarter" idx="12"/>
          </p:nvPr>
        </p:nvSpPr>
        <p:spPr/>
        <p:txBody>
          <a:bodyPr/>
          <a:lstStyle/>
          <a:p>
            <a:fld id="{5246FB18-5DF1-419A-B975-14AFDDD65B9F}" type="slidenum">
              <a:rPr lang="en-US" smtClean="0"/>
              <a:t>‹#›</a:t>
            </a:fld>
            <a:endParaRPr lang="en-US"/>
          </a:p>
        </p:txBody>
      </p:sp>
      <p:sp>
        <p:nvSpPr>
          <p:cNvPr id="11" name="Title 6">
            <a:extLst>
              <a:ext uri="{FF2B5EF4-FFF2-40B4-BE49-F238E27FC236}">
                <a16:creationId xmlns:a16="http://schemas.microsoft.com/office/drawing/2014/main" id="{249FEED1-049B-4B90-B377-73CC89853AC3}"/>
              </a:ext>
            </a:extLst>
          </p:cNvPr>
          <p:cNvSpPr>
            <a:spLocks noGrp="1"/>
          </p:cNvSpPr>
          <p:nvPr>
            <p:ph type="title" hasCustomPrompt="1"/>
          </p:nvPr>
        </p:nvSpPr>
        <p:spPr>
          <a:xfrm>
            <a:off x="563712" y="342900"/>
            <a:ext cx="11062709" cy="460551"/>
          </a:xfrm>
        </p:spPr>
        <p:txBody>
          <a:bodyPr/>
          <a:lstStyle/>
          <a:p>
            <a:r>
              <a:rPr lang="en-US"/>
              <a:t>[Headline]</a:t>
            </a:r>
          </a:p>
        </p:txBody>
      </p:sp>
      <p:sp>
        <p:nvSpPr>
          <p:cNvPr id="16" name="Sub-headline">
            <a:extLst>
              <a:ext uri="{FF2B5EF4-FFF2-40B4-BE49-F238E27FC236}">
                <a16:creationId xmlns:a16="http://schemas.microsoft.com/office/drawing/2014/main" id="{F346F33D-2E31-4707-AF32-FF8FAE8A45A3}"/>
              </a:ext>
            </a:extLst>
          </p:cNvPr>
          <p:cNvSpPr>
            <a:spLocks noGrp="1"/>
          </p:cNvSpPr>
          <p:nvPr>
            <p:ph type="body" sz="quarter" idx="13" hasCustomPrompt="1"/>
          </p:nvPr>
        </p:nvSpPr>
        <p:spPr>
          <a:xfrm>
            <a:off x="567039" y="899026"/>
            <a:ext cx="11064240" cy="278706"/>
          </a:xfrm>
          <a:prstGeom prst="rect">
            <a:avLst/>
          </a:prstGeom>
        </p:spPr>
        <p:txBody>
          <a:bodyPr lIns="0"/>
          <a:lstStyle>
            <a:lvl1pPr marL="0" indent="0">
              <a:buNone/>
              <a:defRPr sz="1800" b="0">
                <a:latin typeface="+mn-lt"/>
              </a:defRPr>
            </a:lvl1pPr>
            <a:lvl2pPr marL="169863" indent="0">
              <a:buNone/>
              <a:defRPr/>
            </a:lvl2pPr>
          </a:lstStyle>
          <a:p>
            <a:pPr lvl="0"/>
            <a:r>
              <a:rPr lang="en-US"/>
              <a:t>[Sub-headline]</a:t>
            </a:r>
          </a:p>
        </p:txBody>
      </p:sp>
      <p:sp>
        <p:nvSpPr>
          <p:cNvPr id="8" name="Content Placeholder 2">
            <a:extLst>
              <a:ext uri="{FF2B5EF4-FFF2-40B4-BE49-F238E27FC236}">
                <a16:creationId xmlns:a16="http://schemas.microsoft.com/office/drawing/2014/main" id="{7715AF6A-0E10-44AB-B296-289FDE3CCF3A}"/>
              </a:ext>
            </a:extLst>
          </p:cNvPr>
          <p:cNvSpPr>
            <a:spLocks noGrp="1"/>
          </p:cNvSpPr>
          <p:nvPr>
            <p:ph sz="quarter" idx="17" hasCustomPrompt="1"/>
          </p:nvPr>
        </p:nvSpPr>
        <p:spPr>
          <a:xfrm>
            <a:off x="563712"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1C74582-35F9-4EBE-914F-B2B9606E1172}"/>
              </a:ext>
            </a:extLst>
          </p:cNvPr>
          <p:cNvSpPr>
            <a:spLocks noGrp="1"/>
          </p:cNvSpPr>
          <p:nvPr>
            <p:ph sz="quarter" idx="18" hasCustomPrompt="1"/>
          </p:nvPr>
        </p:nvSpPr>
        <p:spPr>
          <a:xfrm>
            <a:off x="6344516" y="1261872"/>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4D1402A-B147-4C3B-B5F7-81B053EC1DD6}"/>
              </a:ext>
            </a:extLst>
          </p:cNvPr>
          <p:cNvSpPr>
            <a:spLocks noGrp="1"/>
          </p:cNvSpPr>
          <p:nvPr>
            <p:ph sz="quarter" idx="19" hasCustomPrompt="1"/>
          </p:nvPr>
        </p:nvSpPr>
        <p:spPr>
          <a:xfrm>
            <a:off x="563712" y="3674314"/>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4" name="Content Placeholder 2">
            <a:extLst>
              <a:ext uri="{FF2B5EF4-FFF2-40B4-BE49-F238E27FC236}">
                <a16:creationId xmlns:a16="http://schemas.microsoft.com/office/drawing/2014/main" id="{D1D97A98-7AE7-4D51-BF40-6464C40A1152}"/>
              </a:ext>
            </a:extLst>
          </p:cNvPr>
          <p:cNvSpPr>
            <a:spLocks noGrp="1"/>
          </p:cNvSpPr>
          <p:nvPr>
            <p:ph sz="quarter" idx="20" hasCustomPrompt="1"/>
          </p:nvPr>
        </p:nvSpPr>
        <p:spPr>
          <a:xfrm>
            <a:off x="6344516" y="3674313"/>
            <a:ext cx="5285232" cy="1920240"/>
          </a:xfrm>
        </p:spPr>
        <p:txBody>
          <a:body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sp>
        <p:nvSpPr>
          <p:cNvPr id="17" name="Footnote">
            <a:extLst>
              <a:ext uri="{FF2B5EF4-FFF2-40B4-BE49-F238E27FC236}">
                <a16:creationId xmlns:a16="http://schemas.microsoft.com/office/drawing/2014/main" id="{B09D4A4B-356B-4A62-9288-4627B8B3C318}"/>
              </a:ext>
            </a:extLst>
          </p:cNvPr>
          <p:cNvSpPr>
            <a:spLocks noGrp="1"/>
          </p:cNvSpPr>
          <p:nvPr>
            <p:ph type="body" sz="quarter" idx="15" hasCustomPrompt="1"/>
          </p:nvPr>
        </p:nvSpPr>
        <p:spPr>
          <a:xfrm>
            <a:off x="567039" y="5687045"/>
            <a:ext cx="11060912" cy="525368"/>
          </a:xfrm>
          <a:prstGeom prst="rect">
            <a:avLst/>
          </a:prstGeom>
        </p:spPr>
        <p:txBody>
          <a:bodyPr tIns="0" bIns="0" anchor="b"/>
          <a:lstStyle>
            <a:lvl1pPr marL="0" indent="0">
              <a:lnSpc>
                <a:spcPct val="100000"/>
              </a:lnSpc>
              <a:spcBef>
                <a:spcPts val="0"/>
              </a:spcBef>
              <a:spcAft>
                <a:spcPts val="200"/>
              </a:spcAft>
              <a:buSzPct val="25000"/>
              <a:buFont typeface="Arial" panose="020B0604020202020204" pitchFamily="34" charset="0"/>
              <a:buNone/>
              <a:defRPr sz="700">
                <a:latin typeface="+mn-lt"/>
              </a:defRPr>
            </a:lvl1pPr>
            <a:lvl2pPr marL="169863" indent="-112713">
              <a:lnSpc>
                <a:spcPct val="70000"/>
              </a:lnSpc>
              <a:spcBef>
                <a:spcPts val="0"/>
              </a:spcBef>
              <a:buFont typeface="Arial" panose="020B0604020202020204" pitchFamily="34" charset="0"/>
              <a:buChar char="•"/>
              <a:defRPr sz="700">
                <a:latin typeface="+mn-lt"/>
              </a:defRPr>
            </a:lvl2pPr>
            <a:lvl3pPr marL="341312" indent="0">
              <a:buNone/>
              <a:defRPr/>
            </a:lvl3pPr>
          </a:lstStyle>
          <a:p>
            <a:pPr lvl="0"/>
            <a:r>
              <a:rPr lang="en-US"/>
              <a:t>[Source / Legal disclaimer / Footnote]</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1281372971"/>
      </p:ext>
    </p:extLst>
  </p:cSld>
  <p:clrMapOvr>
    <a:masterClrMapping/>
  </p:clrMapOvr>
  <p:extLst>
    <p:ext uri="{DCECCB84-F9BA-43D5-87BE-67443E8EF086}">
      <p15:sldGuideLst xmlns:p15="http://schemas.microsoft.com/office/powerpoint/2012/main">
        <p15:guide id="1" orient="horz" pos="792" userDrawn="1">
          <p15:clr>
            <a:srgbClr val="FBAE40"/>
          </p15:clr>
        </p15:guide>
        <p15:guide id="2" orient="horz" pos="352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TITLES</a:t>
            </a:r>
          </a:p>
        </p:txBody>
      </p:sp>
    </p:spTree>
    <p:extLst>
      <p:ext uri="{BB962C8B-B14F-4D97-AF65-F5344CB8AC3E}">
        <p14:creationId xmlns:p14="http://schemas.microsoft.com/office/powerpoint/2010/main" val="222015815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Title Image Bottom">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B1D9F-FE9B-4F62-9422-68C960A222D2}"/>
              </a:ext>
            </a:extLst>
          </p:cNvPr>
          <p:cNvSpPr>
            <a:spLocks noGrp="1"/>
          </p:cNvSpPr>
          <p:nvPr>
            <p:ph type="title" hasCustomPrompt="1"/>
          </p:nvPr>
        </p:nvSpPr>
        <p:spPr>
          <a:xfrm>
            <a:off x="566382" y="1289200"/>
            <a:ext cx="7114032" cy="1776729"/>
          </a:xfrm>
          <a:prstGeom prst="rect">
            <a:avLst/>
          </a:prstGeom>
        </p:spPr>
        <p:txBody>
          <a:bodyPr anchor="b">
            <a:normAutofit/>
          </a:bodyPr>
          <a:lstStyle>
            <a:lvl1pPr>
              <a:defRPr sz="4400" b="0"/>
            </a:lvl1pPr>
          </a:lstStyle>
          <a:p>
            <a:r>
              <a:rPr lang="en-US"/>
              <a:t>[Title max two lines, shrink to fit – must be at least 32pt]</a:t>
            </a:r>
          </a:p>
        </p:txBody>
      </p:sp>
      <p:sp>
        <p:nvSpPr>
          <p:cNvPr id="11" name="Text Placeholder 10">
            <a:extLst>
              <a:ext uri="{FF2B5EF4-FFF2-40B4-BE49-F238E27FC236}">
                <a16:creationId xmlns:a16="http://schemas.microsoft.com/office/drawing/2014/main" id="{8D2521EE-A926-423E-A2FE-B2B920A546B9}"/>
              </a:ext>
            </a:extLst>
          </p:cNvPr>
          <p:cNvSpPr>
            <a:spLocks noGrp="1"/>
          </p:cNvSpPr>
          <p:nvPr>
            <p:ph type="body" sz="quarter" idx="14" hasCustomPrompt="1"/>
          </p:nvPr>
        </p:nvSpPr>
        <p:spPr>
          <a:xfrm>
            <a:off x="558800" y="3163887"/>
            <a:ext cx="7114033" cy="311271"/>
          </a:xfrm>
          <a:prstGeom prst="rect">
            <a:avLst/>
          </a:prstGeom>
        </p:spPr>
        <p:txBody>
          <a:bodyPr>
            <a:no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14pt]</a:t>
            </a:r>
          </a:p>
        </p:txBody>
      </p:sp>
      <p:sp>
        <p:nvSpPr>
          <p:cNvPr id="16" name="Text Placeholder 15">
            <a:extLst>
              <a:ext uri="{FF2B5EF4-FFF2-40B4-BE49-F238E27FC236}">
                <a16:creationId xmlns:a16="http://schemas.microsoft.com/office/drawing/2014/main" id="{945494EC-E9A8-46D3-959D-EFC8E352899E}"/>
              </a:ext>
            </a:extLst>
          </p:cNvPr>
          <p:cNvSpPr>
            <a:spLocks noGrp="1"/>
          </p:cNvSpPr>
          <p:nvPr>
            <p:ph type="body" sz="quarter" idx="16" hasCustomPrompt="1"/>
          </p:nvPr>
        </p:nvSpPr>
        <p:spPr>
          <a:xfrm>
            <a:off x="8596672" y="1461937"/>
            <a:ext cx="3035808" cy="1603991"/>
          </a:xfrm>
          <a:prstGeom prst="rect">
            <a:avLst/>
          </a:prstGeo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[Add Presenter name(s) / Department / Title]</a:t>
            </a:r>
          </a:p>
        </p:txBody>
      </p:sp>
      <p:sp>
        <p:nvSpPr>
          <p:cNvPr id="18" name="Text Placeholder 17">
            <a:extLst>
              <a:ext uri="{FF2B5EF4-FFF2-40B4-BE49-F238E27FC236}">
                <a16:creationId xmlns:a16="http://schemas.microsoft.com/office/drawing/2014/main" id="{2B20403D-A1B9-4FD9-A965-85BAD0B8C674}"/>
              </a:ext>
            </a:extLst>
          </p:cNvPr>
          <p:cNvSpPr>
            <a:spLocks noGrp="1"/>
          </p:cNvSpPr>
          <p:nvPr>
            <p:ph type="body" sz="quarter" idx="17" hasCustomPrompt="1"/>
          </p:nvPr>
        </p:nvSpPr>
        <p:spPr>
          <a:xfrm>
            <a:off x="8596672" y="3146702"/>
            <a:ext cx="303580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6" name="Picture Placeholder 5">
            <a:extLst>
              <a:ext uri="{FF2B5EF4-FFF2-40B4-BE49-F238E27FC236}">
                <a16:creationId xmlns:a16="http://schemas.microsoft.com/office/drawing/2014/main" id="{0FFE3BED-FEEE-4719-BC7E-F76E7FF8BA7E}"/>
              </a:ext>
            </a:extLst>
          </p:cNvPr>
          <p:cNvSpPr>
            <a:spLocks noGrp="1"/>
          </p:cNvSpPr>
          <p:nvPr>
            <p:ph type="pic" sz="quarter" idx="21" hasCustomPrompt="1"/>
          </p:nvPr>
        </p:nvSpPr>
        <p:spPr>
          <a:xfrm>
            <a:off x="0" y="3694113"/>
            <a:ext cx="12228513" cy="3163887"/>
          </a:xfrm>
          <a:prstGeom prst="rect">
            <a:avLst/>
          </a:prstGeom>
        </p:spPr>
        <p:txBody>
          <a:bodyPr lIns="548640" tIns="548640"/>
          <a:lstStyle>
            <a:lvl1pPr marL="0" indent="0">
              <a:buFontTx/>
              <a:buNone/>
              <a:defRPr/>
            </a:lvl1pPr>
          </a:lstStyle>
          <a:p>
            <a:r>
              <a:rPr lang="en-US"/>
              <a:t>Click icon to add picture, then send to back to display copyright info</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pic>
        <p:nvPicPr>
          <p:cNvPr id="100" name="Image 0" descr="https://snp-mediaportal.qbank.se/assets/deployedFiles/4ebf46970dd30ed73bbae53c35377a40.png"/>
          <p:cNvPicPr>
            <a:picLocks noChangeAspect="1"/>
          </p:cNvPicPr>
          <p:nvPr/>
        </p:nvPicPr>
        <p:blipFill>
          <a:blip r:embed="rId1"/>
          <a:stretch>
            <a:fillRect/>
          </a:stretch>
        </p:blipFill>
        <p:spPr>
          <a:xfrm>
            <a:off x="557784" y="374904"/>
            <a:ext cx="1335024" cy="640080"/>
          </a:xfrm>
          <a:prstGeom prst="rect">
            <a:avLst/>
          </a:prstGeom>
        </p:spPr>
      </p:pic>
    </p:spTree>
    <p:extLst>
      <p:ext uri="{BB962C8B-B14F-4D97-AF65-F5344CB8AC3E}">
        <p14:creationId xmlns:p14="http://schemas.microsoft.com/office/powerpoint/2010/main" val="11215010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White - reports and presentations (hIHS)">
    <p:bg>
      <p:bgRef idx="1001">
        <a:schemeClr val="bg1"/>
      </p:bgRef>
    </p:bg>
    <p:spTree>
      <p:nvGrpSpPr>
        <p:cNvPr id="1" name=""/>
        <p:cNvGrpSpPr/>
        <p:nvPr/>
      </p:nvGrpSpPr>
      <p:grpSpPr>
        <a:xfrm>
          <a:off x="0" y="0"/>
          <a:ext cx="0" cy="0"/>
          <a:chOff x="0" y="0"/>
          <a:chExt cx="0" cy="0"/>
        </a:xfrm>
      </p:grpSpPr>
      <p:sp>
        <p:nvSpPr>
          <p:cNvPr id="9" name="Text Placeholder 17">
            <a:extLst>
              <a:ext uri="{FF2B5EF4-FFF2-40B4-BE49-F238E27FC236}">
                <a16:creationId xmlns:a16="http://schemas.microsoft.com/office/drawing/2014/main" id="{8498AB6A-D245-44A6-BBEF-0361C1A6479E}"/>
              </a:ext>
            </a:extLst>
          </p:cNvPr>
          <p:cNvSpPr>
            <a:spLocks noGrp="1"/>
          </p:cNvSpPr>
          <p:nvPr>
            <p:ph type="body" sz="quarter" idx="18" hasCustomPrompt="1"/>
          </p:nvPr>
        </p:nvSpPr>
        <p:spPr>
          <a:xfrm>
            <a:off x="7162800" y="357520"/>
            <a:ext cx="4469680" cy="233318"/>
          </a:xfrm>
          <a:prstGeom prst="rect">
            <a:avLst/>
          </a:prstGeom>
        </p:spPr>
        <p:txBody>
          <a:bodyPr anchor="ctr">
            <a:noAutofit/>
          </a:bodyPr>
          <a:lstStyle>
            <a:lvl1pPr marL="0" indent="0" algn="r">
              <a:buNone/>
              <a:defRPr sz="1200" b="1">
                <a:solidFill>
                  <a:schemeClr val="accent1"/>
                </a:solidFill>
              </a:defRPr>
            </a:lvl1pPr>
            <a:lvl2pPr marL="0" indent="0">
              <a:buNone/>
              <a:defRPr/>
            </a:lvl2pPr>
            <a:lvl3pPr marL="0" indent="0">
              <a:buNone/>
              <a:defRPr/>
            </a:lvl3pPr>
            <a:lvl4pPr marL="0" indent="0">
              <a:buNone/>
              <a:defRPr/>
            </a:lvl4pPr>
            <a:lvl5pPr marL="0" indent="0">
              <a:buNone/>
              <a:defRPr/>
            </a:lvl5pPr>
          </a:lstStyle>
          <a:p>
            <a:pPr lvl="0"/>
            <a:r>
              <a:rPr lang="en-US"/>
              <a:t>[SERVICE LINE / REPORT TYPE]</a:t>
            </a:r>
          </a:p>
        </p:txBody>
      </p:sp>
      <p:sp>
        <p:nvSpPr>
          <p:cNvPr id="13" name="Title 1">
            <a:extLst>
              <a:ext uri="{FF2B5EF4-FFF2-40B4-BE49-F238E27FC236}">
                <a16:creationId xmlns:a16="http://schemas.microsoft.com/office/drawing/2014/main" id="{11571508-C5DD-4E25-961C-17353D606594}"/>
              </a:ext>
            </a:extLst>
          </p:cNvPr>
          <p:cNvSpPr>
            <a:spLocks noGrp="1"/>
          </p:cNvSpPr>
          <p:nvPr>
            <p:ph type="title" hasCustomPrompt="1"/>
          </p:nvPr>
        </p:nvSpPr>
        <p:spPr>
          <a:xfrm>
            <a:off x="566382" y="1267411"/>
            <a:ext cx="7189020" cy="1864409"/>
          </a:xfrm>
          <a:prstGeom prst="rect">
            <a:avLst/>
          </a:prstGeom>
          <a:noFill/>
        </p:spPr>
        <p:txBody>
          <a:bodyPr anchor="b">
            <a:noAutofit/>
          </a:bodyPr>
          <a:lstStyle>
            <a:lvl1pPr>
              <a:defRPr sz="4400" b="0"/>
            </a:lvl1pPr>
          </a:lstStyle>
          <a:p>
            <a:r>
              <a:rPr lang="en-US"/>
              <a:t>[Title max two lines, shrink to fit – must be at least 32 </a:t>
            </a:r>
            <a:r>
              <a:rPr lang="en-US" err="1"/>
              <a:t>pt</a:t>
            </a:r>
            <a:r>
              <a:rPr lang="en-US"/>
              <a:t>]</a:t>
            </a:r>
          </a:p>
        </p:txBody>
      </p:sp>
      <p:sp>
        <p:nvSpPr>
          <p:cNvPr id="14" name="Text Placeholder 10">
            <a:extLst>
              <a:ext uri="{FF2B5EF4-FFF2-40B4-BE49-F238E27FC236}">
                <a16:creationId xmlns:a16="http://schemas.microsoft.com/office/drawing/2014/main" id="{04BCAB30-4750-4267-8703-0690502ABE44}"/>
              </a:ext>
            </a:extLst>
          </p:cNvPr>
          <p:cNvSpPr>
            <a:spLocks noGrp="1"/>
          </p:cNvSpPr>
          <p:nvPr>
            <p:ph type="body" sz="quarter" idx="14" hasCustomPrompt="1"/>
          </p:nvPr>
        </p:nvSpPr>
        <p:spPr>
          <a:xfrm>
            <a:off x="566928" y="3232340"/>
            <a:ext cx="7189020" cy="576053"/>
          </a:xfrm>
        </p:spPr>
        <p:txBody>
          <a:bodyPr>
            <a:normAutofit/>
          </a:bodyPr>
          <a:lstStyle>
            <a:lvl1pPr marL="0" indent="0">
              <a:buNone/>
              <a:defRPr sz="1800">
                <a:latin typeface="+mn-lt"/>
              </a:defRPr>
            </a:lvl1pPr>
            <a:lvl2pPr marL="0" indent="0">
              <a:buNone/>
              <a:defRPr/>
            </a:lvl2pPr>
            <a:lvl3pPr marL="0" indent="0">
              <a:buNone/>
              <a:defRPr/>
            </a:lvl3pPr>
            <a:lvl4pPr marL="0" indent="0">
              <a:buNone/>
              <a:defRPr/>
            </a:lvl4pPr>
            <a:lvl5pPr marL="0" indent="0">
              <a:buNone/>
              <a:defRPr/>
            </a:lvl5pPr>
          </a:lstStyle>
          <a:p>
            <a:pPr lvl="0"/>
            <a:r>
              <a:rPr lang="en-US"/>
              <a:t>[Subtitle max one line, shrink font size to fit – must be at least 14 </a:t>
            </a:r>
            <a:r>
              <a:rPr lang="en-US" err="1"/>
              <a:t>pt</a:t>
            </a:r>
            <a:r>
              <a:rPr lang="en-US"/>
              <a:t>]</a:t>
            </a:r>
          </a:p>
        </p:txBody>
      </p:sp>
      <p:sp>
        <p:nvSpPr>
          <p:cNvPr id="15" name="Text Placeholder 15">
            <a:extLst>
              <a:ext uri="{FF2B5EF4-FFF2-40B4-BE49-F238E27FC236}">
                <a16:creationId xmlns:a16="http://schemas.microsoft.com/office/drawing/2014/main" id="{093CEC42-A75F-4876-8888-3F2ECFF55BAF}"/>
              </a:ext>
            </a:extLst>
          </p:cNvPr>
          <p:cNvSpPr>
            <a:spLocks noGrp="1"/>
          </p:cNvSpPr>
          <p:nvPr>
            <p:ph type="body" sz="quarter" idx="20" hasCustomPrompt="1"/>
          </p:nvPr>
        </p:nvSpPr>
        <p:spPr>
          <a:xfrm>
            <a:off x="566928" y="3926945"/>
            <a:ext cx="7189020" cy="1864408"/>
          </a:xfrm>
        </p:spPr>
        <p:txBody>
          <a:bodyPr anchor="b">
            <a:noAutofit/>
          </a:bodyPr>
          <a:lstStyle>
            <a:lvl1pPr marL="0" indent="0">
              <a:buNone/>
              <a:defRPr sz="1600"/>
            </a:lvl1pPr>
            <a:lvl2pPr marL="0" indent="0">
              <a:buNone/>
              <a:defRPr sz="1200"/>
            </a:lvl2pPr>
            <a:lvl3pPr marL="0" indent="0">
              <a:buNone/>
              <a:defRPr sz="1200"/>
            </a:lvl3pPr>
            <a:lvl4pPr marL="0" indent="0">
              <a:buNone/>
              <a:defRPr sz="1200"/>
            </a:lvl4pPr>
            <a:lvl5pPr marL="0" indent="0">
              <a:buNone/>
              <a:defRPr sz="1200"/>
            </a:lvl5pPr>
          </a:lstStyle>
          <a:p>
            <a:pPr lvl="0"/>
            <a:r>
              <a:rPr lang="en-US"/>
              <a:t>[First and Last Name / Department / Title]</a:t>
            </a:r>
          </a:p>
          <a:p>
            <a:pPr lvl="0"/>
            <a:r>
              <a:rPr lang="en-US"/>
              <a:t>[First and Last Name / Department / Title]</a:t>
            </a:r>
          </a:p>
          <a:p>
            <a:pPr lvl="0"/>
            <a:r>
              <a:rPr lang="en-US"/>
              <a:t>[First and Last Name / Department / Title]</a:t>
            </a:r>
          </a:p>
          <a:p>
            <a:pPr lvl="0"/>
            <a:r>
              <a:rPr lang="en-US"/>
              <a:t>Also contributing to this report were First and Last name, (no title or division)</a:t>
            </a:r>
          </a:p>
        </p:txBody>
      </p:sp>
      <p:sp>
        <p:nvSpPr>
          <p:cNvPr id="17" name="Text Placeholder 17">
            <a:extLst>
              <a:ext uri="{FF2B5EF4-FFF2-40B4-BE49-F238E27FC236}">
                <a16:creationId xmlns:a16="http://schemas.microsoft.com/office/drawing/2014/main" id="{EBFEFC18-4178-460D-94CF-FE6114DEE4EE}"/>
              </a:ext>
            </a:extLst>
          </p:cNvPr>
          <p:cNvSpPr>
            <a:spLocks noGrp="1"/>
          </p:cNvSpPr>
          <p:nvPr>
            <p:ph type="body" sz="quarter" idx="17" hasCustomPrompt="1"/>
          </p:nvPr>
        </p:nvSpPr>
        <p:spPr>
          <a:xfrm>
            <a:off x="566928" y="5998670"/>
            <a:ext cx="3035808" cy="214805"/>
          </a:xfrm>
        </p:spPr>
        <p:txBody>
          <a:bodyPr>
            <a:normAutofit/>
          </a:bodyPr>
          <a:lstStyle>
            <a:lvl1pPr marL="0" indent="0" algn="l">
              <a:buNone/>
              <a:defRPr sz="1200">
                <a:solidFill>
                  <a:schemeClr val="tx1"/>
                </a:solidFill>
              </a:defRPr>
            </a:lvl1pPr>
            <a:lvl2pPr marL="0" indent="0">
              <a:buNone/>
              <a:defRPr/>
            </a:lvl2pPr>
            <a:lvl3pPr marL="0" indent="0">
              <a:buNone/>
              <a:defRPr/>
            </a:lvl3pPr>
            <a:lvl4pPr marL="0" indent="0">
              <a:buNone/>
              <a:defRPr/>
            </a:lvl4pPr>
            <a:lvl5pPr marL="0" indent="0">
              <a:buNone/>
              <a:defRPr/>
            </a:lvl5pPr>
          </a:lstStyle>
          <a:p>
            <a:pPr lvl="0"/>
            <a:r>
              <a:rPr lang="en-US"/>
              <a:t>[Month DD, 20YY]</a:t>
            </a:r>
          </a:p>
        </p:txBody>
      </p:sp>
      <p:sp>
        <p:nvSpPr>
          <p:cNvPr id="5" name="Picture Placeholder 4">
            <a:extLst>
              <a:ext uri="{FF2B5EF4-FFF2-40B4-BE49-F238E27FC236}">
                <a16:creationId xmlns:a16="http://schemas.microsoft.com/office/drawing/2014/main" id="{78496E54-0E25-491E-9250-6235E2D8C1DF}"/>
              </a:ext>
            </a:extLst>
          </p:cNvPr>
          <p:cNvSpPr>
            <a:spLocks noGrp="1"/>
          </p:cNvSpPr>
          <p:nvPr>
            <p:ph type="pic" sz="quarter" idx="19"/>
          </p:nvPr>
        </p:nvSpPr>
        <p:spPr>
          <a:xfrm>
            <a:off x="7905395" y="1289050"/>
            <a:ext cx="4286605" cy="4924425"/>
          </a:xfrm>
        </p:spPr>
        <p:txBody>
          <a:bodyPr/>
          <a:lstStyle/>
          <a:p>
            <a:r>
              <a:rPr lang="en-US"/>
              <a:t>Click icon to add picture</a:t>
            </a:r>
          </a:p>
        </p:txBody>
      </p:sp>
      <p:sp>
        <p:nvSpPr>
          <p:cNvPr id="2" name="Text Placeholder 17">
            <a:extLst>
              <a:ext uri="{FF2B5EF4-FFF2-40B4-BE49-F238E27FC236}">
                <a16:creationId xmlns:a16="http://schemas.microsoft.com/office/drawing/2014/main" id="{FE429373-F3E5-FE93-2985-3A20602CB30D}"/>
              </a:ext>
            </a:extLst>
          </p:cNvPr>
          <p:cNvSpPr>
            <a:spLocks noGrp="1"/>
          </p:cNvSpPr>
          <p:nvPr>
            <p:ph type="body" sz="quarter" idx="21" hasCustomPrompt="1"/>
          </p:nvPr>
        </p:nvSpPr>
        <p:spPr>
          <a:xfrm>
            <a:off x="566382" y="1267411"/>
            <a:ext cx="5529618" cy="233318"/>
          </a:xfrm>
          <a:prstGeom prst="rect">
            <a:avLst/>
          </a:prstGeom>
        </p:spPr>
        <p:txBody>
          <a:bodyPr>
            <a:noAutofit/>
          </a:bodyPr>
          <a:lstStyle>
            <a:lvl1pPr marL="0" indent="0" algn="l">
              <a:buNone/>
              <a:defRPr sz="1200"/>
            </a:lvl1pPr>
            <a:lvl2pPr marL="0" indent="0">
              <a:buNone/>
              <a:defRPr/>
            </a:lvl2pPr>
            <a:lvl3pPr marL="0" indent="0">
              <a:buNone/>
              <a:defRPr/>
            </a:lvl3pPr>
            <a:lvl4pPr marL="0" indent="0">
              <a:buNone/>
              <a:defRPr/>
            </a:lvl4pPr>
            <a:lvl5pPr marL="0" indent="0">
              <a:buNone/>
              <a:defRPr/>
            </a:lvl5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lang="en-US"/>
              <a:t>[Optional placeholder—Delete this placeholder if you aren’t using it]</a:t>
            </a:r>
          </a:p>
        </p:txBody>
      </p:sp>
      <p:sp>
        <p:nvSpPr>
          <p:cNvPr id="71" name="Rectangle 70">
            <a:extLst>
              <a:ext uri="{FF2B5EF4-FFF2-40B4-BE49-F238E27FC236}">
                <a16:creationId xmlns:a16="http://schemas.microsoft.com/office/drawing/2014/main" id="{10E65810-F0E8-45BE-885C-C4B416AFE65D}"/>
              </a:ext>
            </a:extLst>
          </p:cNvPr>
          <p:cNvSpPr/>
          <p:nvPr userDrawn="1"/>
        </p:nvSpPr>
        <p:spPr>
          <a:xfrm>
            <a:off x="5645682" y="6467927"/>
            <a:ext cx="5986798" cy="307777"/>
          </a:xfrm>
          <a:prstGeom prst="rect">
            <a:avLst/>
          </a:prstGeom>
        </p:spPr>
        <p:txBody>
          <a:bodyPr wrap="square" anchor="b">
            <a:spAutoFit/>
          </a:bodyPr>
          <a:lstStyle/>
          <a:p>
            <a:pPr algn="r"/>
            <a:r>
              <a:rPr lang="en-US" sz="700" dirty="0">
                <a:latin typeface="+mn-lt"/>
              </a:rPr>
              <a:t>© 2026 S&amp;P Global.</a:t>
            </a:r>
            <a:br>
              <a:rPr lang="en-US" sz="700" dirty="0">
                <a:latin typeface="+mn-lt"/>
              </a:rPr>
            </a:br>
            <a:r>
              <a:rPr lang="en-US" sz="700" dirty="0">
                <a:latin typeface="+mn-lt"/>
              </a:rPr>
              <a:t>Permission to reprint or distribute any content from this presentation requires the prior written approval of S&amp;P Global.</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374904"/>
            <a:ext cx="1335024" cy="640080"/>
          </a:xfrm>
          <a:prstGeom prst="rect">
            <a:avLst/>
          </a:prstGeom>
        </p:spPr>
      </p:pic>
    </p:spTree>
    <p:extLst>
      <p:ext uri="{BB962C8B-B14F-4D97-AF65-F5344CB8AC3E}">
        <p14:creationId xmlns:p14="http://schemas.microsoft.com/office/powerpoint/2010/main" val="65461517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TOC/AGENDA</a:t>
            </a:r>
          </a:p>
        </p:txBody>
      </p:sp>
    </p:spTree>
    <p:extLst>
      <p:ext uri="{BB962C8B-B14F-4D97-AF65-F5344CB8AC3E}">
        <p14:creationId xmlns:p14="http://schemas.microsoft.com/office/powerpoint/2010/main" val="41700770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Divider Photo 2">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E788391-9181-4039-9662-943128F9F643}"/>
              </a:ext>
            </a:extLst>
          </p:cNvPr>
          <p:cNvSpPr>
            <a:spLocks noGrp="1"/>
          </p:cNvSpPr>
          <p:nvPr>
            <p:ph type="ftr" sz="quarter" idx="16"/>
          </p:nvPr>
        </p:nvSpPr>
        <p:spPr/>
        <p:txBody>
          <a:bodyPr/>
          <a:lstStyle/>
          <a:p>
            <a:r>
              <a:rPr lang="en-US"/>
              <a:t>Section name (optional) / Title / Month 20YY</a:t>
            </a:r>
          </a:p>
        </p:txBody>
      </p:sp>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7" name="Title 1">
            <a:extLst>
              <a:ext uri="{FF2B5EF4-FFF2-40B4-BE49-F238E27FC236}">
                <a16:creationId xmlns:a16="http://schemas.microsoft.com/office/drawing/2014/main" id="{C1E8CFFC-BDBD-4E31-B071-4DDAA1454C11}"/>
              </a:ext>
            </a:extLst>
          </p:cNvPr>
          <p:cNvSpPr>
            <a:spLocks noGrp="1"/>
          </p:cNvSpPr>
          <p:nvPr>
            <p:ph type="title" hasCustomPrompt="1"/>
          </p:nvPr>
        </p:nvSpPr>
        <p:spPr>
          <a:xfrm>
            <a:off x="558798" y="456344"/>
            <a:ext cx="5214685" cy="709068"/>
          </a:xfrm>
          <a:prstGeom prst="rect">
            <a:avLst/>
          </a:prstGeom>
        </p:spPr>
        <p:txBody>
          <a:bodyPr anchor="ctr">
            <a:normAutofit/>
          </a:bodyPr>
          <a:lstStyle>
            <a:lvl1pPr>
              <a:defRPr sz="4000"/>
            </a:lvl1pPr>
          </a:lstStyle>
          <a:p>
            <a:r>
              <a:rPr lang="en-US"/>
              <a:t>Table of contents</a:t>
            </a:r>
          </a:p>
        </p:txBody>
      </p:sp>
      <p:sp>
        <p:nvSpPr>
          <p:cNvPr id="9" name="Text Placeholder 2">
            <a:extLst>
              <a:ext uri="{FF2B5EF4-FFF2-40B4-BE49-F238E27FC236}">
                <a16:creationId xmlns:a16="http://schemas.microsoft.com/office/drawing/2014/main" id="{4EBCF259-845B-4BA5-97CB-E81D70E376E7}"/>
              </a:ext>
            </a:extLst>
          </p:cNvPr>
          <p:cNvSpPr>
            <a:spLocks noGrp="1"/>
          </p:cNvSpPr>
          <p:nvPr>
            <p:ph idx="1" hasCustomPrompt="1"/>
          </p:nvPr>
        </p:nvSpPr>
        <p:spPr>
          <a:xfrm>
            <a:off x="567039" y="1289097"/>
            <a:ext cx="5214685" cy="4748525"/>
          </a:xfrm>
          <a:prstGeom prst="rect">
            <a:avLst/>
          </a:prstGeom>
        </p:spPr>
        <p:txBody>
          <a:bodyPr vert="horz" lIns="0" tIns="0" rIns="0" bIns="0" rtlCol="0">
            <a:noAutofit/>
          </a:bodyPr>
          <a:lstStyle>
            <a:lvl1pPr marL="0" indent="0">
              <a:buFontTx/>
              <a:buNone/>
              <a:defRPr/>
            </a:lvl1pPr>
            <a:lvl2pPr marL="169863" indent="0">
              <a:buFontTx/>
              <a:buNone/>
              <a:defRPr/>
            </a:lvl2pPr>
            <a:lvl3pPr marL="341312" indent="0">
              <a:buFontTx/>
              <a:buNone/>
              <a:defRPr/>
            </a:lvl3pPr>
            <a:lvl4pPr marL="517525" indent="0">
              <a:buFontTx/>
              <a:buNone/>
              <a:defRPr/>
            </a:lvl4pPr>
            <a:lvl5pPr marL="687387" indent="0">
              <a:buFontTx/>
              <a:buNone/>
              <a:defRPr/>
            </a:lvl5pPr>
          </a:lstStyle>
          <a:p>
            <a:pPr marL="169863" marR="0" lvl="0" indent="-169863"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p>
          <a:p>
            <a:pPr marL="341313" marR="0" lvl="1"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Second level</a:t>
            </a:r>
          </a:p>
        </p:txBody>
      </p:sp>
      <p:sp>
        <p:nvSpPr>
          <p:cNvPr id="8" name="Picture Placeholder 6">
            <a:extLst>
              <a:ext uri="{FF2B5EF4-FFF2-40B4-BE49-F238E27FC236}">
                <a16:creationId xmlns:a16="http://schemas.microsoft.com/office/drawing/2014/main" id="{DF119F31-B551-49BE-B486-88A63B1BDA06}"/>
              </a:ext>
            </a:extLst>
          </p:cNvPr>
          <p:cNvSpPr>
            <a:spLocks noGrp="1"/>
          </p:cNvSpPr>
          <p:nvPr>
            <p:ph type="pic" sz="quarter" idx="15" hasCustomPrompt="1"/>
          </p:nvPr>
        </p:nvSpPr>
        <p:spPr>
          <a:xfrm>
            <a:off x="6098117" y="479784"/>
            <a:ext cx="6093883" cy="5557838"/>
          </a:xfrm>
          <a:prstGeom prst="rect">
            <a:avLst/>
          </a:prstGeom>
          <a:noFill/>
        </p:spPr>
        <p:txBody>
          <a:bodyPr anchor="ctr"/>
          <a:lstStyle>
            <a:lvl1pPr marL="0" indent="0" algn="ctr">
              <a:buNone/>
              <a:defRPr/>
            </a:lvl1pPr>
          </a:lstStyle>
          <a:p>
            <a:r>
              <a:rPr lang="en-US"/>
              <a:t>[Insert photo]</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95778028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genda - presentation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6" name="TextBox 5">
            <a:extLst>
              <a:ext uri="{FF2B5EF4-FFF2-40B4-BE49-F238E27FC236}">
                <a16:creationId xmlns:a16="http://schemas.microsoft.com/office/drawing/2014/main" id="{D1AB2D4B-61B8-4F93-BE55-9F895DB392B2}"/>
              </a:ext>
            </a:extLst>
          </p:cNvPr>
          <p:cNvSpPr txBox="1"/>
          <p:nvPr userDrawn="1"/>
        </p:nvSpPr>
        <p:spPr>
          <a:xfrm>
            <a:off x="558799" y="3694832"/>
            <a:ext cx="3583709" cy="615553"/>
          </a:xfrm>
          <a:prstGeom prst="rect">
            <a:avLst/>
          </a:prstGeom>
          <a:noFill/>
        </p:spPr>
        <p:txBody>
          <a:bodyPr wrap="square" lIns="0" tIns="0" rIns="0" bIns="0" rtlCol="0" anchor="ctr">
            <a:spAutoFit/>
          </a:bodyPr>
          <a:lstStyle/>
          <a:p>
            <a:pPr algn="l">
              <a:spcAft>
                <a:spcPts val="200"/>
              </a:spcAft>
            </a:pPr>
            <a:r>
              <a:rPr lang="en-US" sz="4000"/>
              <a:t>Agenda</a:t>
            </a:r>
          </a:p>
        </p:txBody>
      </p:sp>
      <p:sp>
        <p:nvSpPr>
          <p:cNvPr id="53" name="Text Placeholder 5">
            <a:extLst>
              <a:ext uri="{FF2B5EF4-FFF2-40B4-BE49-F238E27FC236}">
                <a16:creationId xmlns:a16="http://schemas.microsoft.com/office/drawing/2014/main" id="{7ADECE40-364B-4CC4-B417-72EED8D3C3F4}"/>
              </a:ext>
            </a:extLst>
          </p:cNvPr>
          <p:cNvSpPr>
            <a:spLocks noGrp="1"/>
          </p:cNvSpPr>
          <p:nvPr>
            <p:ph type="body" sz="quarter" idx="14" hasCustomPrompt="1"/>
          </p:nvPr>
        </p:nvSpPr>
        <p:spPr>
          <a:xfrm>
            <a:off x="6607175" y="1951891"/>
            <a:ext cx="5026025" cy="4101436"/>
          </a:xfrm>
          <a:prstGeom prst="rect">
            <a:avLst/>
          </a:prstGeom>
        </p:spPr>
        <p:txBody>
          <a:bodyPr anchor="ctr"/>
          <a:lstStyle>
            <a:lvl1pPr marL="0" indent="0">
              <a:buFont typeface="Arial" panose="020B0604020202020204" pitchFamily="34" charset="0"/>
              <a:buChar char="​"/>
              <a:defRPr sz="2400"/>
            </a:lvl1pPr>
            <a:lvl2pPr marL="228600" indent="-228600">
              <a:defRPr sz="1800"/>
            </a:lvl2pPr>
          </a:lstStyle>
          <a:p>
            <a:pPr lvl="0"/>
            <a:r>
              <a:rPr lang="en-US"/>
              <a:t>[Click to add content items]</a:t>
            </a:r>
          </a:p>
          <a:p>
            <a:pPr lvl="1"/>
            <a:r>
              <a:rPr lang="en-US"/>
              <a:t>Second level</a:t>
            </a:r>
          </a:p>
        </p:txBody>
      </p:sp>
      <p:pic>
        <p:nvPicPr>
          <p:cNvPr id="100" name="Image 0" descr="https://snp-mediaportal.qbank.se/assets/deployedFiles/b7dd9418a4c2f881e9fc5ffb942fbcd4.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373127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OC - reports">
    <p:bg>
      <p:bgRef idx="1001">
        <a:schemeClr val="bg1"/>
      </p:bgRef>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C8E1BF1-FE4A-46AB-98F2-7D703B37EFBB}"/>
              </a:ext>
            </a:extLst>
          </p:cNvPr>
          <p:cNvSpPr>
            <a:spLocks noGrp="1"/>
          </p:cNvSpPr>
          <p:nvPr>
            <p:ph type="sldNum" sz="quarter" idx="12"/>
          </p:nvPr>
        </p:nvSpPr>
        <p:spPr/>
        <p:txBody>
          <a:bodyPr/>
          <a:lstStyle/>
          <a:p>
            <a:fld id="{5CFA18E4-D58E-4B28-B105-28D9665A8EBC}" type="slidenum">
              <a:rPr lang="en-US" smtClean="0"/>
              <a:pPr/>
              <a:t>‹#›</a:t>
            </a:fld>
            <a:endParaRPr lang="en-US"/>
          </a:p>
        </p:txBody>
      </p:sp>
      <p:sp>
        <p:nvSpPr>
          <p:cNvPr id="4" name="TextBox 3">
            <a:extLst>
              <a:ext uri="{FF2B5EF4-FFF2-40B4-BE49-F238E27FC236}">
                <a16:creationId xmlns:a16="http://schemas.microsoft.com/office/drawing/2014/main" id="{368E778E-5794-4781-A782-DE31D3000154}"/>
              </a:ext>
            </a:extLst>
          </p:cNvPr>
          <p:cNvSpPr txBox="1"/>
          <p:nvPr userDrawn="1"/>
        </p:nvSpPr>
        <p:spPr>
          <a:xfrm>
            <a:off x="567038" y="323644"/>
            <a:ext cx="11064240" cy="369332"/>
          </a:xfrm>
          <a:prstGeom prst="rect">
            <a:avLst/>
          </a:prstGeom>
          <a:noFill/>
        </p:spPr>
        <p:txBody>
          <a:bodyPr wrap="square" lIns="0" tIns="0" rIns="0" bIns="0" rtlCol="0">
            <a:spAutoFit/>
          </a:bodyPr>
          <a:lstStyle/>
          <a:p>
            <a:pPr algn="l"/>
            <a:r>
              <a:rPr lang="en-US" sz="2400"/>
              <a:t>Table of contents</a:t>
            </a:r>
          </a:p>
        </p:txBody>
      </p:sp>
      <p:sp>
        <p:nvSpPr>
          <p:cNvPr id="10" name="Content Placeholder 2">
            <a:extLst>
              <a:ext uri="{FF2B5EF4-FFF2-40B4-BE49-F238E27FC236}">
                <a16:creationId xmlns:a16="http://schemas.microsoft.com/office/drawing/2014/main" id="{85F1D6E6-A55C-4ECB-8E20-E9695CD41CD9}"/>
              </a:ext>
            </a:extLst>
          </p:cNvPr>
          <p:cNvSpPr>
            <a:spLocks noGrp="1"/>
          </p:cNvSpPr>
          <p:nvPr>
            <p:ph sz="quarter" idx="17" hasCustomPrompt="1"/>
          </p:nvPr>
        </p:nvSpPr>
        <p:spPr>
          <a:xfrm>
            <a:off x="567037" y="1257300"/>
            <a:ext cx="11060913" cy="4937760"/>
          </a:xfrm>
        </p:spPr>
        <p:txBody>
          <a:bodyPr numCol="2" spcCol="914400"/>
          <a:lstStyle>
            <a:lvl1pPr>
              <a:tabLst>
                <a:tab pos="5081588" algn="r"/>
              </a:tabLst>
              <a:defRPr/>
            </a:lvl1pPr>
            <a:lvl2pPr>
              <a:tabLst>
                <a:tab pos="5081588" algn="r"/>
              </a:tabLst>
              <a:defRPr/>
            </a:lvl2pPr>
            <a:lvl3pPr>
              <a:tabLst>
                <a:tab pos="5081588" algn="r"/>
              </a:tabLst>
              <a:defRPr/>
            </a:lvl3pPr>
            <a:lvl4pPr>
              <a:tabLst>
                <a:tab pos="5081588" algn="r"/>
              </a:tabLst>
              <a:defRPr/>
            </a:lvl4pPr>
            <a:lvl5pPr>
              <a:tabLst>
                <a:tab pos="5081588" algn="r"/>
              </a:tabLst>
              <a:defRPr/>
            </a:lvl5pPr>
          </a:lstStyle>
          <a:p>
            <a:pPr lvl="0"/>
            <a:r>
              <a:rPr kumimoji="0" lang="en-US" sz="1600" b="0" i="0" u="none" strike="noStrike" kern="1200" cap="none" spc="0" normalizeH="0" baseline="0" noProof="0">
                <a:ln>
                  <a:noFill/>
                </a:ln>
                <a:solidFill>
                  <a:srgbClr val="000000"/>
                </a:solidFill>
                <a:effectLst/>
                <a:uLnTx/>
                <a:uFillTx/>
                <a:latin typeface="Arial"/>
                <a:ea typeface="+mn-ea"/>
                <a:cs typeface="+mn-cs"/>
              </a:rPr>
              <a:t>[Click to add content]</a:t>
            </a:r>
            <a:endParaRPr lang="en-US"/>
          </a:p>
          <a:p>
            <a:pPr lvl="1"/>
            <a:r>
              <a:rPr lang="en-US"/>
              <a:t>Second level</a:t>
            </a:r>
          </a:p>
          <a:p>
            <a:pPr lvl="2"/>
            <a:r>
              <a:rPr lang="en-US"/>
              <a:t>Third level</a:t>
            </a:r>
          </a:p>
          <a:p>
            <a:pPr lvl="3"/>
            <a:r>
              <a:rPr lang="en-US"/>
              <a:t>Fourth level</a:t>
            </a:r>
          </a:p>
          <a:p>
            <a:pPr lvl="4"/>
            <a:r>
              <a:rPr lang="en-US"/>
              <a:t>Fifth level</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289222876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224" userDrawn="1">
          <p15:clr>
            <a:srgbClr val="FBAE40"/>
          </p15:clr>
        </p15:guide>
        <p15:guide id="2" orient="horz" pos="3816"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 uri="{C183D7F6-B498-43B3-948B-1728B52AA6E4}">
                <adec:decorative xmlns:adec="http://schemas.microsoft.com/office/drawing/2017/decorative" val="0"/>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14000" b="1">
                <a:solidFill>
                  <a:schemeClr val="tx1"/>
                </a:solidFill>
              </a:rPr>
              <a:t>BIOS</a:t>
            </a:r>
          </a:p>
        </p:txBody>
      </p:sp>
    </p:spTree>
    <p:extLst>
      <p:ext uri="{BB962C8B-B14F-4D97-AF65-F5344CB8AC3E}">
        <p14:creationId xmlns:p14="http://schemas.microsoft.com/office/powerpoint/2010/main" val="112023931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ingle Author">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5BE700C-9B65-48D2-B989-340A545D1AF8}"/>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2138754E-07B4-4557-9122-37777C75797C}"/>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[Presenter/Moderator/Panelist] – select a title</a:t>
            </a:r>
          </a:p>
        </p:txBody>
      </p:sp>
      <p:sp>
        <p:nvSpPr>
          <p:cNvPr id="10" name="Picture Placeholder 17">
            <a:extLst>
              <a:ext uri="{FF2B5EF4-FFF2-40B4-BE49-F238E27FC236}">
                <a16:creationId xmlns:a16="http://schemas.microsoft.com/office/drawing/2014/main" id="{D96010C1-4595-4367-B9F6-DB15F9269834}"/>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anchor="ctr"/>
          <a:lstStyle>
            <a:lvl1pPr marL="0" indent="0" algn="ctr">
              <a:buNone/>
              <a:defRPr b="1"/>
            </a:lvl1pPr>
          </a:lstStyle>
          <a:p>
            <a:r>
              <a:rPr lang="en-US"/>
              <a:t>Click to add portrait photo or remove</a:t>
            </a:r>
          </a:p>
        </p:txBody>
      </p:sp>
      <p:sp>
        <p:nvSpPr>
          <p:cNvPr id="9" name="Text Placeholder 6">
            <a:extLst>
              <a:ext uri="{FF2B5EF4-FFF2-40B4-BE49-F238E27FC236}">
                <a16:creationId xmlns:a16="http://schemas.microsoft.com/office/drawing/2014/main" id="{458F1CB7-C380-4D98-8B57-644A777302F2}"/>
              </a:ext>
            </a:extLst>
          </p:cNvPr>
          <p:cNvSpPr>
            <a:spLocks noGrp="1"/>
          </p:cNvSpPr>
          <p:nvPr>
            <p:ph type="body" sz="quarter" idx="24" hasCustomPrompt="1"/>
          </p:nvPr>
        </p:nvSpPr>
        <p:spPr>
          <a:xfrm>
            <a:off x="3136392" y="1903413"/>
            <a:ext cx="8493356" cy="2187575"/>
          </a:xfrm>
          <a:prstGeom prst="rect">
            <a:avLst/>
          </a:prstGeom>
        </p:spPr>
        <p:txBody>
          <a:bodyPr anchor="ctr"/>
          <a:lstStyle>
            <a:lvl1pPr marL="0" indent="0">
              <a:lnSpc>
                <a:spcPct val="100000"/>
              </a:lnSpc>
              <a:spcBef>
                <a:spcPts val="0"/>
              </a:spcBef>
              <a:spcAft>
                <a:spcPts val="600"/>
              </a:spcAft>
              <a:buFontTx/>
              <a:buNone/>
              <a:defRPr/>
            </a:lvl1pPr>
            <a:lvl2pPr marL="183764" indent="0">
              <a:buFontTx/>
              <a:buNone/>
              <a:defRPr/>
            </a:lvl2pPr>
            <a:lvl3pPr marL="397056" indent="0">
              <a:buFontTx/>
              <a:buNone/>
              <a:defRPr/>
            </a:lvl3pPr>
            <a:lvl4pPr marL="566913" indent="0">
              <a:buFontTx/>
              <a:buNone/>
              <a:defRPr/>
            </a:lvl4pPr>
            <a:lvl5pPr marL="740645" indent="0">
              <a:buFontTx/>
              <a:buNone/>
              <a:defRPr/>
            </a:lvl5pPr>
          </a:lstStyle>
          <a:p>
            <a:pPr lvl="0"/>
            <a:r>
              <a:rPr lang="en-US"/>
              <a:t>Copy and paste the first paragraph of your bio here</a:t>
            </a:r>
          </a:p>
        </p:txBody>
      </p:sp>
      <p:sp>
        <p:nvSpPr>
          <p:cNvPr id="5" name="Text Placeholder 7">
            <a:extLst>
              <a:ext uri="{FF2B5EF4-FFF2-40B4-BE49-F238E27FC236}">
                <a16:creationId xmlns:a16="http://schemas.microsoft.com/office/drawing/2014/main" id="{2BFEA3C9-368E-4564-8216-477D103F8884}"/>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6" name="Text Placeholder 7">
            <a:extLst>
              <a:ext uri="{FF2B5EF4-FFF2-40B4-BE49-F238E27FC236}">
                <a16:creationId xmlns:a16="http://schemas.microsoft.com/office/drawing/2014/main" id="{4A29EB88-5E45-4FD8-93B5-97649F1F7C7B}"/>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7" name="Text Placeholder 7">
            <a:extLst>
              <a:ext uri="{FF2B5EF4-FFF2-40B4-BE49-F238E27FC236}">
                <a16:creationId xmlns:a16="http://schemas.microsoft.com/office/drawing/2014/main" id="{B7A4A313-FD4C-48FC-8393-47C4FDF1DEB7}"/>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301955795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[Presenters/Moderators/Panelists] – select a title</a:t>
            </a:r>
          </a:p>
        </p:txBody>
      </p:sp>
      <p:sp>
        <p:nvSpPr>
          <p:cNvPr id="17" name="Picture Placeholder 17">
            <a:extLst>
              <a:ext uri="{FF2B5EF4-FFF2-40B4-BE49-F238E27FC236}">
                <a16:creationId xmlns:a16="http://schemas.microsoft.com/office/drawing/2014/main" id="{0963E4D1-F246-4469-BECB-540CBCA1B881}"/>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74912" y="4258763"/>
            <a:ext cx="5512296"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74912" y="4656700"/>
            <a:ext cx="551534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83704" y="5118885"/>
            <a:ext cx="5512296"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9" name="Picture Placeholder 17">
            <a:extLst>
              <a:ext uri="{FF2B5EF4-FFF2-40B4-BE49-F238E27FC236}">
                <a16:creationId xmlns:a16="http://schemas.microsoft.com/office/drawing/2014/main" id="{2A8E5B0D-3D58-4517-81C4-D7B36DC30599}"/>
              </a:ext>
            </a:extLst>
          </p:cNvPr>
          <p:cNvSpPr>
            <a:spLocks noGrp="1"/>
          </p:cNvSpPr>
          <p:nvPr>
            <p:ph type="pic" sz="quarter" idx="24" hasCustomPrompt="1"/>
          </p:nvPr>
        </p:nvSpPr>
        <p:spPr>
          <a:xfrm>
            <a:off x="6527866"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0" name="Text Placeholder 7">
            <a:extLst>
              <a:ext uri="{FF2B5EF4-FFF2-40B4-BE49-F238E27FC236}">
                <a16:creationId xmlns:a16="http://schemas.microsoft.com/office/drawing/2014/main" id="{4B4B870D-FC17-4918-9CBB-99F7941BFFA4}"/>
              </a:ext>
            </a:extLst>
          </p:cNvPr>
          <p:cNvSpPr>
            <a:spLocks noGrp="1"/>
          </p:cNvSpPr>
          <p:nvPr>
            <p:ph type="body" sz="quarter" idx="25" hasCustomPrompt="1"/>
          </p:nvPr>
        </p:nvSpPr>
        <p:spPr>
          <a:xfrm>
            <a:off x="6527865" y="4249619"/>
            <a:ext cx="5093091"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1" name="Text Placeholder 7">
            <a:extLst>
              <a:ext uri="{FF2B5EF4-FFF2-40B4-BE49-F238E27FC236}">
                <a16:creationId xmlns:a16="http://schemas.microsoft.com/office/drawing/2014/main" id="{59E5C66B-6906-4F19-BF8F-DC836C6943AE}"/>
              </a:ext>
            </a:extLst>
          </p:cNvPr>
          <p:cNvSpPr>
            <a:spLocks noGrp="1"/>
          </p:cNvSpPr>
          <p:nvPr>
            <p:ph type="body" sz="quarter" idx="26" hasCustomPrompt="1"/>
          </p:nvPr>
        </p:nvSpPr>
        <p:spPr>
          <a:xfrm>
            <a:off x="6527865" y="4647556"/>
            <a:ext cx="5095907"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2" name="Text Placeholder 7">
            <a:extLst>
              <a:ext uri="{FF2B5EF4-FFF2-40B4-BE49-F238E27FC236}">
                <a16:creationId xmlns:a16="http://schemas.microsoft.com/office/drawing/2014/main" id="{A0732281-1662-446D-BF97-1F36FDA2C65B}"/>
              </a:ext>
            </a:extLst>
          </p:cNvPr>
          <p:cNvSpPr>
            <a:spLocks noGrp="1"/>
          </p:cNvSpPr>
          <p:nvPr>
            <p:ph type="body" sz="quarter" idx="27" hasCustomPrompt="1"/>
          </p:nvPr>
        </p:nvSpPr>
        <p:spPr>
          <a:xfrm>
            <a:off x="6536657" y="5109741"/>
            <a:ext cx="5093091"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132345860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575D78A-CDD8-43A2-B722-4DD086071CBD}"/>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F20E5D11-48D2-46CF-8380-BEEF8C7D0E67}"/>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[Presenters/Moderators/Panelists] – select a title</a:t>
            </a:r>
          </a:p>
        </p:txBody>
      </p:sp>
      <p:sp>
        <p:nvSpPr>
          <p:cNvPr id="16" name="Picture Placeholder 17">
            <a:extLst>
              <a:ext uri="{FF2B5EF4-FFF2-40B4-BE49-F238E27FC236}">
                <a16:creationId xmlns:a16="http://schemas.microsoft.com/office/drawing/2014/main" id="{E18A9881-DF3F-4314-8841-AAA80E908A97}"/>
              </a:ext>
            </a:extLst>
          </p:cNvPr>
          <p:cNvSpPr>
            <a:spLocks noGrp="1"/>
          </p:cNvSpPr>
          <p:nvPr>
            <p:ph type="pic" sz="quarter" idx="23" hasCustomPrompt="1"/>
          </p:nvPr>
        </p:nvSpPr>
        <p:spPr>
          <a:xfrm>
            <a:off x="569373"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3" name="Text Placeholder 7">
            <a:extLst>
              <a:ext uri="{FF2B5EF4-FFF2-40B4-BE49-F238E27FC236}">
                <a16:creationId xmlns:a16="http://schemas.microsoft.com/office/drawing/2014/main" id="{DB8E4F65-339D-453C-B85E-9390244580C0}"/>
              </a:ext>
            </a:extLst>
          </p:cNvPr>
          <p:cNvSpPr>
            <a:spLocks noGrp="1"/>
          </p:cNvSpPr>
          <p:nvPr>
            <p:ph type="body" sz="quarter" idx="13" hasCustomPrompt="1"/>
          </p:nvPr>
        </p:nvSpPr>
        <p:spPr>
          <a:xfrm>
            <a:off x="569372" y="4258763"/>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4" name="Text Placeholder 7">
            <a:extLst>
              <a:ext uri="{FF2B5EF4-FFF2-40B4-BE49-F238E27FC236}">
                <a16:creationId xmlns:a16="http://schemas.microsoft.com/office/drawing/2014/main" id="{DA958ED2-3569-4C3C-A692-B6B92B99E2F1}"/>
              </a:ext>
            </a:extLst>
          </p:cNvPr>
          <p:cNvSpPr>
            <a:spLocks noGrp="1"/>
          </p:cNvSpPr>
          <p:nvPr>
            <p:ph type="body" sz="quarter" idx="14" hasCustomPrompt="1"/>
          </p:nvPr>
        </p:nvSpPr>
        <p:spPr>
          <a:xfrm>
            <a:off x="569372" y="4656700"/>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5" name="Text Placeholder 7">
            <a:extLst>
              <a:ext uri="{FF2B5EF4-FFF2-40B4-BE49-F238E27FC236}">
                <a16:creationId xmlns:a16="http://schemas.microsoft.com/office/drawing/2014/main" id="{BA3389FA-8A63-4288-9A98-59EC19AC4E5F}"/>
              </a:ext>
            </a:extLst>
          </p:cNvPr>
          <p:cNvSpPr>
            <a:spLocks noGrp="1"/>
          </p:cNvSpPr>
          <p:nvPr>
            <p:ph type="body" sz="quarter" idx="15" hasCustomPrompt="1"/>
          </p:nvPr>
        </p:nvSpPr>
        <p:spPr>
          <a:xfrm>
            <a:off x="578164" y="5118885"/>
            <a:ext cx="339617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18" name="Picture Placeholder 17">
            <a:extLst>
              <a:ext uri="{FF2B5EF4-FFF2-40B4-BE49-F238E27FC236}">
                <a16:creationId xmlns:a16="http://schemas.microsoft.com/office/drawing/2014/main" id="{C592B89A-95D5-4D3F-9919-D8C4397786C1}"/>
              </a:ext>
            </a:extLst>
          </p:cNvPr>
          <p:cNvSpPr>
            <a:spLocks noGrp="1"/>
          </p:cNvSpPr>
          <p:nvPr>
            <p:ph type="pic" sz="quarter" idx="24" hasCustomPrompt="1"/>
          </p:nvPr>
        </p:nvSpPr>
        <p:spPr>
          <a:xfrm>
            <a:off x="4448624"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9" name="Text Placeholder 7">
            <a:extLst>
              <a:ext uri="{FF2B5EF4-FFF2-40B4-BE49-F238E27FC236}">
                <a16:creationId xmlns:a16="http://schemas.microsoft.com/office/drawing/2014/main" id="{B44B7B59-8A0C-4D95-9D25-5E3DF480AAAB}"/>
              </a:ext>
            </a:extLst>
          </p:cNvPr>
          <p:cNvSpPr>
            <a:spLocks noGrp="1"/>
          </p:cNvSpPr>
          <p:nvPr>
            <p:ph type="body" sz="quarter" idx="25" hasCustomPrompt="1"/>
          </p:nvPr>
        </p:nvSpPr>
        <p:spPr>
          <a:xfrm>
            <a:off x="4430937"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20" name="Text Placeholder 7">
            <a:extLst>
              <a:ext uri="{FF2B5EF4-FFF2-40B4-BE49-F238E27FC236}">
                <a16:creationId xmlns:a16="http://schemas.microsoft.com/office/drawing/2014/main" id="{D867FDEA-93C7-4652-AC2F-743293039C3C}"/>
              </a:ext>
            </a:extLst>
          </p:cNvPr>
          <p:cNvSpPr>
            <a:spLocks noGrp="1"/>
          </p:cNvSpPr>
          <p:nvPr>
            <p:ph type="body" sz="quarter" idx="26" hasCustomPrompt="1"/>
          </p:nvPr>
        </p:nvSpPr>
        <p:spPr>
          <a:xfrm>
            <a:off x="4430937"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21" name="Text Placeholder 7">
            <a:extLst>
              <a:ext uri="{FF2B5EF4-FFF2-40B4-BE49-F238E27FC236}">
                <a16:creationId xmlns:a16="http://schemas.microsoft.com/office/drawing/2014/main" id="{5F3E5738-3EED-47E4-B437-5701BE83D5BB}"/>
              </a:ext>
            </a:extLst>
          </p:cNvPr>
          <p:cNvSpPr>
            <a:spLocks noGrp="1"/>
          </p:cNvSpPr>
          <p:nvPr>
            <p:ph type="body" sz="quarter" idx="27" hasCustomPrompt="1"/>
          </p:nvPr>
        </p:nvSpPr>
        <p:spPr>
          <a:xfrm>
            <a:off x="4439729" y="5109741"/>
            <a:ext cx="339617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22" name="Picture Placeholder 17">
            <a:extLst>
              <a:ext uri="{FF2B5EF4-FFF2-40B4-BE49-F238E27FC236}">
                <a16:creationId xmlns:a16="http://schemas.microsoft.com/office/drawing/2014/main" id="{565A1BAD-5C48-4C0D-AE93-5DBA70892675}"/>
              </a:ext>
            </a:extLst>
          </p:cNvPr>
          <p:cNvSpPr>
            <a:spLocks noGrp="1"/>
          </p:cNvSpPr>
          <p:nvPr>
            <p:ph type="pic" sz="quarter" idx="28" hasCustomPrompt="1"/>
          </p:nvPr>
        </p:nvSpPr>
        <p:spPr>
          <a:xfrm>
            <a:off x="8224782"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23" name="Text Placeholder 7">
            <a:extLst>
              <a:ext uri="{FF2B5EF4-FFF2-40B4-BE49-F238E27FC236}">
                <a16:creationId xmlns:a16="http://schemas.microsoft.com/office/drawing/2014/main" id="{EA3D350B-6C94-4545-86A9-0AD2FE58305E}"/>
              </a:ext>
            </a:extLst>
          </p:cNvPr>
          <p:cNvSpPr>
            <a:spLocks noGrp="1"/>
          </p:cNvSpPr>
          <p:nvPr>
            <p:ph type="body" sz="quarter" idx="29" hasCustomPrompt="1"/>
          </p:nvPr>
        </p:nvSpPr>
        <p:spPr>
          <a:xfrm>
            <a:off x="8224781" y="4249619"/>
            <a:ext cx="339617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24" name="Text Placeholder 7">
            <a:extLst>
              <a:ext uri="{FF2B5EF4-FFF2-40B4-BE49-F238E27FC236}">
                <a16:creationId xmlns:a16="http://schemas.microsoft.com/office/drawing/2014/main" id="{FEEFE4CE-79A1-47ED-A87A-3656BFD65401}"/>
              </a:ext>
            </a:extLst>
          </p:cNvPr>
          <p:cNvSpPr>
            <a:spLocks noGrp="1"/>
          </p:cNvSpPr>
          <p:nvPr>
            <p:ph type="body" sz="quarter" idx="30" hasCustomPrompt="1"/>
          </p:nvPr>
        </p:nvSpPr>
        <p:spPr>
          <a:xfrm>
            <a:off x="8224781" y="4647556"/>
            <a:ext cx="3398053"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25" name="Text Placeholder 7">
            <a:extLst>
              <a:ext uri="{FF2B5EF4-FFF2-40B4-BE49-F238E27FC236}">
                <a16:creationId xmlns:a16="http://schemas.microsoft.com/office/drawing/2014/main" id="{35772D5C-CDC5-422E-9C96-517E55AE44FE}"/>
              </a:ext>
            </a:extLst>
          </p:cNvPr>
          <p:cNvSpPr>
            <a:spLocks noGrp="1"/>
          </p:cNvSpPr>
          <p:nvPr>
            <p:ph type="body" sz="quarter" idx="31" hasCustomPrompt="1"/>
          </p:nvPr>
        </p:nvSpPr>
        <p:spPr>
          <a:xfrm>
            <a:off x="8233573" y="5109741"/>
            <a:ext cx="339617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381971570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 Author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9D0302A-6B11-4359-9340-D7697342E077}"/>
              </a:ext>
            </a:extLst>
          </p:cNvPr>
          <p:cNvSpPr>
            <a:spLocks noGrp="1"/>
          </p:cNvSpPr>
          <p:nvPr>
            <p:ph type="sldNum" sz="quarter" idx="10"/>
          </p:nvPr>
        </p:nvSpPr>
        <p:spPr/>
        <p:txBody>
          <a:bodyPr/>
          <a:lstStyle/>
          <a:p>
            <a:fld id="{5CFA18E4-D58E-4B28-B105-28D9665A8EBC}" type="slidenum">
              <a:rPr lang="en-US" smtClean="0"/>
              <a:pPr/>
              <a:t>‹#›</a:t>
            </a:fld>
            <a:endParaRPr lang="en-US"/>
          </a:p>
        </p:txBody>
      </p:sp>
      <p:sp>
        <p:nvSpPr>
          <p:cNvPr id="4" name="Title 1">
            <a:extLst>
              <a:ext uri="{FF2B5EF4-FFF2-40B4-BE49-F238E27FC236}">
                <a16:creationId xmlns:a16="http://schemas.microsoft.com/office/drawing/2014/main" id="{4348ACEE-4D47-4395-8914-65292080F51E}"/>
              </a:ext>
            </a:extLst>
          </p:cNvPr>
          <p:cNvSpPr>
            <a:spLocks noGrp="1"/>
          </p:cNvSpPr>
          <p:nvPr>
            <p:ph type="title" hasCustomPrompt="1"/>
          </p:nvPr>
        </p:nvSpPr>
        <p:spPr>
          <a:xfrm>
            <a:off x="567039" y="342900"/>
            <a:ext cx="11062709" cy="826183"/>
          </a:xfrm>
        </p:spPr>
        <p:txBody>
          <a:bodyPr/>
          <a:lstStyle>
            <a:lvl1pPr>
              <a:defRPr lang="en-US" sz="2400" kern="1200" dirty="0">
                <a:solidFill>
                  <a:schemeClr val="tx1"/>
                </a:solidFill>
                <a:latin typeface="+mj-lt"/>
                <a:ea typeface="+mj-ea"/>
                <a:cs typeface="+mj-cs"/>
              </a:defRPr>
            </a:lvl1pPr>
          </a:lstStyle>
          <a:p>
            <a:r>
              <a:rPr lang="en-US"/>
              <a:t>[Presenters/Moderators/Panelists] – select a title</a:t>
            </a:r>
          </a:p>
        </p:txBody>
      </p:sp>
      <p:sp>
        <p:nvSpPr>
          <p:cNvPr id="5" name="Picture Placeholder 17">
            <a:extLst>
              <a:ext uri="{FF2B5EF4-FFF2-40B4-BE49-F238E27FC236}">
                <a16:creationId xmlns:a16="http://schemas.microsoft.com/office/drawing/2014/main" id="{13874D71-DEE4-4585-9798-1C1D387CEF03}"/>
              </a:ext>
            </a:extLst>
          </p:cNvPr>
          <p:cNvSpPr>
            <a:spLocks noGrp="1"/>
          </p:cNvSpPr>
          <p:nvPr>
            <p:ph type="pic" sz="quarter" idx="23" hasCustomPrompt="1"/>
          </p:nvPr>
        </p:nvSpPr>
        <p:spPr>
          <a:xfrm>
            <a:off x="567039"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6" name="Text Placeholder 7">
            <a:extLst>
              <a:ext uri="{FF2B5EF4-FFF2-40B4-BE49-F238E27FC236}">
                <a16:creationId xmlns:a16="http://schemas.microsoft.com/office/drawing/2014/main" id="{267613AE-2BF4-40BC-BF6A-47F974F6E966}"/>
              </a:ext>
            </a:extLst>
          </p:cNvPr>
          <p:cNvSpPr>
            <a:spLocks noGrp="1"/>
          </p:cNvSpPr>
          <p:nvPr>
            <p:ph type="body" sz="quarter" idx="13" hasCustomPrompt="1"/>
          </p:nvPr>
        </p:nvSpPr>
        <p:spPr>
          <a:xfrm>
            <a:off x="567039"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7" name="Text Placeholder 7">
            <a:extLst>
              <a:ext uri="{FF2B5EF4-FFF2-40B4-BE49-F238E27FC236}">
                <a16:creationId xmlns:a16="http://schemas.microsoft.com/office/drawing/2014/main" id="{AE90B753-E282-442B-84E7-5A7E2F8C0706}"/>
              </a:ext>
            </a:extLst>
          </p:cNvPr>
          <p:cNvSpPr>
            <a:spLocks noGrp="1"/>
          </p:cNvSpPr>
          <p:nvPr>
            <p:ph type="body" sz="quarter" idx="14" hasCustomPrompt="1"/>
          </p:nvPr>
        </p:nvSpPr>
        <p:spPr>
          <a:xfrm>
            <a:off x="567040"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8" name="Text Placeholder 7">
            <a:extLst>
              <a:ext uri="{FF2B5EF4-FFF2-40B4-BE49-F238E27FC236}">
                <a16:creationId xmlns:a16="http://schemas.microsoft.com/office/drawing/2014/main" id="{B00296E1-79C9-4288-BB0D-268520881F96}"/>
              </a:ext>
            </a:extLst>
          </p:cNvPr>
          <p:cNvSpPr>
            <a:spLocks noGrp="1"/>
          </p:cNvSpPr>
          <p:nvPr>
            <p:ph type="body" sz="quarter" idx="15" hasCustomPrompt="1"/>
          </p:nvPr>
        </p:nvSpPr>
        <p:spPr>
          <a:xfrm>
            <a:off x="575831" y="5118706"/>
            <a:ext cx="243585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9" name="Picture Placeholder 17">
            <a:extLst>
              <a:ext uri="{FF2B5EF4-FFF2-40B4-BE49-F238E27FC236}">
                <a16:creationId xmlns:a16="http://schemas.microsoft.com/office/drawing/2014/main" id="{7DCCDFBD-3BCA-4F0C-923B-9AF98CADDCDB}"/>
              </a:ext>
            </a:extLst>
          </p:cNvPr>
          <p:cNvSpPr>
            <a:spLocks noGrp="1"/>
          </p:cNvSpPr>
          <p:nvPr>
            <p:ph type="pic" sz="quarter" idx="24" hasCustomPrompt="1"/>
          </p:nvPr>
        </p:nvSpPr>
        <p:spPr>
          <a:xfrm>
            <a:off x="3448527" y="190342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0" name="Text Placeholder 7">
            <a:extLst>
              <a:ext uri="{FF2B5EF4-FFF2-40B4-BE49-F238E27FC236}">
                <a16:creationId xmlns:a16="http://schemas.microsoft.com/office/drawing/2014/main" id="{5A4BD374-EAF1-48D8-9CD4-A02D195CC8B4}"/>
              </a:ext>
            </a:extLst>
          </p:cNvPr>
          <p:cNvSpPr>
            <a:spLocks noGrp="1"/>
          </p:cNvSpPr>
          <p:nvPr>
            <p:ph type="body" sz="quarter" idx="25" hasCustomPrompt="1"/>
          </p:nvPr>
        </p:nvSpPr>
        <p:spPr>
          <a:xfrm>
            <a:off x="3448527" y="425858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1" name="Text Placeholder 7">
            <a:extLst>
              <a:ext uri="{FF2B5EF4-FFF2-40B4-BE49-F238E27FC236}">
                <a16:creationId xmlns:a16="http://schemas.microsoft.com/office/drawing/2014/main" id="{A52EF8A5-21BA-476E-8BE5-9C93113CD721}"/>
              </a:ext>
            </a:extLst>
          </p:cNvPr>
          <p:cNvSpPr>
            <a:spLocks noGrp="1"/>
          </p:cNvSpPr>
          <p:nvPr>
            <p:ph type="body" sz="quarter" idx="26" hasCustomPrompt="1"/>
          </p:nvPr>
        </p:nvSpPr>
        <p:spPr>
          <a:xfrm>
            <a:off x="3454175" y="465652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2" name="Text Placeholder 7">
            <a:extLst>
              <a:ext uri="{FF2B5EF4-FFF2-40B4-BE49-F238E27FC236}">
                <a16:creationId xmlns:a16="http://schemas.microsoft.com/office/drawing/2014/main" id="{2F910126-582E-45E7-ADD6-72F532C9B02F}"/>
              </a:ext>
            </a:extLst>
          </p:cNvPr>
          <p:cNvSpPr>
            <a:spLocks noGrp="1"/>
          </p:cNvSpPr>
          <p:nvPr>
            <p:ph type="body" sz="quarter" idx="27" hasCustomPrompt="1"/>
          </p:nvPr>
        </p:nvSpPr>
        <p:spPr>
          <a:xfrm>
            <a:off x="3462966" y="5118706"/>
            <a:ext cx="243585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13" name="Picture Placeholder 17">
            <a:extLst>
              <a:ext uri="{FF2B5EF4-FFF2-40B4-BE49-F238E27FC236}">
                <a16:creationId xmlns:a16="http://schemas.microsoft.com/office/drawing/2014/main" id="{825C02C8-87E5-4224-BC8C-BCD842C1C04E}"/>
              </a:ext>
            </a:extLst>
          </p:cNvPr>
          <p:cNvSpPr>
            <a:spLocks noGrp="1"/>
          </p:cNvSpPr>
          <p:nvPr>
            <p:ph type="pic" sz="quarter" idx="28" hasCustomPrompt="1"/>
          </p:nvPr>
        </p:nvSpPr>
        <p:spPr>
          <a:xfrm>
            <a:off x="6330015"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4" name="Text Placeholder 7">
            <a:extLst>
              <a:ext uri="{FF2B5EF4-FFF2-40B4-BE49-F238E27FC236}">
                <a16:creationId xmlns:a16="http://schemas.microsoft.com/office/drawing/2014/main" id="{6FFA6E76-5DE6-4F14-8C70-9B1EDBA4577B}"/>
              </a:ext>
            </a:extLst>
          </p:cNvPr>
          <p:cNvSpPr>
            <a:spLocks noGrp="1"/>
          </p:cNvSpPr>
          <p:nvPr>
            <p:ph type="body" sz="quarter" idx="29" hasCustomPrompt="1"/>
          </p:nvPr>
        </p:nvSpPr>
        <p:spPr>
          <a:xfrm>
            <a:off x="6330015" y="4259144"/>
            <a:ext cx="2435855"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5" name="Text Placeholder 7">
            <a:extLst>
              <a:ext uri="{FF2B5EF4-FFF2-40B4-BE49-F238E27FC236}">
                <a16:creationId xmlns:a16="http://schemas.microsoft.com/office/drawing/2014/main" id="{CDF41FE2-E444-49AC-AF04-E846336EF9C7}"/>
              </a:ext>
            </a:extLst>
          </p:cNvPr>
          <p:cNvSpPr>
            <a:spLocks noGrp="1"/>
          </p:cNvSpPr>
          <p:nvPr>
            <p:ph type="body" sz="quarter" idx="30" hasCustomPrompt="1"/>
          </p:nvPr>
        </p:nvSpPr>
        <p:spPr>
          <a:xfrm>
            <a:off x="6332519" y="4657081"/>
            <a:ext cx="2437202"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16" name="Text Placeholder 7">
            <a:extLst>
              <a:ext uri="{FF2B5EF4-FFF2-40B4-BE49-F238E27FC236}">
                <a16:creationId xmlns:a16="http://schemas.microsoft.com/office/drawing/2014/main" id="{1D326573-CDF5-4639-8BB3-A9BF21601920}"/>
              </a:ext>
            </a:extLst>
          </p:cNvPr>
          <p:cNvSpPr>
            <a:spLocks noGrp="1"/>
          </p:cNvSpPr>
          <p:nvPr>
            <p:ph type="body" sz="quarter" idx="31" hasCustomPrompt="1"/>
          </p:nvPr>
        </p:nvSpPr>
        <p:spPr>
          <a:xfrm>
            <a:off x="6341310" y="5119266"/>
            <a:ext cx="2435855"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sp>
        <p:nvSpPr>
          <p:cNvPr id="17" name="Picture Placeholder 17">
            <a:extLst>
              <a:ext uri="{FF2B5EF4-FFF2-40B4-BE49-F238E27FC236}">
                <a16:creationId xmlns:a16="http://schemas.microsoft.com/office/drawing/2014/main" id="{D3BD3CB3-A08D-44E5-A7FB-5896B3A8B382}"/>
              </a:ext>
            </a:extLst>
          </p:cNvPr>
          <p:cNvSpPr>
            <a:spLocks noGrp="1"/>
          </p:cNvSpPr>
          <p:nvPr>
            <p:ph type="pic" sz="quarter" idx="32" hasCustomPrompt="1"/>
          </p:nvPr>
        </p:nvSpPr>
        <p:spPr>
          <a:xfrm>
            <a:off x="9211503" y="1903982"/>
            <a:ext cx="2194560" cy="2194560"/>
          </a:xfrm>
          <a:prstGeom prst="ellipse">
            <a:avLst/>
          </a:prstGeom>
          <a:pattFill prst="pct5">
            <a:fgClr>
              <a:schemeClr val="accent1"/>
            </a:fgClr>
            <a:bgClr>
              <a:schemeClr val="bg1"/>
            </a:bgClr>
          </a:pattFill>
          <a:ln w="38100">
            <a:solidFill>
              <a:schemeClr val="accent5"/>
            </a:solidFill>
          </a:ln>
        </p:spPr>
        <p:txBody>
          <a:bodyPr vert="horz" lIns="0" tIns="0" rIns="0" bIns="0" rtlCol="0" anchor="ctr">
            <a:noAutofit/>
          </a:bodyPr>
          <a:lstStyle>
            <a:lvl1pPr>
              <a:defRPr lang="en-US" b="1" dirty="0"/>
            </a:lvl1pPr>
          </a:lstStyle>
          <a:p>
            <a:pPr marL="0" lvl="0" indent="0" algn="ctr">
              <a:buNone/>
            </a:pPr>
            <a:r>
              <a:rPr lang="en-US"/>
              <a:t>Click to add portrait photo or remove</a:t>
            </a:r>
          </a:p>
        </p:txBody>
      </p:sp>
      <p:sp>
        <p:nvSpPr>
          <p:cNvPr id="18" name="Text Placeholder 7">
            <a:extLst>
              <a:ext uri="{FF2B5EF4-FFF2-40B4-BE49-F238E27FC236}">
                <a16:creationId xmlns:a16="http://schemas.microsoft.com/office/drawing/2014/main" id="{92BC594B-3E6F-42C9-8E2D-D40A431B0600}"/>
              </a:ext>
            </a:extLst>
          </p:cNvPr>
          <p:cNvSpPr>
            <a:spLocks noGrp="1"/>
          </p:cNvSpPr>
          <p:nvPr>
            <p:ph type="body" sz="quarter" idx="33" hasCustomPrompt="1"/>
          </p:nvPr>
        </p:nvSpPr>
        <p:spPr>
          <a:xfrm>
            <a:off x="9211502" y="4259144"/>
            <a:ext cx="2413459" cy="332160"/>
          </a:xfrm>
          <a:prstGeom prst="rect">
            <a:avLst/>
          </a:prstGeom>
        </p:spPr>
        <p:txBody>
          <a:bodyPr anchor="ctr">
            <a:noAutofit/>
          </a:bodyPr>
          <a:lstStyle>
            <a:lvl1pPr marL="0" indent="0">
              <a:spcBef>
                <a:spcPts val="0"/>
              </a:spcBef>
              <a:spcAft>
                <a:spcPts val="0"/>
              </a:spcAft>
              <a:buNone/>
              <a:defRPr sz="1800" b="0">
                <a:solidFill>
                  <a:schemeClr val="tx1"/>
                </a:solidFill>
              </a:defRPr>
            </a:lvl1pPr>
            <a:lvl2pPr marL="169858" indent="0">
              <a:buNone/>
              <a:defRPr/>
            </a:lvl2pPr>
          </a:lstStyle>
          <a:p>
            <a:pPr lvl="0"/>
            <a:r>
              <a:rPr lang="en-US"/>
              <a:t>Click to add name</a:t>
            </a:r>
          </a:p>
        </p:txBody>
      </p:sp>
      <p:sp>
        <p:nvSpPr>
          <p:cNvPr id="19" name="Text Placeholder 7">
            <a:extLst>
              <a:ext uri="{FF2B5EF4-FFF2-40B4-BE49-F238E27FC236}">
                <a16:creationId xmlns:a16="http://schemas.microsoft.com/office/drawing/2014/main" id="{DEDD6D3A-1A63-472D-8053-3788409FA4B0}"/>
              </a:ext>
            </a:extLst>
          </p:cNvPr>
          <p:cNvSpPr>
            <a:spLocks noGrp="1"/>
          </p:cNvSpPr>
          <p:nvPr>
            <p:ph type="body" sz="quarter" idx="34" hasCustomPrompt="1"/>
          </p:nvPr>
        </p:nvSpPr>
        <p:spPr>
          <a:xfrm>
            <a:off x="9211503" y="4657081"/>
            <a:ext cx="2414794" cy="392985"/>
          </a:xfrm>
          <a:prstGeom prst="rect">
            <a:avLst/>
          </a:prstGeom>
        </p:spPr>
        <p:txBody>
          <a:bodyPr anchor="t">
            <a:noAutofit/>
          </a:bodyPr>
          <a:lstStyle>
            <a:lvl1pPr marL="0" indent="0">
              <a:spcBef>
                <a:spcPts val="0"/>
              </a:spcBef>
              <a:spcAft>
                <a:spcPts val="0"/>
              </a:spcAft>
              <a:buNone/>
              <a:defRPr sz="1400" b="0" i="0"/>
            </a:lvl1pPr>
            <a:lvl2pPr marL="169858" indent="0">
              <a:buNone/>
              <a:defRPr/>
            </a:lvl2pPr>
          </a:lstStyle>
          <a:p>
            <a:pPr lvl="0"/>
            <a:r>
              <a:rPr lang="en-US"/>
              <a:t>Click to add title and company</a:t>
            </a:r>
          </a:p>
        </p:txBody>
      </p:sp>
      <p:sp>
        <p:nvSpPr>
          <p:cNvPr id="20" name="Text Placeholder 7">
            <a:extLst>
              <a:ext uri="{FF2B5EF4-FFF2-40B4-BE49-F238E27FC236}">
                <a16:creationId xmlns:a16="http://schemas.microsoft.com/office/drawing/2014/main" id="{8A7D7523-6E2A-4652-9057-9383EAD3750C}"/>
              </a:ext>
            </a:extLst>
          </p:cNvPr>
          <p:cNvSpPr>
            <a:spLocks noGrp="1"/>
          </p:cNvSpPr>
          <p:nvPr>
            <p:ph type="body" sz="quarter" idx="35" hasCustomPrompt="1"/>
          </p:nvPr>
        </p:nvSpPr>
        <p:spPr>
          <a:xfrm>
            <a:off x="9220294" y="5119266"/>
            <a:ext cx="2413459" cy="332160"/>
          </a:xfrm>
          <a:prstGeom prst="rect">
            <a:avLst/>
          </a:prstGeom>
        </p:spPr>
        <p:txBody>
          <a:bodyPr anchor="ctr">
            <a:noAutofit/>
          </a:bodyPr>
          <a:lstStyle>
            <a:lvl1pPr marL="0" indent="0">
              <a:buNone/>
              <a:defRPr sz="1400" b="0"/>
            </a:lvl1pPr>
            <a:lvl2pPr marL="169858" indent="0">
              <a:buNone/>
              <a:defRPr/>
            </a:lvl2pPr>
          </a:lstStyle>
          <a:p>
            <a:r>
              <a:rPr lang="en-US"/>
              <a:t>Click to add email</a:t>
            </a:r>
          </a:p>
        </p:txBody>
      </p:sp>
      <p:pic>
        <p:nvPicPr>
          <p:cNvPr id="100" name="Image 0" descr="https://snp-mediaportal.qbank.se/assets/deployedFiles/0dd5f7539ef187524017cfb9facbb79c.png"/>
          <p:cNvPicPr>
            <a:picLocks noChangeAspect="1"/>
          </p:cNvPicPr>
          <p:nvPr/>
        </p:nvPicPr>
        <p:blipFill>
          <a:blip r:embed="rId1"/>
          <a:stretch>
            <a:fillRect/>
          </a:stretch>
        </p:blipFill>
        <p:spPr>
          <a:xfrm>
            <a:off x="557784" y="6400800"/>
            <a:ext cx="758952" cy="365760"/>
          </a:xfrm>
          <a:prstGeom prst="rect">
            <a:avLst/>
          </a:prstGeom>
        </p:spPr>
      </p:pic>
    </p:spTree>
    <p:extLst>
      <p:ext uri="{BB962C8B-B14F-4D97-AF65-F5344CB8AC3E}">
        <p14:creationId xmlns:p14="http://schemas.microsoft.com/office/powerpoint/2010/main" val="152767519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84C3E0C-55B5-4DE0-B5B2-69464524EA73}"/>
              </a:ext>
            </a:extLst>
          </p:cNvPr>
          <p:cNvSpPr/>
          <p:nvPr userDrawn="1"/>
        </p:nvSpPr>
        <p:spPr>
          <a:xfrm>
            <a:off x="1" y="1470455"/>
            <a:ext cx="12191999" cy="39170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91440" rtlCol="0" anchor="ctr"/>
          <a:lstStyle/>
          <a:p>
            <a:pPr algn="ctr"/>
            <a:r>
              <a:rPr lang="en-US" sz="7200" b="1">
                <a:solidFill>
                  <a:schemeClr val="tx1"/>
                </a:solidFill>
              </a:rPr>
              <a:t>Disclaimers</a:t>
            </a:r>
          </a:p>
          <a:p>
            <a:pPr algn="ctr"/>
            <a:r>
              <a:rPr lang="en-US" sz="7200" b="1">
                <a:solidFill>
                  <a:schemeClr val="tx1"/>
                </a:solidFill>
              </a:rPr>
              <a:t>Must be included at the end of every deliverable</a:t>
            </a:r>
          </a:p>
        </p:txBody>
      </p:sp>
    </p:spTree>
    <p:extLst>
      <p:ext uri="{BB962C8B-B14F-4D97-AF65-F5344CB8AC3E}">
        <p14:creationId xmlns:p14="http://schemas.microsoft.com/office/powerpoint/2010/main" val="36183160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chemeClr val="accent5"/>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EA77DE4-BCDB-47D9-B82E-92CB162DC268}"/>
              </a:ext>
            </a:extLst>
          </p:cNvPr>
          <p:cNvSpPr txBox="1"/>
          <p:nvPr userDrawn="1"/>
        </p:nvSpPr>
        <p:spPr>
          <a:xfrm>
            <a:off x="0" y="0"/>
            <a:ext cx="12192000" cy="6858000"/>
          </a:xfrm>
          <a:prstGeom prst="rect">
            <a:avLst/>
          </a:prstGeom>
          <a:solidFill>
            <a:schemeClr val="accent5"/>
          </a:solidFill>
        </p:spPr>
        <p:txBody>
          <a:bodyPr wrap="square" rtlCol="0" anchor="ctr">
            <a:noAutofit/>
          </a:bodyPr>
          <a:lstStyle/>
          <a:p>
            <a:pPr algn="ctr">
              <a:lnSpc>
                <a:spcPct val="90000"/>
              </a:lnSpc>
            </a:pPr>
            <a:r>
              <a:rPr lang="en-US" sz="11500" b="1"/>
              <a:t>DO NOT USE LAYOUTS AFTER THIS! </a:t>
            </a:r>
          </a:p>
        </p:txBody>
      </p:sp>
    </p:spTree>
    <p:extLst>
      <p:ext uri="{BB962C8B-B14F-4D97-AF65-F5344CB8AC3E}">
        <p14:creationId xmlns:p14="http://schemas.microsoft.com/office/powerpoint/2010/main" val="86373039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tact us">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611112" y="0"/>
            <a:ext cx="5577840" cy="6858000"/>
          </a:xfrm>
          <a:prstGeom prst="rect">
            <a:avLst/>
          </a:prstGeom>
        </p:spPr>
      </p:pic>
      <p:pic>
        <p:nvPicPr>
          <p:cNvPr id="3" name="Image 1" descr="https://snp-mediaportal.qbank.se/assets/deployedFiles/4ebf46970dd30ed73bbae53c35377a40.png">    </p:cNvPr>
          <p:cNvPicPr>
            <a:picLocks noChangeAspect="1"/>
          </p:cNvPicPr>
          <p:nvPr/>
        </p:nvPicPr>
        <p:blipFill>
          <a:blip r:embed="rId2"/>
          <a:stretch>
            <a:fillRect/>
          </a:stretch>
        </p:blipFill>
        <p:spPr>
          <a:xfrm>
            <a:off x="557784" y="6400800"/>
            <a:ext cx="758952" cy="365760"/>
          </a:xfrm>
          <a:prstGeom prst="rect">
            <a:avLst/>
          </a:prstGeom>
        </p:spPr>
      </p:pic>
      <p:sp>
        <p:nvSpPr>
          <p:cNvPr id="4" name="Text 0"/>
          <p:cNvSpPr/>
          <p:nvPr/>
        </p:nvSpPr>
        <p:spPr>
          <a:xfrm>
            <a:off x="5276088" y="6565392"/>
            <a:ext cx="6126480" cy="219456"/>
          </a:xfrm>
          <a:prstGeom prst="rect">
            <a:avLst/>
          </a:prstGeom>
          <a:noFill/>
          <a:ln/>
        </p:spPr>
        <p:txBody>
          <a:bodyPr wrap="square" rtlCol="0" anchor="ctr"/>
          <a:lstStyle/>
          <a:p>
            <a:pPr algn="r" indent="0" marL="0">
              <a:buNone/>
            </a:pPr>
            <a:r>
              <a:rPr lang="en-US" sz="700" dirty="0">
                <a:solidFill>
                  <a:srgbClr val="FFFFFF"/>
                </a:solidFill>
                <a:latin typeface="Arial" pitchFamily="34" charset="0"/>
                <a:ea typeface="Arial" pitchFamily="34" charset="-122"/>
                <a:cs typeface="Arial" pitchFamily="34" charset="-120"/>
              </a:rPr>
              <a:t>© 2025 S&amp;P Global.</a:t>
            </a:r>
            <a:endParaRPr lang="en-US" sz="700" dirty="0"/>
          </a:p>
        </p:txBody>
      </p:sp>
      <p:sp>
        <p:nvSpPr>
          <p:cNvPr id="5" name="Text 1"/>
          <p:cNvSpPr/>
          <p:nvPr>
            <p:ph idx="103" type="sldNum" hasCustomPrompt="1"/>
          </p:nvPr>
        </p:nvSpPr>
        <p:spPr/>
        <p:txBody>
          <a:bodyPr wrap="none" rtlCol="0" anchor="ctr"/>
          <a:lstStyle/>
          <a:p>
            <a:pPr algn="r" indent="0" marL="0">
              <a:buNone/>
            </a:pPr>
            <a:r>
              <a:rPr lang="en-US" sz="700" dirty="0">
                <a:solidFill>
                  <a:srgbClr val="FFFFFF"/>
                </a:solidFill>
                <a:latin typeface="Arial" pitchFamily="34" charset="0"/>
                <a:ea typeface="Arial" pitchFamily="34" charset="-122"/>
                <a:cs typeface="Arial" pitchFamily="34" charset="-120"/>
              </a:rPr>
              <a:t>&lt;#&gt;</a:t>
            </a:r>
            <a:endParaRPr lang="en-US" sz="700" dirty="0"/>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disclaimer">
    <p:bg>
      <p:bgPr>
        <a:solidFill>
          <a:srgbClr val="FFFFFF"/>
        </a:solidFill>
      </p:bgPr>
    </p:bg>
    <p:spTree>
      <p:nvGrpSpPr>
        <p:cNvPr id="1" name=""/>
        <p:cNvGrpSpPr/>
        <p:nvPr/>
      </p:nvGrpSpPr>
      <p:grpSpPr>
        <a:xfrm>
          <a:off x="0" y="0"/>
          <a:ext cx="0" cy="0"/>
          <a:chOff x="0" y="0"/>
          <a:chExt cx="0" cy="0"/>
        </a:xfrm>
      </p:grpSpPr>
      <p:pic>
        <p:nvPicPr>
          <p:cNvPr id="2" name="Image 0" descr="https://snp-mediaportal.qbank.se/assets/deployedFiles/0dd5f7539ef187524017cfb9facbb79c.png">    </p:cNvPr>
          <p:cNvPicPr>
            <a:picLocks noChangeAspect="1"/>
          </p:cNvPicPr>
          <p:nvPr/>
        </p:nvPicPr>
        <p:blipFill>
          <a:blip r:embed="rId1"/>
          <a:stretch>
            <a:fillRect/>
          </a:stretch>
        </p:blipFill>
        <p:spPr>
          <a:xfrm>
            <a:off x="557784" y="6400800"/>
            <a:ext cx="758952" cy="365760"/>
          </a:xfrm>
          <a:prstGeom prst="rect">
            <a:avLst/>
          </a:prstGeom>
        </p:spPr>
      </p:pic>
      <p:sp>
        <p:nvSpPr>
          <p:cNvPr id="3" name="Text 0"/>
          <p:cNvSpPr/>
          <p:nvPr>
            <p:ph idx="101" type="sldNum" hasCustomPrompt="1"/>
          </p:nvPr>
        </p:nvSpPr>
        <p:spPr/>
        <p:txBody>
          <a:bodyPr wrap="none" rtlCol="0" anchor="ctr"/>
          <a:lstStyle/>
          <a:p>
            <a:pPr algn="r" indent="0" marL="0">
              <a:buNone/>
            </a:pPr>
            <a:r>
              <a:rPr lang="en-US" sz="700" dirty="0">
                <a:solidFill>
                  <a:srgbClr val="FFFFFF"/>
                </a:solidFill>
                <a:latin typeface="Arial" pitchFamily="34" charset="0"/>
                <a:ea typeface="Arial" pitchFamily="34" charset="-122"/>
                <a:cs typeface="Arial" pitchFamily="34" charset="-120"/>
              </a:rPr>
              <a:t>&lt;#&gt;</a:t>
            </a:r>
            <a:endParaRPr lang="en-US" sz="700" dirty="0"/>
          </a:p>
        </p:txBody>
      </p:sp>
      <p:sp>
        <p:nvSpPr>
          <p:cNvPr id="4" name="Text 0"/>
          <p:cNvSpPr/>
          <p:nvPr/>
        </p:nvSpPr>
        <p:spPr>
          <a:xfrm>
            <a:off x="566928" y="448056"/>
            <a:ext cx="11064240" cy="5788152"/>
          </a:xfrm>
          <a:prstGeom prst="rect">
            <a:avLst/>
          </a:prstGeom>
          <a:noFill/>
          <a:ln/>
        </p:spPr>
        <p:txBody>
          <a:bodyPr wrap="square" lIns="0" tIns="0" rIns="0" bIns="0" rtlCol="0" anchor="ctr"/>
          <a:lstStyle/>
          <a:p>
            <a:pPr algn="l" indent="0" marL="0">
              <a:buNone/>
            </a:pPr>
            <a:r>
              <a:rPr lang="en-US" sz="1000" dirty="0">
                <a:solidFill>
                  <a:srgbClr val="000000"/>
                </a:solidFill>
                <a:latin typeface="Arial" pitchFamily="34" charset="0"/>
                <a:ea typeface="Arial" pitchFamily="34" charset="-122"/>
                <a:cs typeface="Arial" pitchFamily="34" charset="-120"/>
              </a:rPr>
              <a:t>© 2025 by S&amp;P Global Inc. All rights reserved.</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the S&amp;P Global logo, S&amp;P Global Energy, and Platts are trademarks of S&amp;P Global Inc. Permission for any commercial use of these trademarks must be obtained in writing from S&amp;P Global Inc.</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You may view or otherwise use the information, prices, indices, assessments and other related information, graphs, tables and images ("Data") in or on this publication only for your personal use or, if you or your company has a license for the Data from S&amp;P Global Energy and you are an authorized user, for your company's internal business use only. You may not publish, reproduce, extract, distribute, retransmit, resell, create any derivative work from, use in any artificial intelligence system, and/or otherwise provide access to the Data or any portion thereof to any person (either within or outside your company, including as part of or via any internal electronic system or intranet), firm or entity, including any subsidiary, parent, or other entity that is affiliated with your company, without S&amp;P Global Energy's prior written consent or as otherwise authorized under license from S&amp;P Global Energy. Any use or distribution of the Data beyond the express uses authorized in this paragraph above is subject to the payment of additional fees to S&amp;P Global Energy.</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S&amp;P Global Energy, its affiliates and all of their third-party licensors disclaim any and all warranties, express or implied, including, but not limited to, any warranties of merchantability or fitness for a particular purpose or use as to the Data, or the results obtained by its use or as to the performance thereof. Data in this publication includes independent and verifiable data collected from actual market participants. Any user of the Data should not rely on any information and/or assessment contained therein in making any investment, trading, risk management or other decision. S&amp;P Global Energy, its affiliates and their third-party licensors do not guarantee the adequacy, accuracy, timeliness and/or completeness of the Data or any component thereof or any communications (whether written, oral, electronic or in other format), and shall not be subject to any damages or liability, including but not limited to any indirect, special, incidental, punitive or consequential damages (including but not limited to, loss of profits, trading losses and loss of goodwill).</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ICE index data and NYMEX futures data used herein are provided under S&amp;P Global Energy's commercial licensing agreements with ICE and with NYMEX. You acknowledge that the ICE index data and NYMEX futures data herein are confidential and are proprietary trade secrets and data of ICE and NYMEX or its/their licensors/suppliers, and you shall use best efforts to prevent the unauthorized publication, disclosure or copying of the ICE index data and/or NYMEX futures data.</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Permission is granted for those registered with the Copyright Clearance Center (CCC) to copy material above for internal reference or personal use only, provided that appropriate payment is made to the CCC, 222 Rosewood Drive, Danvers, MA 01923, phone +1-978-750-8400. Reproduction in any other form, or for any other purpose, is forbidden without the express prior permission of S&amp;P Global Inc. For article reprints contact: The YGS Group, phone +1-717-505-9701 x105 (800-501-9571 from the U.S.).</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For all other queries or requests pursuant to this notice, please contact S&amp;P Global Inc. via email at support.energy@spglobal.com.</a:t>
            </a:r>
            <a:endParaRPr lang="en-US" sz="1000" dirty="0"/>
          </a:p>
          <a:p>
            <a:pPr algn="l" indent="0" marL="0">
              <a:buNone/>
            </a:pPr>
            <a:endParaRPr lang="en-US" sz="1000" dirty="0"/>
          </a:p>
          <a:p>
            <a:pPr algn="l" indent="0" marL="0">
              <a:buNone/>
            </a:pPr>
            <a:r>
              <a:rPr lang="en-US" sz="1000" dirty="0">
                <a:solidFill>
                  <a:srgbClr val="000000"/>
                </a:solidFill>
                <a:latin typeface="Arial" pitchFamily="34" charset="0"/>
                <a:ea typeface="Arial" pitchFamily="34" charset="-122"/>
                <a:cs typeface="Arial" pitchFamily="34" charset="-120"/>
              </a:rPr>
              <a:t>This content was created with the assistance of Kensho Spark Assist, an artificial intelligence (AI) tool. For complete Terms of Use, see https://www.spglobal.com/en/terms-of-use.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A160B2F-9375-4DE3-A5A0-161BE0A64385}"/>
              </a:ext>
            </a:extLst>
          </p:cNvPr>
          <p:cNvSpPr>
            <a:spLocks noGrp="1"/>
          </p:cNvSpPr>
          <p:nvPr>
            <p:ph type="ftr" sz="quarter" idx="3"/>
          </p:nvPr>
        </p:nvSpPr>
        <p:spPr>
          <a:xfrm>
            <a:off x="6096000" y="0"/>
            <a:ext cx="5535279" cy="317674"/>
          </a:xfrm>
          <a:prstGeom prst="rect">
            <a:avLst/>
          </a:prstGeom>
        </p:spPr>
        <p:txBody>
          <a:bodyPr vert="horz" wrap="none" lIns="0" tIns="0" rIns="0" bIns="0" rtlCol="0" anchor="ctr"/>
          <a:lstStyle>
            <a:lvl1pPr algn="r">
              <a:defRPr sz="900">
                <a:solidFill>
                  <a:schemeClr val="tx1"/>
                </a:solidFill>
              </a:defRPr>
            </a:lvl1pPr>
          </a:lstStyle>
          <a:p>
            <a:r>
              <a:rPr lang="en-US"/>
              <a:t>Section name (optional) / Title / Month 20YY</a:t>
            </a:r>
          </a:p>
        </p:txBody>
      </p:sp>
      <p:sp>
        <p:nvSpPr>
          <p:cNvPr id="6" name="Slide Number Placeholder 5"/>
          <p:cNvSpPr>
            <a:spLocks noGrp="1"/>
          </p:cNvSpPr>
          <p:nvPr userDrawn="1">
            <p:ph type="sldNum" sz="quarter" idx="4"/>
          </p:nvPr>
        </p:nvSpPr>
        <p:spPr>
          <a:xfrm>
            <a:off x="11320251" y="6563709"/>
            <a:ext cx="311576" cy="214804"/>
          </a:xfrm>
          <a:prstGeom prst="rect">
            <a:avLst/>
          </a:prstGeom>
        </p:spPr>
        <p:txBody>
          <a:bodyPr vert="horz" lIns="0" tIns="0" rIns="0" bIns="0" rtlCol="0" anchor="ctr"/>
          <a:lstStyle>
            <a:lvl1pPr algn="r">
              <a:defRPr sz="700">
                <a:solidFill>
                  <a:schemeClr val="tx1"/>
                </a:solidFill>
              </a:defRPr>
            </a:lvl1pPr>
          </a:lstStyle>
          <a:p>
            <a:fld id="{5CFA18E4-D58E-4B28-B105-28D9665A8EBC}" type="slidenum">
              <a:rPr lang="en-US" smtClean="0"/>
              <a:pPr/>
              <a:t>‹#›</a:t>
            </a:fld>
            <a:endParaRPr lang="en-US"/>
          </a:p>
        </p:txBody>
      </p:sp>
      <p:sp>
        <p:nvSpPr>
          <p:cNvPr id="88" name="Title Placeholder 1">
            <a:extLst>
              <a:ext uri="{FF2B5EF4-FFF2-40B4-BE49-F238E27FC236}">
                <a16:creationId xmlns:a16="http://schemas.microsoft.com/office/drawing/2014/main" id="{92E3486A-297A-4953-BF79-0AEFDE6C9C3F}"/>
              </a:ext>
            </a:extLst>
          </p:cNvPr>
          <p:cNvSpPr>
            <a:spLocks noGrp="1"/>
          </p:cNvSpPr>
          <p:nvPr userDrawn="1">
            <p:ph type="title"/>
          </p:nvPr>
        </p:nvSpPr>
        <p:spPr>
          <a:xfrm>
            <a:off x="567039" y="323644"/>
            <a:ext cx="11062709" cy="845439"/>
          </a:xfrm>
          <a:prstGeom prst="rect">
            <a:avLst/>
          </a:prstGeom>
        </p:spPr>
        <p:txBody>
          <a:bodyPr vert="horz" lIns="0" tIns="0" rIns="0" bIns="0" rtlCol="0" anchor="t">
            <a:noAutofit/>
          </a:bodyPr>
          <a:lstStyle/>
          <a:p>
            <a:r>
              <a:rPr lang="en-US"/>
              <a:t>Click to edit Master title style</a:t>
            </a:r>
          </a:p>
        </p:txBody>
      </p:sp>
      <p:sp>
        <p:nvSpPr>
          <p:cNvPr id="27" name="Text Placeholder 2">
            <a:extLst>
              <a:ext uri="{FF2B5EF4-FFF2-40B4-BE49-F238E27FC236}">
                <a16:creationId xmlns:a16="http://schemas.microsoft.com/office/drawing/2014/main" id="{F08B5A9E-5A85-46D7-B45C-7C4E83238E02}"/>
              </a:ext>
            </a:extLst>
          </p:cNvPr>
          <p:cNvSpPr>
            <a:spLocks noGrp="1"/>
          </p:cNvSpPr>
          <p:nvPr userDrawn="1">
            <p:ph type="body" idx="1"/>
          </p:nvPr>
        </p:nvSpPr>
        <p:spPr>
          <a:xfrm>
            <a:off x="567039" y="1289097"/>
            <a:ext cx="11064240" cy="426139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0" name="Rectangle 79">
            <a:extLst>
              <a:ext uri="{FF2B5EF4-FFF2-40B4-BE49-F238E27FC236}">
                <a16:creationId xmlns:a16="http://schemas.microsoft.com/office/drawing/2014/main" id="{1284AB22-BA66-47B9-8BEB-416F2BFF4706}"/>
              </a:ext>
              <a:ext uri="{C183D7F6-B498-43B3-948B-1728B52AA6E4}">
                <adec:decorative xmlns:adec="http://schemas.microsoft.com/office/drawing/2017/decorative" val="0"/>
              </a:ext>
            </a:extLst>
          </p:cNvPr>
          <p:cNvSpPr/>
          <p:nvPr userDrawn="1"/>
        </p:nvSpPr>
        <p:spPr>
          <a:xfrm>
            <a:off x="5272088" y="6575649"/>
            <a:ext cx="6129126" cy="200055"/>
          </a:xfrm>
          <a:prstGeom prst="rect">
            <a:avLst/>
          </a:prstGeom>
        </p:spPr>
        <p:txBody>
          <a:bodyPr wrap="square" anchor="b">
            <a:spAutoFit/>
          </a:bodyPr>
          <a:lstStyle/>
          <a:p>
            <a:pPr algn="r"/>
            <a:r>
              <a:rPr lang="en-US" sz="700">
                <a:latin typeface="+mn-lt"/>
              </a:rPr>
              <a:t>© 2026 S&amp;P Global.</a:t>
            </a:r>
          </a:p>
        </p:txBody>
      </p:sp>
    </p:spTree>
    <p:extLst>
      <p:ext uri="{BB962C8B-B14F-4D97-AF65-F5344CB8AC3E}">
        <p14:creationId xmlns:p14="http://schemas.microsoft.com/office/powerpoint/2010/main" val="3674233272"/>
      </p:ext>
    </p:extLst>
  </p:cSld>
  <p:clrMap bg1="lt1" tx1="dk1" bg2="lt2" tx2="dk2" accent1="accent1" accent2="accent2" accent3="accent3" accent4="accent4" accent5="accent5" accent6="accent6" hlink="hlink" folHlink="folHlink"/>
  <p:sldLayoutIdLst>
    <p:sldLayoutId id="2147483001" r:id="rId1"/>
    <p:sldLayoutId id="2147483002" r:id="rId2"/>
    <p:sldLayoutId id="2147483003" r:id="rId3"/>
    <p:sldLayoutId id="2147483004" r:id="rId4"/>
    <p:sldLayoutId id="2147483005" r:id="rId5"/>
    <p:sldLayoutId id="2147483006" r:id="rId6"/>
    <p:sldLayoutId id="2147483007" r:id="rId7"/>
    <p:sldLayoutId id="2147483008" r:id="rId8"/>
    <p:sldLayoutId id="2147483009" r:id="rId9"/>
    <p:sldLayoutId id="2147483010" r:id="rId10"/>
    <p:sldLayoutId id="2147483011" r:id="rId11"/>
    <p:sldLayoutId id="2147483012" r:id="rId12"/>
    <p:sldLayoutId id="2147483013" r:id="rId13"/>
    <p:sldLayoutId id="2147483014" r:id="rId14"/>
    <p:sldLayoutId id="2147483015" r:id="rId15"/>
    <p:sldLayoutId id="2147483016" r:id="rId16"/>
    <p:sldLayoutId id="2147483017" r:id="rId17"/>
    <p:sldLayoutId id="2147483018" r:id="rId18"/>
    <p:sldLayoutId id="2147483019" r:id="rId19"/>
    <p:sldLayoutId id="2147483020" r:id="rId20"/>
    <p:sldLayoutId id="2147483021" r:id="rId21"/>
    <p:sldLayoutId id="2147483022" r:id="rId22"/>
    <p:sldLayoutId id="2147483023" r:id="rId23"/>
    <p:sldLayoutId id="2147483024" r:id="rId24"/>
    <p:sldLayoutId id="2147483025" r:id="rId25"/>
    <p:sldLayoutId id="2147483026" r:id="rId26"/>
    <p:sldLayoutId id="2147483027" r:id="rId27"/>
    <p:sldLayoutId id="2147483028" r:id="rId28"/>
    <p:sldLayoutId id="2147483029" r:id="rId29"/>
    <p:sldLayoutId id="2147483030" r:id="rId30"/>
    <p:sldLayoutId id="2147483031" r:id="rId31"/>
    <p:sldLayoutId id="2147483032" r:id="rId32"/>
    <p:sldLayoutId id="2147483033" r:id="rId33"/>
    <p:sldLayoutId id="2147483034" r:id="rId34"/>
    <p:sldLayoutId id="2147483035" r:id="rId35"/>
    <p:sldLayoutId id="2147483036" r:id="rId36"/>
    <p:sldLayoutId id="2147483037" r:id="rId37"/>
    <p:sldLayoutId id="2147483038" r:id="rId38"/>
    <p:sldLayoutId id="2147483039" r:id="rId39"/>
    <p:sldLayoutId id="2147483040" r:id="rId40"/>
    <p:sldLayoutId id="2147483041" r:id="rId41"/>
    <p:sldLayoutId id="2147483042" r:id="rId42"/>
    <p:sldLayoutId id="2147483043" r:id="rId43"/>
    <p:sldLayoutId id="2147483044" r:id="rId44"/>
    <p:sldLayoutId id="2147483045" r:id="rId45"/>
    <p:sldLayoutId id="2147483046" r:id="rId46"/>
    <p:sldLayoutId id="2147483047" r:id="rId47"/>
    <p:sldLayoutId id="2147483048" r:id="rId48"/>
    <p:sldLayoutId id="2147483049" r:id="rId49"/>
    <p:sldLayoutId id="2147483050" r:id="rId50"/>
    <p:sldLayoutId id="2147483051" r:id="rId51"/>
    <p:sldLayoutId id="2147483052" r:id="rId52"/>
    <p:sldLayoutId id="2147483053" r:id="rId53"/>
    <p:sldLayoutId id="2147483054" r:id="rId54"/>
    <p:sldLayoutId id="2147483055" r:id="rId55"/>
    <p:sldLayoutId id="2147483056" r:id="rId56"/>
    <p:sldLayoutId id="2147483057" r:id="rId57"/>
  </p:sldLayoutIdLst>
  <p:hf hdr="0" ftr="0" dt="0"/>
  <p:txStyles>
    <p:titleStyle>
      <a:lvl1pPr algn="l" defTabSz="914400" rtl="0" eaLnBrk="1" latinLnBrk="0" hangingPunct="1">
        <a:lnSpc>
          <a:spcPct val="90000"/>
        </a:lnSpc>
        <a:spcBef>
          <a:spcPct val="0"/>
        </a:spcBef>
        <a:buNone/>
        <a:defRPr sz="2400" kern="1200">
          <a:solidFill>
            <a:schemeClr val="tx1"/>
          </a:solidFill>
          <a:latin typeface="+mj-lt"/>
          <a:ea typeface="+mj-ea"/>
          <a:cs typeface="+mj-cs"/>
        </a:defRPr>
      </a:lvl1pPr>
    </p:titleStyle>
    <p:bodyStyle>
      <a:lvl1pPr marL="169863" indent="-169863" algn="l" defTabSz="914400" rtl="0" eaLnBrk="1" latinLnBrk="0" hangingPunct="1">
        <a:lnSpc>
          <a:spcPct val="100000"/>
        </a:lnSpc>
        <a:spcBef>
          <a:spcPts val="0"/>
        </a:spcBef>
        <a:spcAft>
          <a:spcPts val="600"/>
        </a:spcAft>
        <a:buFont typeface="Arial" panose="020B0604020202020204" pitchFamily="34" charset="0"/>
        <a:buChar char="•"/>
        <a:defRPr sz="1600" kern="1200">
          <a:solidFill>
            <a:schemeClr val="tx1"/>
          </a:solidFill>
          <a:latin typeface="+mn-lt"/>
          <a:ea typeface="+mn-ea"/>
          <a:cs typeface="+mn-cs"/>
        </a:defRPr>
      </a:lvl1pPr>
      <a:lvl2pPr marL="341313" indent="-17145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17525" indent="-176213" algn="l" defTabSz="914400" rtl="0" eaLnBrk="1" latinLnBrk="0" hangingPunct="1">
        <a:lnSpc>
          <a:spcPct val="100000"/>
        </a:lnSpc>
        <a:spcBef>
          <a:spcPts val="0"/>
        </a:spcBef>
        <a:spcAft>
          <a:spcPts val="600"/>
        </a:spcAft>
        <a:buFont typeface="Arial" panose="020B0604020202020204" pitchFamily="34" charset="0"/>
        <a:buChar char="•"/>
        <a:tabLst/>
        <a:defRPr sz="1200" kern="1200">
          <a:solidFill>
            <a:schemeClr val="tx1"/>
          </a:solidFill>
          <a:latin typeface="+mn-lt"/>
          <a:ea typeface="+mn-ea"/>
          <a:cs typeface="+mn-cs"/>
        </a:defRPr>
      </a:lvl3pPr>
      <a:lvl4pPr marL="687388" indent="-16986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4pPr>
      <a:lvl5pPr marL="914400" indent="-227013" algn="l" defTabSz="914400" rtl="0" eaLnBrk="1" latinLnBrk="0" hangingPunct="1">
        <a:lnSpc>
          <a:spcPct val="100000"/>
        </a:lnSpc>
        <a:spcBef>
          <a:spcPts val="0"/>
        </a:spcBef>
        <a:spcAft>
          <a:spcPts val="600"/>
        </a:spcAft>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3840" userDrawn="1">
          <p15:clr>
            <a:srgbClr val="A4A3A4"/>
          </p15:clr>
        </p15:guide>
        <p15:guide id="6" pos="7329" userDrawn="1">
          <p15:clr>
            <a:srgbClr val="F26B43"/>
          </p15:clr>
        </p15:guide>
        <p15:guide id="9" orient="horz" pos="216" userDrawn="1">
          <p15:clr>
            <a:srgbClr val="F26B43"/>
          </p15:clr>
        </p15:guide>
        <p15:guide id="12" orient="horz" pos="3912" userDrawn="1">
          <p15:clr>
            <a:srgbClr val="F26B43"/>
          </p15:clr>
        </p15:guide>
        <p15:guide id="21" pos="35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svg+xml;base64,phn2zyb3awr0ad0inziiighlawdodd0inziiihhtbg5zpsjodhrwoi8vd3d3lnczlm9yzy8ymdawl3n2zyigeg1sbnm6egxpbms9imh0dha6ly93d3cudzmub3jnlze5otkvegxpbmsiihhtbdpzcgfjzt0ichjlc2vydmuiig92zxjmbg93psjoawrkzw4ipjxnihryyw5zzm9ybt0idhjhbnnsyxrlkc01mdaglte0nskipjxwyxroigq9ik01mjquodk4idiwos4xndignti0ljg5ocaymdiunda4iduymc4wnzggmjayljqwoem1mtcunda1idiwmi40mdggnte1ljm5ncaxotkunzkyiduxns4zotqgmtk3ljexoew1mtuumzk0ide5mc40ntegntewljgyncaxotaunduxqzuwos41ndcgmtkwljq1msa1mdgunzygmtg5lja1nca1mdkundiyide4ny45nkw1mtuundm3ide3oc4wnjjdnte1ljqxmyaxnzcunjixiduxns4zotggmtc3lje3nca1mtuumzk4ide3ni43mjggnte1ljm5ocaxnjmumze3iduyni41mzqgmtuyljuwnya1ndaumdyxide1my4wmzugntuylje0nyaxntmuntegntyylja1osaxnjmumje2idu2mi43nzqgmtc1lji5mya1njmumjq1ide4my4yoca1ntkunzu1ide5mc40nzugntu0lja4niaxotuumdk4tdu1nc4wodygmja5lje0mk01mziunzu1ide3mc4zntqgntq2ljcymyaxnzaumzu0idu0ni43mjmgmtg0ljmymia1mziunzu1ide4nc4zmjigntmyljc1nsaxnzaumzu0wk01mjqunzc4ide3ms4zntignti4ljc2niaxnzeumzuyttuync43nzggmtc1ljm0msa1mjgunzy2ide3ns4zndfnnti0ljc3ocaxnzkumzm0iduyoc43njygmtc5ljmzne01mjqunzc4ide4my4zmjmgnti4ljc2niaxodmumzizttu1mc43mtcgmtcxljm1mia1ntqunzegmtcxljm1mk01ntaunze3ide3ns4zndegntu0ljcxide3ns4zndfnntuwljcxnyaxnzkumzm0idu1nc43msaxnzkumzm0ttu1mc43mtcgmtgzljmymya1ntqunzegmtgzljmym001nduunzmgmtg4ljmxnsa1nduunzmgmtkyljmwne01ndeunzm2ide4oc4zmtugntqxljczniaxotiumza0ttuzny43ndcgmtg4ljmxnsa1mzcunzq3ide5mi4zmdrnntmzljc1ncaxodgumze1iduzmy43ntqgmtkyljmwne01nduunzmgmtyyljm3msa1nduunzmgmty2ljm2nu01ndeunzm2ide2mi4znzegntqxljczniaxnjyumzy1ttuzny43ndcgmtyyljm3msa1mzcunzq3ide2ni4znjvnntmzljc1ncaxnjiumzcxiduzmy43ntqgmty2ljm2nu01ndgunzigmtg4ljmxnsa1mzaunzu4ide4oc4zmtvnnti4ljc2niaxodgumze1iduyoc43njygmty2ljm2nsa1ntaunze3ide2ni4znjugntuwljcxnyaxodgumze1iibzdhjva2u9iimwmdawmdaiigzpbgw9im5vbmuilz48l2c+pc9zdmc+"/><Relationship Id="rId2" Type="http://schemas.openxmlformats.org/officeDocument/2006/relationships/image" Target="../media/image-2-2.svg+xml;base64,phn2zyb3awr0ad0inziiighlawdodd0inziiihhtbg5zpsjodhrwoi8vd3d3lnczlm9yzy8ymdawl3n2zyigeg1sbnm6egxpbms9imh0dha6ly93d3cudzmub3jnlze5otkvegxpbmsiihhtbdpzcgfjzt0ichjlc2vydmuiig92zxjmbg93psjoawrkzw4ipjxnihryyw5zzm9ybt0idhjhbnnsyxrlkc04nyatmtq1ksi+phbhdgggzd0ittexny40mdqgmtczlju5nyaxmjguntk3ide3my41otdnmta2lje2miaymdyumzm2idewni4xnjigmjawljk1nyaxmdyumtyyide5oc44ntndmte4ljmxncaxotguoduzidexny4zodcgmtc4ljuxniaxmtcumzg3ide3mc43ouwxmtcumzg3ide2os44ntrnmtm5ljgznyaymdyumzm2idezos44mzcgmjawljk1nyaxmzkuodm3ide5oc44ntndmti3ljy4nsaxotguoduzideyoc42mtmgmtc4ljuxniaxmjgunjezide3mc43ouwxmjgunjezide2os44ntrnmta2lje2miaymdeunju4idezos44mzcgmjaxljy1oe0xmzaundg0ide1my4wmtcgmtmwljq4ncaxnjauntaxideyni43ndigmtywljuwmsaxmjyunzqyide1my4wmtcgmte5lji1ocaxntmumde3idexos4yntggmtywljuwmsaxmtuunte3ide2mc41mdegmte1ljuxnyaxntmumde3idexms43nzugmtuzljaxnyaxmteunzc1ide2os44ntqgmtm0ljiynsaxnjkuodu0ideznc4ymjugmtuzljaxnyaxmzaundg0ide1my4wmtdatte0ny4zmjegmja5lje0mia5oc42nzk0idiwos4xndiiihn0cm9rzt0iizawmdawmcigzmlsbd0ibm9uzsivpjwvzz48l3n2zz4="/><Relationship Id="rId3" Type="http://schemas.openxmlformats.org/officeDocument/2006/relationships/image" Target="../media/image-2-3.svg+xml;base64,phn2zyb3awr0ad0inziiighlawdodd0inziiihhtbg5zpsjodhrwoi8vd3d3lnczlm9yzy8ymdawl3n2zyigeg1sbnm6egxpbms9imh0dha6ly93d3cudzmub3jnlze5otkvegxpbmsiihhtbdpzcgfjzt0ichjlc2vydmuiig92zxjmbg93psjoawrkzw4ipjxnihryyw5zzm9ybt0idhjhbnnsyxrlkc0xmtiyic0xndupij48cgf0acbkpsjnmte0my40msaxnzcunzq5qzexndmunjygmtc2ljy0miaxmtq0ljazide3ns41odmgmte0nc41msaxnzquntg1ttexndyumyaxnzeunzq3qzexndcgmtcwljg3miaxmtq3ljc5ide3mc4wnzcgmte0oc42nyaxnjkumzc4ttexnteunsaxnjcuntkzqzexntiunsaxnjcumtexidexntmuntygmty2ljcznyaxmtu0ljy3ide2ni40odvnmte1ocaxnjyumtezqzexnjyumjcgmty2ljexmyaxmtcyljk3ide3mi44mtqgmte3mi45nyaxodeumdc5idexnziuotcgmtg5ljm0niaxmty2lji3ide5ni4wndygmte1ocaxotyumdq2idexndkunzmgmtk2lja0niaxmtqzljazide4os4zndygmte0my4wmyaxodeumdc5ttexntggmty5ljewniaxmtu4ide4ms4wnzkgmte0ni4wmyaxodeumdc5ttexnjiumjygmja5lje0miaxmtuzljy2idiwos4xndjnmte1mi43myaymduundaxidexnteuodigmjaxljc5mumxmtuwljm4idiwms4znjqgmte0osaymdaunzkzidexndcunyaymdaumdlmmte0ms4ynsaymdmuotugmtezns4xnsaxotcuodyyidexmzkumdigmtkxljqznemxmtm4ljmgmtkwljexmyaxmtm3ljcyide4oc43mdygmtezny4yocaxodcumjm3tdexmjkuotqgmtg1ljq1miaxmti5ljk0ide3ni43mdkgmtezny4yocaxnzquotizqzexmzcunzigmtczljq1ncaxmtm4ljmgmtcylja0ocaxmtm5ljayide3mc43mjzmmtezns4xnsaxnjqumjk4idexndeumjugmtu4ljixidexndcunyaxnjiumdddmte0osaxnjeumzy2idexntaumzggmtywljc5nyaxmtuxljgyide2mc4znjlmmte1my42niaxntmumde4idexnjiumjygmtuzljaxocaxmty0lje4ide2mc4znjldmte2ns42miaxnjaunzk3idexnjcgmtyxljm2niaxmty4ljmgmtyylja3tdexnzqunzugmtu4ljixidexodauodugmty0lji5ocaxmtc2ljk4ide3mc43mjzdmte3ny43ide3mi4wndggmte3oc4yocaxnzmundu0idexnzgunzegmtc0ljkym0wxmtg2lja2ide3ni43mdkgmte4ni4wniaxoduunduyidexnzgunzegmtg3ljizn0mxmtc4lji4ide4oc43mdygmte3ny43ide5mc4xmtmgmte3ni45ocaxoteundm0tdexodauodugmtk3ljg2miaxmtc0ljc1idiwmy45nsaxmty4ljmgmjawlja5qzexnjcgmjawljc5myaxmty1ljyyidiwms4znjqgmte2nc4xocaymdeunzkxtdexnjmumjqgmja1ljqwmsigc3ryb2tlpsijmdawmdawiibmawxspsjub25lii8+pc9npjwvc3znpg=="/><Relationship Id="rId4" Type="http://schemas.openxmlformats.org/officeDocument/2006/relationships/image" Target="../media/image-2-2.svg+xml;base64,phn2zyb3awr0ad0inziiighlawdodd0inziiihhtbg5zpsjodhrwoi8vd3d3lnczlm9yzy8ymdawl3n2zyigeg1sbnm6egxpbms9imh0dha6ly93d3cudzmub3jnlze5otkvegxpbmsiihhtbdpzcgfjzt0ichjlc2vydmuiig92zxjmbg93psjoawrkzw4ipjxnihryyw5zzm9ybt0idhjhbnnsyxrlkc04nyatmtq1ksi+phbhdgggzd0ittexny40mdqgmtczlju5nyaxmjguntk3ide3my41otdnmta2lje2miaymdyumzm2idewni4xnjigmjawljk1nyaxmdyumtyyide5oc44ntndmte4ljmxncaxotguoduzidexny4zodcgmtc4ljuxniaxmtcumzg3ide3mc43ouwxmtcumzg3ide2os44ntrnmtm5ljgznyaymdyumzm2idezos44mzcgmjawljk1nyaxmzkuodm3ide5oc44ntndmti3ljy4nsaxotguoduzideyoc42mtmgmtc4ljuxniaxmjgunjezide3mc43ouwxmjgunjezide2os44ntrnmta2lje2miaymdeunju4idezos44mzcgmjaxljy1oe0xmzaundg0ide1my4wmtcgmtmwljq4ncaxnjauntaxideyni43ndigmtywljuwmsaxmjyunzqyide1my4wmtcgmte5lji1ocaxntmumde3idexos4yntggmtywljuwmsaxmtuunte3ide2mc41mdegmte1ljuxnyaxntmumde3idexms43nzugmtuzljaxnyaxmteunzc1ide2os44ntqgmtm0ljiynsaxnjkuodu0ideznc4ymjugmtuzljaxnyaxmzaundg0ide1my4wmtdatte0ny4zmjegmja5lje0mia5oc42nzk0idiwos4xndiiihn0cm9rzt0iizawmdawmcigzmlsbd0ibm9uzsivpjwvzz48l3n2zz4="/><Relationship Id="rId5" Type="http://schemas.openxmlformats.org/officeDocument/2006/relationships/slideLayout" Target="../slideLayouts/slideLayout20.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eams.microsoft.com/l/chat/0/0?users=mizan.binabdulrahman@spglobal.com&amp;message=Hi%20Mizan,%20can%20you%20help%20me%20install%20theme%20colors,%20please?" TargetMode="External"/><Relationship Id="rId2" Type="http://schemas.openxmlformats.org/officeDocument/2006/relationships/hyperlink" Target="https://sphere.spglobal.com/sites/cross-divisional-initiatives/news/436529/branded-smartart-slide-elements" TargetMode="External"/><Relationship Id="rId3" Type="http://schemas.openxmlformats.org/officeDocument/2006/relationships/slideLayout" Target="../slideLayouts/slideLayout10.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mediaportal.spglobal.com/search/images" TargetMode="External"/><Relationship Id="rId2" Type="http://schemas.openxmlformats.org/officeDocument/2006/relationships/hyperlink" Target="https://brandcenter.spglobal.com/content/photography-principles" TargetMode="External"/><Relationship Id="rId3" Type="http://schemas.openxmlformats.org/officeDocument/2006/relationships/hyperlink" Target="https://forms.office.com/Pages/ResponsePage.aspx?id=6jY-jzmAQEuBp33AWZ6GRaLKtkOlT3tHpcP174yxCTxUQzA3TTJYQkxRNUJSVElSWURUT0lLNzlaSyQlQCN0PWcu" TargetMode="External"/><Relationship Id="rId4" Type="http://schemas.openxmlformats.org/officeDocument/2006/relationships/hyperlink" Target="https://www.gettyimages.com/landing/pa-preview/expanded/170478" TargetMode="External"/><Relationship Id="rId5" Type="http://schemas.openxmlformats.org/officeDocument/2006/relationships/hyperlink" Target="https://spark.spglobal.com/assist?spark_id=33792" TargetMode="External"/><Relationship Id="rId6" Type="http://schemas.openxmlformats.org/officeDocument/2006/relationships/hyperlink" Target="https://brandcenter.spglobal.com/content/iconography" TargetMode="External"/><Relationship Id="rId7" Type="http://schemas.openxmlformats.org/officeDocument/2006/relationships/hyperlink" Target="https://forms.office.com/Pages/ResponsePage.aspx?id=6jY-jzmAQEuBp33AWZ6GRaLKtkOlT3tHpcP174yxCTxUNzY4WFRaS1czTTkwOTBPUjI2SU1DMzk4WSQlQCN0PWcu" TargetMode="External"/><Relationship Id="rId8" Type="http://schemas.openxmlformats.org/officeDocument/2006/relationships/hyperlink" Target="https://forms.office.com/Pages/ResponsePage.aspx?id=6jY-jzmAQEuBp33AWZ6GRZl6-kBxW6hEiiDSu0_M_X1UM0FMWVVFMTRWMjgyM0k4VE9aWjZXOU4zSSQlQCN0PWcu" TargetMode="External"/><Relationship Id="rId9" Type="http://schemas.openxmlformats.org/officeDocument/2006/relationships/hyperlink" Target="https://spgl.sharepoint.com/sites/group_nam_corp_edp_m/SitePages/Energy-Editorial-Submissions.aspx" TargetMode="External"/><Relationship Id="rId10" Type="http://schemas.openxmlformats.org/officeDocument/2006/relationships/hyperlink" Target="https://spgl.sharepoint.com/sites/ResearchAnalysis/Lists/SC/NewForm.aspx" TargetMode="External"/><Relationship Id="rId11" Type="http://schemas.openxmlformats.org/officeDocument/2006/relationships/hyperlink" Target="mailto:jane.crispin@spglobal.com" TargetMode="External"/><Relationship Id="rId12" Type="http://schemas.openxmlformats.org/officeDocument/2006/relationships/hyperlink" Target="mailto:GIA_editorial@spglobal.com" TargetMode="External"/><Relationship Id="rId13" Type="http://schemas.openxmlformats.org/officeDocument/2006/relationships/hyperlink" Target="mailto:h-ihsm-DL-MaritimeEditing&amp;Design@spglobal.com" TargetMode="External"/><Relationship Id="rId14" Type="http://schemas.openxmlformats.org/officeDocument/2006/relationships/hyperlink" Target="mailto:finews.submissions@spglobal.com" TargetMode="External"/><Relationship Id="rId15" Type="http://schemas.openxmlformats.org/officeDocument/2006/relationships/hyperlink" Target="https://spgi.service-now.com/esc?id=sc_cat_item&amp;sys_id=c49f549bc3f0d214fffbdecf050131bb" TargetMode="External"/><Relationship Id="rId16" Type="http://schemas.openxmlformats.org/officeDocument/2006/relationships/hyperlink" Target="https://spgl.sharepoint.com/sites/group_nam_corp_edp_m/DLF/_Essential_tools/Add-ins" TargetMode="External"/><Relationship Id="rId17" Type="http://schemas.openxmlformats.org/officeDocument/2006/relationships/hyperlink" Target="mailto:publish.pira@spglobal.com" TargetMode="External"/><Relationship Id="rId18" Type="http://schemas.openxmlformats.org/officeDocument/2006/relationships/hyperlink" Target="mailto:EditorialTeam451@spglobal.com" TargetMode="External"/><Relationship Id="rId19" Type="http://schemas.openxmlformats.org/officeDocument/2006/relationships/hyperlink" Target="mailto:MIResearchEditorial@spglobal.com" TargetMode="External"/><Relationship Id="rId20" Type="http://schemas.openxmlformats.org/officeDocument/2006/relationships/hyperlink" Target="mailto:mark.pengelly@spglobal.com" TargetMode="External"/><Relationship Id="rId21" Type="http://schemas.openxmlformats.org/officeDocument/2006/relationships/slideLayout" Target="../slideLayouts/slideLayout10.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type="title" hasCustomPrompt="1"/>
          </p:nvPr>
        </p:nvSpPr>
        <p:spPr/>
        <p:txBody>
          <a:bodyPr/>
          <a:lstStyle/>
          <a:p>
            <a:r>
              <a:rPr lang="en-US" dirty="0"/>
              <a:t>Generative AI and the Future of Work</a:t>
            </a:r>
            <a:endParaRPr lang="en-US" dirty="0"/>
          </a:p>
        </p:txBody>
      </p:sp>
      <p:sp>
        <p:nvSpPr>
          <p:cNvPr id="3" name="Text 0"/>
          <p:cNvSpPr/>
          <p:nvPr>
            <p:ph idx="14" type="body" hasCustomPrompt="1"/>
          </p:nvPr>
        </p:nvSpPr>
        <p:spPr/>
        <p:txBody>
          <a:bodyPr/>
          <a:lstStyle/>
          <a:p>
            <a:r>
              <a:rPr lang="en-US" dirty="0"/>
              <a:t>Workforce Redistribution Over Reduction</a:t>
            </a:r>
            <a:endParaRPr lang="en-US" dirty="0"/>
          </a:p>
        </p:txBody>
      </p:sp>
      <p:sp>
        <p:nvSpPr>
          <p:cNvPr id="4" name="Text 0"/>
          <p:cNvSpPr/>
          <p:nvPr>
            <p:ph idx="20" type="body" hasCustomPrompt="1"/>
          </p:nvPr>
        </p:nvSpPr>
        <p:spPr/>
        <p:txBody>
          <a:bodyPr/>
          <a:lstStyle/>
          <a:p>
            <a:r>
              <a:rPr lang="en-US" dirty="0"/>
              <a:t>Mizan Bin abdul rahman / S&amp;P Global Energy / Senior Analyst</a:t>
            </a:r>
            <a:endParaRPr lang="en-US" dirty="0"/>
          </a:p>
        </p:txBody>
      </p:sp>
      <p:sp>
        <p:nvSpPr>
          <p:cNvPr id="5" name="Text 0"/>
          <p:cNvSpPr/>
          <p:nvPr>
            <p:ph idx="18" type="body" hasCustomPrompt="1"/>
          </p:nvPr>
        </p:nvSpPr>
        <p:spPr/>
        <p:txBody>
          <a:bodyPr/>
          <a:lstStyle/>
          <a:p>
            <a:r>
              <a:rPr lang="en-US" dirty="0"/>
              <a:t>STRATEGIC REPORT</a:t>
            </a:r>
            <a:endParaRPr lang="en-US" dirty="0"/>
          </a:p>
        </p:txBody>
      </p:sp>
      <p:sp>
        <p:nvSpPr>
          <p:cNvPr id="6" name="Text 0"/>
          <p:cNvSpPr/>
          <p:nvPr>
            <p:ph idx="21" type="body" hasCustomPrompt="1"/>
          </p:nvPr>
        </p:nvSpPr>
        <p:spPr/>
        <p:txBody>
          <a:bodyPr/>
          <a:lstStyle/>
          <a:p>
            <a:endParaRPr lang="en-US" dirty="0"/>
          </a:p>
        </p:txBody>
      </p:sp>
      <p:sp>
        <p:nvSpPr>
          <p:cNvPr id="7" name="Text 0"/>
          <p:cNvSpPr/>
          <p:nvPr>
            <p:ph idx="17" type="body" hasCustomPrompt="1"/>
          </p:nvPr>
        </p:nvSpPr>
        <p:spPr/>
        <p:txBody>
          <a:bodyPr/>
          <a:lstStyle/>
          <a:p>
            <a:r>
              <a:rPr lang="en-US" dirty="0"/>
              <a:t>December 30, 2025</a:t>
            </a:r>
            <a:endParaRPr lang="en-US" dirty="0"/>
          </a:p>
        </p:txBody>
      </p:sp>
      <p:pic>
        <p:nvPicPr>
          <p:cNvPr id="8" name="Image 0" descr="https://snp-mediaportal.qbank.se/assets/deployedFiles/194483d956c6f9cfe0296b74d4da754e.jpg">    </p:cNvPr>
          <p:cNvPicPr>
            <a:picLocks noChangeAspect="1"/>
          </p:cNvPicPr>
          <p:nvPr/>
        </p:nvPicPr>
        <p:blipFill>
          <a:blip r:embed="rId1"/>
          <a:srcRect l="27232" r="27232" t="0" b="0"/>
          <a:stretch/>
        </p:blipFill>
        <p:spPr>
          <a:xfrm>
            <a:off x="7909560" y="1289304"/>
            <a:ext cx="4288536" cy="4928616"/>
          </a:xfrm>
          <a:prstGeom prst="rect">
            <a:avLst/>
          </a:prstGeom>
        </p:spPr>
      </p:pic>
      <p:sp>
        <p:nvSpPr>
          <p:cNvPr id="10" name="Text 0"/>
          <p:cNvSpPr/>
          <p:nvPr>
            <p:ph idx="19" type="pic" hasCustomPrompt="1"/>
          </p:nvPr>
        </p:nvSpPr>
        <p:spPr/>
        <p:txBody>
          <a:bodyPr/>
          <a:lstStyle/>
          <a:p>
            <a:pPr indent="0" marL="0">
              <a:buNone/>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2</a:t>
            </a:r>
            <a:endParaRPr lang="en-US" dirty="0"/>
          </a:p>
        </p:txBody>
      </p:sp>
      <p:sp>
        <p:nvSpPr>
          <p:cNvPr id="3" name="Text 0"/>
          <p:cNvSpPr/>
          <p:nvPr>
            <p:ph type="title" hasCustomPrompt="1"/>
          </p:nvPr>
        </p:nvSpPr>
        <p:spPr/>
        <p:txBody>
          <a:bodyPr/>
          <a:lstStyle/>
          <a:p>
            <a:r>
              <a:rPr lang="en-US" dirty="0"/>
              <a:t>The AI Workforce Reality</a:t>
            </a:r>
            <a:endParaRPr lang="en-US" dirty="0"/>
          </a:p>
        </p:txBody>
      </p:sp>
      <p:sp>
        <p:nvSpPr>
          <p:cNvPr id="4" name="Text 0"/>
          <p:cNvSpPr/>
          <p:nvPr>
            <p:ph idx="13" type="body" hasCustomPrompt="1"/>
          </p:nvPr>
        </p:nvSpPr>
        <p:spPr/>
        <p:txBody>
          <a:bodyPr/>
          <a:lstStyle/>
          <a:p>
            <a:r>
              <a:rPr lang="en-US" dirty="0"/>
              <a:t>Redistribution Over Reduction</a:t>
            </a:r>
            <a:endParaRPr lang="en-US" dirty="0"/>
          </a:p>
        </p:txBody>
      </p:sp>
      <p:sp>
        <p:nvSpPr>
          <p:cNvPr id="5" name="Text 0"/>
          <p:cNvSpPr/>
          <p:nvPr>
            <p:ph idx="33" type="body" hasCustomPrompt="1"/>
          </p:nvPr>
        </p:nvSpPr>
        <p:spPr/>
        <p:txBody>
          <a:bodyPr/>
          <a:lstStyle/>
          <a:p>
            <a:r>
              <a:rPr lang="en-US" dirty="0"/>
              <a:t>S&amp;P Global research reveals that generative AI will fundamentally reshape the workforce through redistribution rather than wholesale job elimination. The technology creates new roles while transforming existing ones, requiring strategic workforce planning. Early adopters are already seeing productivity gains of 20-40% in specific tasks, while new job categories emerge around AI management and human-AI collaboration. The transition period will span 5-10 years, giving organizations time to adapt their talent strategies. Success depends on proactive reskilling initiatives and understanding which roles will be enhanced versus transformed. Energy sector companies must prepare for this shift now to maintain competitive advantage and workforce stability.</a:t>
            </a:r>
            <a:endParaRPr lang="en-US" dirty="0"/>
          </a:p>
        </p:txBody>
      </p:sp>
      <p:pic>
        <p:nvPicPr>
          <p:cNvPr id="6" name="Image 0" descr="data:image/svg+xml;base64,PHN2ZyB3aWR0aD0iNzIiIGhlaWdodD0iNzIiIHhtbG5zPSJodHRwOi8vd3d3LnczLm9yZy8yMDAwL3N2ZyIgeG1sbnM6eGxpbms9Imh0dHA6Ly93d3cudzMub3JnLzE5OTkveGxpbmsiIHhtbDpzcGFjZT0icHJlc2VydmUiIG92ZXJmbG93PSJoaWRkZW4iPjxnIHRyYW5zZm9ybT0idHJhbnNsYXRlKC01MDAgLTE0NSkiPjxwYXRoIGQ9Ik01MjQuODk4IDIwOS4xNDIgNTI0Ljg5OCAyMDIuNDA4IDUyMC4wNzggMjAyLjQwOEM1MTcuNDA1IDIwMi40MDggNTE1LjM5NCAxOTkuNzkyIDUxNS4zOTQgMTk3LjExOEw1MTUuMzk0IDE5MC40NTEgNTEwLjgyNCAxOTAuNDUxQzUwOS41NDcgMTkwLjQ1MSA1MDguNzYgMTg5LjA1NCA1MDkuNDIyIDE4Ny45Nkw1MTUuNDM3IDE3OC4wNjJDNTE1LjQxMyAxNzcuNjIxIDUxNS4zOTggMTc3LjE3NCA1MTUuMzk4IDE3Ni43MjggNTE1LjM5OCAxNjMuMzE3IDUyNi41MzQgMTUyLjUwNyA1NDAuMDYxIDE1My4wMzUgNTUyLjE0NyAxNTMuNTEgNTYyLjA1OSAxNjMuMjE2IDU2Mi43NzQgMTc1LjI5MyA1NjMuMjQ1IDE4My4yOCA1NTkuNzU1IDE5MC40NzUgNTU0LjA4NiAxOTUuMDk4TDU1NC4wODYgMjA5LjE0Mk01MzIuNzU1IDE3MC4zNTQgNTQ2LjcyMyAxNzAuMzU0IDU0Ni43MjMgMTg0LjMyMiA1MzIuNzU1IDE4NC4zMjIgNTMyLjc1NSAxNzAuMzU0Wk01MjQuNzc4IDE3MS4zNTIgNTI4Ljc2NiAxNzEuMzUyTTUyNC43NzggMTc1LjM0MSA1MjguNzY2IDE3NS4zNDFNNTI0Ljc3OCAxNzkuMzM0IDUyOC43NjYgMTc5LjMzNE01MjQuNzc4IDE4My4zMjMgNTI4Ljc2NiAxODMuMzIzTTU1MC43MTcgMTcxLjM1MiA1NTQuNzEgMTcxLjM1Mk01NTAuNzE3IDE3NS4zNDEgNTU0LjcxIDE3NS4zNDFNNTUwLjcxNyAxNzkuMzM0IDU1NC43MSAxNzkuMzM0TTU1MC43MTcgMTgzLjMyMyA1NTQuNzEgMTgzLjMyM001NDUuNzMgMTg4LjMxNSA1NDUuNzMgMTkyLjMwNE01NDEuNzM2IDE4OC4zMTUgNTQxLjczNiAxOTIuMzA0TTUzNy43NDcgMTg4LjMxNSA1MzcuNzQ3IDE5Mi4zMDRNNTMzLjc1NCAxODguMzE1IDUzMy43NTQgMTkyLjMwNE01NDUuNzMgMTYyLjM3MSA1NDUuNzMgMTY2LjM2NU01NDEuNzM2IDE2Mi4zNzEgNTQxLjczNiAxNjYuMzY1TTUzNy43NDcgMTYyLjM3MSA1MzcuNzQ3IDE2Ni4zNjVNNTMzLjc1NCAxNjIuMzcxIDUzMy43NTQgMTY2LjM2NU01NDguNzIgMTg4LjMxNSA1MzAuNzU4IDE4OC4zMTVNNTI4Ljc2NiAxODguMzE1IDUyOC43NjYgMTY2LjM2NSA1NTAuNzE3IDE2Ni4zNjUgNTUwLjcxNyAxODguMzE1IiBzdHJva2U9IiMwMDAwMDAiIGZpbGw9Im5vbmUiLz48L2c+PC9zdmc+">    </p:cNvPr>
          <p:cNvPicPr>
            <a:picLocks noChangeAspect="1"/>
          </p:cNvPicPr>
          <p:nvPr/>
        </p:nvPicPr>
        <p:blipFill>
          <a:blip r:embed="rId1"/>
          <a:stretch>
            <a:fillRect/>
          </a:stretch>
        </p:blipFill>
        <p:spPr>
          <a:xfrm>
            <a:off x="6620256" y="1261872"/>
            <a:ext cx="731520" cy="731520"/>
          </a:xfrm>
          <a:prstGeom prst="rect">
            <a:avLst/>
          </a:prstGeom>
        </p:spPr>
      </p:pic>
      <p:sp>
        <p:nvSpPr>
          <p:cNvPr id="7" name="Text 0"/>
          <p:cNvSpPr/>
          <p:nvPr>
            <p:ph idx="25" type="body" hasCustomPrompt="1"/>
          </p:nvPr>
        </p:nvSpPr>
        <p:spPr/>
        <p:txBody>
          <a:bodyPr/>
          <a:lstStyle/>
          <a:p>
            <a:r>
              <a:rPr lang="en-US" dirty="0"/>
              <a:t>Job Enhancement</a:t>
            </a:r>
            <a:endParaRPr lang="en-US" dirty="0"/>
          </a:p>
        </p:txBody>
      </p:sp>
      <p:sp>
        <p:nvSpPr>
          <p:cNvPr id="8" name="Text 0"/>
          <p:cNvSpPr/>
          <p:nvPr>
            <p:ph idx="29" type="body" hasCustomPrompt="1"/>
          </p:nvPr>
        </p:nvSpPr>
        <p:spPr/>
        <p:txBody>
          <a:bodyPr/>
          <a:lstStyle/>
          <a:p>
            <a:r>
              <a:rPr lang="en-US" dirty="0"/>
              <a:t>60% of roles will be enhanced rather than replaced by AI capabilities</a:t>
            </a:r>
            <a:endParaRPr lang="en-US" dirty="0"/>
          </a:p>
        </p:txBody>
      </p:sp>
      <p:pic>
        <p:nvPicPr>
          <p:cNvPr id="9" name="Image 1" descr="data:image/svg+xml;base64,PHN2ZyB3aWR0aD0iNzIiIGhlaWdodD0iNzIiIHhtbG5zPSJodHRwOi8vd3d3LnczLm9yZy8yMDAwL3N2ZyIgeG1sbnM6eGxpbms9Imh0dHA6Ly93d3cudzMub3JnLzE5OTkveGxpbmsiIHhtbDpzcGFjZT0icHJlc2VydmUiIG92ZXJmbG93PSJoaWRkZW4iPjxnIHRyYW5zZm9ybT0idHJhbnNsYXRlKC04NyAtMTQ1KSI+PHBhdGggZD0iTTExNy40MDQgMTczLjU5NyAxMjguNTk3IDE3My41OTdNMTA2LjE2MiAyMDYuMzM2IDEwNi4xNjIgMjAwLjk1NyAxMDYuMTYyIDE5OC44NTNDMTE4LjMxNCAxOTguODUzIDExNy4zODcgMTc4LjUxNiAxMTcuMzg3IDE3MC43OUwxMTcuMzg3IDE2OS44NTRNMTM5LjgzNyAyMDYuMzM2IDEzOS44MzcgMjAwLjk1NyAxMzkuODM3IDE5OC44NTNDMTI3LjY4NSAxOTguODUzIDEyOC42MTMgMTc4LjUxNiAxMjguNjEzIDE3MC43OUwxMjguNjEzIDE2OS44NTRNMTA2LjE2MiAyMDEuNjU4IDEzOS44MzcgMjAxLjY1OE0xMzAuNDg0IDE1My4wMTcgMTMwLjQ4NCAxNjAuNTAxIDEyNi43NDIgMTYwLjUwMSAxMjYuNzQyIDE1My4wMTcgMTE5LjI1OCAxNTMuMDE3IDExOS4yNTggMTYwLjUwMSAxMTUuNTE3IDE2MC41MDEgMTE1LjUxNyAxNTMuMDE3IDExMS43NzUgMTUzLjAxNyAxMTEuNzc1IDE2OS44NTQgMTM0LjIyNSAxNjkuODU0IDEzNC4yMjUgMTUzLjAxNyAxMzAuNDg0IDE1My4wMTdaTTE0Ny4zMjEgMjA5LjE0MiA5OC42Nzk0IDIwOS4xNDIiIHN0cm9rZT0iIzAwMDAwMCIgZmlsbD0ibm9uZSIvPjwvZz48L3N2Zz4=">    </p:cNvPr>
          <p:cNvPicPr>
            <a:picLocks noChangeAspect="1"/>
          </p:cNvPicPr>
          <p:nvPr/>
        </p:nvPicPr>
        <p:blipFill>
          <a:blip r:embed="rId2"/>
          <a:stretch>
            <a:fillRect/>
          </a:stretch>
        </p:blipFill>
        <p:spPr>
          <a:xfrm>
            <a:off x="6620256" y="2487168"/>
            <a:ext cx="731520" cy="731520"/>
          </a:xfrm>
          <a:prstGeom prst="rect">
            <a:avLst/>
          </a:prstGeom>
        </p:spPr>
      </p:pic>
      <p:sp>
        <p:nvSpPr>
          <p:cNvPr id="10" name="Text 0"/>
          <p:cNvSpPr/>
          <p:nvPr>
            <p:ph idx="16" type="body" hasCustomPrompt="1"/>
          </p:nvPr>
        </p:nvSpPr>
        <p:spPr/>
        <p:txBody>
          <a:bodyPr/>
          <a:lstStyle/>
          <a:p>
            <a:r>
              <a:rPr lang="en-US" dirty="0"/>
              <a:t>New Role Creation</a:t>
            </a:r>
            <a:endParaRPr lang="en-US" dirty="0"/>
          </a:p>
        </p:txBody>
      </p:sp>
      <p:sp>
        <p:nvSpPr>
          <p:cNvPr id="11" name="Text 0"/>
          <p:cNvSpPr/>
          <p:nvPr>
            <p:ph idx="30" type="body" hasCustomPrompt="1"/>
          </p:nvPr>
        </p:nvSpPr>
        <p:spPr/>
        <p:txBody>
          <a:bodyPr/>
          <a:lstStyle/>
          <a:p>
            <a:r>
              <a:rPr lang="en-US" dirty="0"/>
              <a:t>AI specialists and human-AI collaboration roles emerging rapidly</a:t>
            </a:r>
            <a:endParaRPr lang="en-US" dirty="0"/>
          </a:p>
        </p:txBody>
      </p:sp>
      <p:pic>
        <p:nvPicPr>
          <p:cNvPr id="12" name="Image 2" descr="data:image/svg+xml;base64,PHN2ZyB3aWR0aD0iNzIiIGhlaWdodD0iNzIiIHhtbG5zPSJodHRwOi8vd3d3LnczLm9yZy8yMDAwL3N2ZyIgeG1sbnM6eGxpbms9Imh0dHA6Ly93d3cudzMub3JnLzE5OTkveGxpbmsiIHhtbDpzcGFjZT0icHJlc2VydmUiIG92ZXJmbG93PSJoaWRkZW4iPjxnIHRyYW5zZm9ybT0idHJhbnNsYXRlKC0xMTIyIC0xNDUpIj48cGF0aCBkPSJNMTE0My40MSAxNzcuNzQ5QzExNDMuNjYgMTc2LjY0MiAxMTQ0LjAzIDE3NS41ODMgMTE0NC41MSAxNzQuNTg1TTExNDYuMyAxNzEuNzQ3QzExNDcgMTcwLjg3MiAxMTQ3Ljc5IDE3MC4wNzcgMTE0OC42NyAxNjkuMzc4TTExNTEuNSAxNjcuNTkzQzExNTIuNSAxNjcuMTExIDExNTMuNTYgMTY2LjczNyAxMTU0LjY3IDE2Ni40ODVNMTE1OCAxNjYuMTEzQzExNjYuMjcgMTY2LjExMyAxMTcyLjk3IDE3Mi44MTQgMTE3Mi45NyAxODEuMDc5IDExNzIuOTcgMTg5LjM0NiAxMTY2LjI3IDE5Ni4wNDYgMTE1OCAxOTYuMDQ2IDExNDkuNzMgMTk2LjA0NiAxMTQzLjAzIDE4OS4zNDYgMTE0My4wMyAxODEuMDc5TTExNTggMTY5LjEwNiAxMTU4IDE4MS4wNzkgMTE0Ni4wMyAxODEuMDc5TTExNjIuMjYgMjA5LjE0MiAxMTUzLjY2IDIwOS4xNDJNMTE1Mi43MyAyMDUuNDAxIDExNTEuODIgMjAxLjc5MUMxMTUwLjM4IDIwMS4zNjQgMTE0OSAyMDAuNzkzIDExNDcuNyAyMDAuMDlMMTE0MS4yNSAyMDMuOTUgMTEzNS4xNSAxOTcuODYyIDExMzkuMDIgMTkxLjQzNEMxMTM4LjMgMTkwLjExMyAxMTM3LjcyIDE4OC43MDYgMTEzNy4yOCAxODcuMjM3TDExMjkuOTQgMTg1LjQ1MiAxMTI5Ljk0IDE3Ni43MDkgMTEzNy4yOCAxNzQuOTIzQzExMzcuNzIgMTczLjQ1NCAxMTM4LjMgMTcyLjA0OCAxMTM5LjAyIDE3MC43MjZMMTEzNS4xNSAxNjQuMjk4IDExNDEuMjUgMTU4LjIxIDExNDcuNyAxNjIuMDdDMTE0OSAxNjEuMzY2IDExNTAuMzggMTYwLjc5NyAxMTUxLjgyIDE2MC4zNjlMMTE1My42NiAxNTMuMDE4IDExNjIuMjYgMTUzLjAxOCAxMTY0LjE4IDE2MC4zNjlDMTE2NS42MiAxNjAuNzk3IDExNjcgMTYxLjM2NiAxMTY4LjMgMTYyLjA3TDExNzQuNzUgMTU4LjIxIDExODAuODUgMTY0LjI5OCAxMTc2Ljk4IDE3MC43MjZDMTE3Ny43IDE3Mi4wNDggMTE3OC4yOCAxNzMuNDU0IDExNzguNzEgMTc0LjkyM0wxMTg2LjA2IDE3Ni43MDkgMTE4Ni4wNiAxODUuNDUyIDExNzguNzEgMTg3LjIzN0MxMTc4LjI4IDE4OC43MDYgMTE3Ny43IDE5MC4xMTMgMTE3Ni45OCAxOTEuNDM0TDExODAuODUgMTk3Ljg2MiAxMTc0Ljc1IDIwMy45NSAxMTY4LjMgMjAwLjA5QzExNjcgMjAwLjc5MyAxMTY1LjYyIDIwMS4zNjQgMTE2NC4xOCAyMDEuNzkxTDExNjMuMjQgMjA1LjQwMSIgc3Ryb2tlPSIjMDAwMDAwIiBmaWxsPSJub25lIi8+PC9nPjwvc3ZnPg==">    </p:cNvPr>
          <p:cNvPicPr>
            <a:picLocks noChangeAspect="1"/>
          </p:cNvPicPr>
          <p:nvPr/>
        </p:nvPicPr>
        <p:blipFill>
          <a:blip r:embed="rId3"/>
          <a:stretch>
            <a:fillRect/>
          </a:stretch>
        </p:blipFill>
        <p:spPr>
          <a:xfrm>
            <a:off x="6620256" y="3712464"/>
            <a:ext cx="731520" cy="731520"/>
          </a:xfrm>
          <a:prstGeom prst="rect">
            <a:avLst/>
          </a:prstGeom>
        </p:spPr>
      </p:pic>
      <p:sp>
        <p:nvSpPr>
          <p:cNvPr id="13" name="Text 0"/>
          <p:cNvSpPr/>
          <p:nvPr>
            <p:ph idx="17" type="body" hasCustomPrompt="1"/>
          </p:nvPr>
        </p:nvSpPr>
        <p:spPr/>
        <p:txBody>
          <a:bodyPr/>
          <a:lstStyle/>
          <a:p>
            <a:r>
              <a:rPr lang="en-US" dirty="0"/>
              <a:t>Productivity Gains</a:t>
            </a:r>
            <a:endParaRPr lang="en-US" dirty="0"/>
          </a:p>
        </p:txBody>
      </p:sp>
      <p:sp>
        <p:nvSpPr>
          <p:cNvPr id="14" name="Text 0"/>
          <p:cNvSpPr/>
          <p:nvPr>
            <p:ph idx="31" type="body" hasCustomPrompt="1"/>
          </p:nvPr>
        </p:nvSpPr>
        <p:spPr/>
        <p:txBody>
          <a:bodyPr/>
          <a:lstStyle/>
          <a:p>
            <a:r>
              <a:rPr lang="en-US" dirty="0"/>
              <a:t>20-40% efficiency improvements in specific task categories</a:t>
            </a:r>
            <a:endParaRPr lang="en-US" dirty="0"/>
          </a:p>
        </p:txBody>
      </p:sp>
      <p:pic>
        <p:nvPicPr>
          <p:cNvPr id="15" name="Image 3" descr="data:image/svg+xml;base64,PHN2ZyB3aWR0aD0iNzIiIGhlaWdodD0iNzIiIHhtbG5zPSJodHRwOi8vd3d3LnczLm9yZy8yMDAwL3N2ZyIgeG1sbnM6eGxpbms9Imh0dHA6Ly93d3cudzMub3JnLzE5OTkveGxpbmsiIHhtbDpzcGFjZT0icHJlc2VydmUiIG92ZXJmbG93PSJoaWRkZW4iPjxnIHRyYW5zZm9ybT0idHJhbnNsYXRlKC04NyAtMTQ1KSI+PHBhdGggZD0iTTExNy40MDQgMTczLjU5NyAxMjguNTk3IDE3My41OTdNMTA2LjE2MiAyMDYuMzM2IDEwNi4xNjIgMjAwLjk1NyAxMDYuMTYyIDE5OC44NTNDMTE4LjMxNCAxOTguODUzIDExNy4zODcgMTc4LjUxNiAxMTcuMzg3IDE3MC43OUwxMTcuMzg3IDE2OS44NTRNMTM5LjgzNyAyMDYuMzM2IDEzOS44MzcgMjAwLjk1NyAxMzkuODM3IDE5OC44NTNDMTI3LjY4NSAxOTguODUzIDEyOC42MTMgMTc4LjUxNiAxMjguNjEzIDE3MC43OUwxMjguNjEzIDE2OS44NTRNMTA2LjE2MiAyMDEuNjU4IDEzOS44MzcgMjAxLjY1OE0xMzAuNDg0IDE1My4wMTcgMTMwLjQ4NCAxNjAuNTAxIDEyNi43NDIgMTYwLjUwMSAxMjYuNzQyIDE1My4wMTcgMTE5LjI1OCAxNTMuMDE3IDExOS4yNTggMTYwLjUwMSAxMTUuNTE3IDE2MC41MDEgMTE1LjUxNyAxNTMuMDE3IDExMS43NzUgMTUzLjAxNyAxMTEuNzc1IDE2OS44NTQgMTM0LjIyNSAxNjkuODU0IDEzNC4yMjUgMTUzLjAxNyAxMzAuNDg0IDE1My4wMTdaTTE0Ny4zMjEgMjA5LjE0MiA5OC42Nzk0IDIwOS4xNDIiIHN0cm9rZT0iIzAwMDAwMCIgZmlsbD0ibm9uZSIvPjwvZz48L3N2Zz4=">    </p:cNvPr>
          <p:cNvPicPr>
            <a:picLocks noChangeAspect="1"/>
          </p:cNvPicPr>
          <p:nvPr/>
        </p:nvPicPr>
        <p:blipFill>
          <a:blip r:embed="rId4"/>
          <a:stretch>
            <a:fillRect/>
          </a:stretch>
        </p:blipFill>
        <p:spPr>
          <a:xfrm>
            <a:off x="6620256" y="4928616"/>
            <a:ext cx="731520" cy="731520"/>
          </a:xfrm>
          <a:prstGeom prst="rect">
            <a:avLst/>
          </a:prstGeom>
        </p:spPr>
      </p:pic>
      <p:sp>
        <p:nvSpPr>
          <p:cNvPr id="16" name="Text 0"/>
          <p:cNvSpPr/>
          <p:nvPr>
            <p:ph idx="19" type="body" hasCustomPrompt="1"/>
          </p:nvPr>
        </p:nvSpPr>
        <p:spPr/>
        <p:txBody>
          <a:bodyPr/>
          <a:lstStyle/>
          <a:p>
            <a:r>
              <a:rPr lang="en-US" dirty="0"/>
              <a:t>Transition Timeline</a:t>
            </a:r>
            <a:endParaRPr lang="en-US" dirty="0"/>
          </a:p>
        </p:txBody>
      </p:sp>
      <p:sp>
        <p:nvSpPr>
          <p:cNvPr id="17" name="Text 0"/>
          <p:cNvSpPr/>
          <p:nvPr>
            <p:ph idx="32" type="body" hasCustomPrompt="1"/>
          </p:nvPr>
        </p:nvSpPr>
        <p:spPr/>
        <p:txBody>
          <a:bodyPr/>
          <a:lstStyle/>
          <a:p>
            <a:r>
              <a:rPr lang="en-US" dirty="0"/>
              <a:t>5-10 year adaptation period allows strategic workforce planning</a:t>
            </a:r>
            <a:endParaRPr lang="en-US" dirty="0"/>
          </a:p>
        </p:txBody>
      </p:sp>
      <p:sp>
        <p:nvSpPr>
          <p:cNvPr id="18" name="Text 0"/>
          <p:cNvSpPr/>
          <p:nvPr>
            <p:ph idx="35" type="ftr" hasCustomPrompt="1"/>
          </p:nvPr>
        </p:nvSpPr>
        <p:spPr/>
        <p:txBody>
          <a:bodyPr/>
          <a:lstStyle/>
          <a:p>
            <a:r>
              <a:rPr lang="en-US" dirty="0"/>
              <a:t>S&amp;P Global Energy / Generative AI Workforce Impact / December 2025</a:t>
            </a:r>
            <a:endParaRPr lang="en-US" dirty="0"/>
          </a:p>
        </p:txBody>
      </p:sp>
      <p:sp>
        <p:nvSpPr>
          <p:cNvPr id="19" name="Text 0"/>
          <p:cNvSpPr/>
          <p:nvPr>
            <p:ph idx="15" type="body" hasCustomPrompt="1"/>
          </p:nvPr>
        </p:nvSpPr>
        <p:spPr/>
        <p:txBody>
          <a:bodyPr/>
          <a:lstStyle/>
          <a:p>
            <a:r>
              <a:rPr lang="en-US" dirty="0"/>
              <a:t>Source: S&amp;P Global Research | Web sources: https://www.spglobal.com/en/research-insights/special-reports/generative-ai-workforce-more-redistribution-than-reduction</a:t>
            </a:r>
            <a:endParaRPr lang="en-US" dirty="0"/>
          </a:p>
        </p:txBody>
      </p:sp>
      <p:sp>
        <p:nvSpPr>
          <p:cNvPr id="20" name="Text 1"/>
          <p:cNvSpPr/>
          <p:nvPr>
            <p:ph idx="27" type="pic" hasCustomPrompt="1"/>
          </p:nvPr>
        </p:nvSpPr>
        <p:spPr/>
        <p:txBody>
          <a:bodyPr/>
          <a:lstStyle/>
          <a:p>
            <a:pPr indent="0" marL="0">
              <a:buNone/>
            </a:pPr>
            <a:endParaRPr lang="en-US" dirty="0"/>
          </a:p>
        </p:txBody>
      </p:sp>
      <p:sp>
        <p:nvSpPr>
          <p:cNvPr id="21" name="Text 1"/>
          <p:cNvSpPr/>
          <p:nvPr>
            <p:ph idx="21" type="pic" hasCustomPrompt="1"/>
          </p:nvPr>
        </p:nvSpPr>
        <p:spPr/>
        <p:txBody>
          <a:bodyPr/>
          <a:lstStyle/>
          <a:p>
            <a:pPr indent="0" marL="0">
              <a:buNone/>
            </a:pPr>
            <a:endParaRPr lang="en-US" dirty="0"/>
          </a:p>
        </p:txBody>
      </p:sp>
      <p:sp>
        <p:nvSpPr>
          <p:cNvPr id="22" name="Text 1"/>
          <p:cNvSpPr/>
          <p:nvPr>
            <p:ph idx="22" type="pic" hasCustomPrompt="1"/>
          </p:nvPr>
        </p:nvSpPr>
        <p:spPr/>
        <p:txBody>
          <a:bodyPr/>
          <a:lstStyle/>
          <a:p>
            <a:pPr indent="0" marL="0">
              <a:buNone/>
            </a:pPr>
            <a:endParaRPr lang="en-US" dirty="0"/>
          </a:p>
        </p:txBody>
      </p:sp>
      <p:sp>
        <p:nvSpPr>
          <p:cNvPr id="23" name="Text 1"/>
          <p:cNvSpPr/>
          <p:nvPr>
            <p:ph idx="23" type="pic" hasCustomPrompt="1"/>
          </p:nvPr>
        </p:nvSpPr>
        <p:spPr/>
        <p:txBody>
          <a:bodyPr/>
          <a:lstStyle/>
          <a:p>
            <a:pPr indent="0" marL="0">
              <a:buNone/>
            </a:pP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3</a:t>
            </a:r>
            <a:endParaRPr lang="en-US" dirty="0"/>
          </a:p>
        </p:txBody>
      </p:sp>
      <p:sp>
        <p:nvSpPr>
          <p:cNvPr id="3" name="Text 0"/>
          <p:cNvSpPr/>
          <p:nvPr>
            <p:ph idx="12" type="sldNum" hasCustomPrompt="1"/>
          </p:nvPr>
        </p:nvSpPr>
        <p:spPr/>
        <p:txBody>
          <a:bodyPr/>
          <a:lstStyle/>
          <a:p>
            <a:r>
              <a:rPr lang="en-US" dirty="0"/>
              <a:t>3</a:t>
            </a:r>
            <a:endParaRPr lang="en-US" dirty="0"/>
          </a:p>
        </p:txBody>
      </p:sp>
      <p:sp>
        <p:nvSpPr>
          <p:cNvPr id="4" name="Text 0"/>
          <p:cNvSpPr/>
          <p:nvPr>
            <p:ph type="title" hasCustomPrompt="1"/>
          </p:nvPr>
        </p:nvSpPr>
        <p:spPr/>
        <p:txBody>
          <a:bodyPr/>
          <a:lstStyle/>
          <a:p>
            <a:r>
              <a:rPr lang="en-US" dirty="0"/>
              <a:t>AI Adoption Landscape</a:t>
            </a:r>
            <a:endParaRPr lang="en-US" dirty="0"/>
          </a:p>
        </p:txBody>
      </p:sp>
      <p:sp>
        <p:nvSpPr>
          <p:cNvPr id="5" name="Text 0"/>
          <p:cNvSpPr/>
          <p:nvPr>
            <p:ph idx="18" type="body" hasCustomPrompt="1"/>
          </p:nvPr>
        </p:nvSpPr>
        <p:spPr/>
        <p:txBody>
          <a:bodyPr/>
          <a:lstStyle/>
          <a:p>
            <a:r>
              <a:rPr lang="en-US" dirty="0"/>
              <a:t>Current Implementation Status</a:t>
            </a:r>
            <a:endParaRPr lang="en-US" dirty="0"/>
          </a:p>
        </p:txBody>
      </p:sp>
      <p:sp>
        <p:nvSpPr>
          <p:cNvPr id="6" name="Text 0"/>
          <p:cNvSpPr/>
          <p:nvPr>
            <p:ph idx="22" type="body" hasCustomPrompt="1"/>
          </p:nvPr>
        </p:nvSpPr>
        <p:spPr/>
        <p:txBody>
          <a:bodyPr/>
          <a:lstStyle/>
          <a:p>
            <a:r>
              <a:rPr lang="en-US" dirty="0"/>
              <a:t>The generative AI adoption landscape reveals significant variation across industries and regions. Technology and financial services lead with 45-60% adoption rates, while traditional industries like energy show 15-25% current implementation. Geographic disparities are pronounced, with North American and European markets ahead of Asia-Pacific in enterprise deployment. Investment in generative AI reached $25 billion globally in 2024, with 70% focused on productivity enhancement tools. Early adopters report mixed results - while 80% see operational improvements, only 40% have achieved measurable ROI. The energy sector faces unique challenges including regulatory compliance, safety requirements, and legacy system integration. However, opportunities exist in predictive maintenance, exploration data analysis, and automated reporting. Companies investing now in pilot programs and workforce preparation are positioning themselves for competitive advantage as the technology matures and costs decrease over the next 2-3 years.</a:t>
            </a:r>
            <a:endParaRPr lang="en-US" dirty="0"/>
          </a:p>
        </p:txBody>
      </p:sp>
      <p:sp>
        <p:nvSpPr>
          <p:cNvPr id="7" name="Text 0"/>
          <p:cNvSpPr/>
          <p:nvPr>
            <p:ph idx="23" type="ftr" hasCustomPrompt="1"/>
          </p:nvPr>
        </p:nvSpPr>
        <p:spPr/>
        <p:txBody>
          <a:bodyPr/>
          <a:lstStyle/>
          <a:p>
            <a:r>
              <a:rPr lang="en-US" dirty="0"/>
              <a:t>S&amp;P Global Energy / Generative AI Workforce Impact / December 2025</a:t>
            </a:r>
            <a:endParaRPr lang="en-US" dirty="0"/>
          </a:p>
        </p:txBody>
      </p:sp>
      <p:pic>
        <p:nvPicPr>
          <p:cNvPr id="8" name="Image 0" descr="https://snp-mediaportal.qbank.se/assets/deployedFiles/538a917566a9a4ede018f743f41a8555.jpg">    </p:cNvPr>
          <p:cNvPicPr>
            <a:picLocks noChangeAspect="1"/>
          </p:cNvPicPr>
          <p:nvPr/>
        </p:nvPicPr>
        <p:blipFill>
          <a:blip r:embed="rId1"/>
          <a:srcRect l="28718" r="28718" t="0" b="0"/>
          <a:stretch/>
        </p:blipFill>
        <p:spPr>
          <a:xfrm>
            <a:off x="6611112" y="0"/>
            <a:ext cx="5577840" cy="6858000"/>
          </a:xfrm>
          <a:prstGeom prst="rect">
            <a:avLst/>
          </a:prstGeom>
        </p:spPr>
      </p:pic>
      <p:sp>
        <p:nvSpPr>
          <p:cNvPr id="9" name="Text 0"/>
          <p:cNvSpPr/>
          <p:nvPr>
            <p:ph idx="24" type="body" hasCustomPrompt="1"/>
          </p:nvPr>
        </p:nvSpPr>
        <p:spPr/>
        <p:txBody>
          <a:bodyPr/>
          <a:lstStyle/>
          <a:p>
            <a:r>
              <a:rPr lang="en-US" dirty="0"/>
              <a:t>Source: S&amp;P Global Research | Web sources: https://www.spglobal.com/en/research-insights/special-reports/generative-ai-workforce-more-redistribution-than-reduction</a:t>
            </a:r>
            <a:endParaRPr lang="en-US" dirty="0"/>
          </a:p>
        </p:txBody>
      </p:sp>
      <p:sp>
        <p:nvSpPr>
          <p:cNvPr id="10" name="Text 1"/>
          <p:cNvSpPr/>
          <p:nvPr>
            <p:ph idx="101" type="pic" hasCustomPrompt="1"/>
          </p:nvPr>
        </p:nvSpPr>
        <p:spPr/>
        <p:txBody>
          <a:bodyPr/>
          <a:lstStyle/>
          <a:p>
            <a:pPr indent="0" marL="0">
              <a:buNone/>
            </a:pP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4</a:t>
            </a:r>
            <a:endParaRPr lang="en-US" dirty="0"/>
          </a:p>
        </p:txBody>
      </p:sp>
      <p:sp>
        <p:nvSpPr>
          <p:cNvPr id="3" name="Text 0"/>
          <p:cNvSpPr/>
          <p:nvPr>
            <p:ph idx="12" type="sldNum" hasCustomPrompt="1"/>
          </p:nvPr>
        </p:nvSpPr>
        <p:spPr/>
        <p:txBody>
          <a:bodyPr/>
          <a:lstStyle/>
          <a:p>
            <a:r>
              <a:rPr lang="en-US" dirty="0"/>
              <a:t>4</a:t>
            </a:r>
            <a:endParaRPr lang="en-US" dirty="0"/>
          </a:p>
        </p:txBody>
      </p:sp>
      <p:sp>
        <p:nvSpPr>
          <p:cNvPr id="4" name="Text 0"/>
          <p:cNvSpPr/>
          <p:nvPr>
            <p:ph type="title" hasCustomPrompt="1"/>
          </p:nvPr>
        </p:nvSpPr>
        <p:spPr/>
        <p:txBody>
          <a:bodyPr/>
          <a:lstStyle/>
          <a:p>
            <a:r>
              <a:rPr lang="en-US" dirty="0"/>
              <a:t>Workforce Impact Analysis</a:t>
            </a:r>
            <a:endParaRPr lang="en-US" dirty="0"/>
          </a:p>
        </p:txBody>
      </p:sp>
      <p:sp>
        <p:nvSpPr>
          <p:cNvPr id="5" name="Text 0"/>
          <p:cNvSpPr/>
          <p:nvPr>
            <p:ph idx="18" type="body" hasCustomPrompt="1"/>
          </p:nvPr>
        </p:nvSpPr>
        <p:spPr/>
        <p:txBody>
          <a:bodyPr/>
          <a:lstStyle/>
          <a:p>
            <a:r>
              <a:rPr lang="en-US" dirty="0"/>
              <a:t>Jobs Enhanced vs Transformed</a:t>
            </a:r>
            <a:endParaRPr lang="en-US" dirty="0"/>
          </a:p>
        </p:txBody>
      </p:sp>
      <p:sp>
        <p:nvSpPr>
          <p:cNvPr id="6" name="Text 0"/>
          <p:cNvSpPr/>
          <p:nvPr>
            <p:ph idx="22" type="body" hasCustomPrompt="1"/>
          </p:nvPr>
        </p:nvSpPr>
        <p:spPr/>
        <p:txBody>
          <a:bodyPr/>
          <a:lstStyle/>
          <a:p>
            <a:r>
              <a:rPr lang="en-US" dirty="0"/>
              <a:t>Analysis reveals distinct patterns in how generative AI affects different job categories. High-risk roles involving routine data processing and basic analysis face 40-60% task automation, particularly in administrative and entry-level positions. Medium-risk positions requiring specialized knowledge but following predictable patterns will see 20-40% task transformation, including technical documentation and standard reporting functions. Low-risk roles emphasizing creativity, complex problem-solving, and human interaction remain largely enhanced rather than replaced. In the energy sector, field operations and safety-critical positions show minimal displacement risk, while engineering analysis and regulatory compliance roles will be significantly augmented. New job categories are emerging around AI system management, human-AI collaboration specialists, and AI ethics oversight. The most valuable skills becoming human judgment in ambiguous situations, creative problem-solving, and the ability to work effectively with AI tools. Organizations must focus on reskilling programs that develop these complementary capabilities rather than competing with AI strengths.</a:t>
            </a:r>
            <a:endParaRPr lang="en-US" dirty="0"/>
          </a:p>
        </p:txBody>
      </p:sp>
      <p:sp>
        <p:nvSpPr>
          <p:cNvPr id="7" name="Text 0"/>
          <p:cNvSpPr/>
          <p:nvPr>
            <p:ph idx="23" type="ftr" hasCustomPrompt="1"/>
          </p:nvPr>
        </p:nvSpPr>
        <p:spPr/>
        <p:txBody>
          <a:bodyPr/>
          <a:lstStyle/>
          <a:p>
            <a:r>
              <a:rPr lang="en-US" dirty="0"/>
              <a:t>S&amp;P Global Energy / Generative AI Workforce Impact / December 2025</a:t>
            </a:r>
            <a:endParaRPr lang="en-US" dirty="0"/>
          </a:p>
        </p:txBody>
      </p:sp>
      <p:pic>
        <p:nvPicPr>
          <p:cNvPr id="8" name="Image 0" descr="https://snp-mediaportal.qbank.se/assets/deployedFiles/8d4db8c8709e9b887ac475e13347e323.jpg">    </p:cNvPr>
          <p:cNvPicPr>
            <a:picLocks noChangeAspect="1"/>
          </p:cNvPicPr>
          <p:nvPr/>
        </p:nvPicPr>
        <p:blipFill>
          <a:blip r:embed="rId1"/>
          <a:srcRect l="28718" r="28718" t="0" b="0"/>
          <a:stretch/>
        </p:blipFill>
        <p:spPr>
          <a:xfrm>
            <a:off x="6611112" y="0"/>
            <a:ext cx="5577840" cy="6858000"/>
          </a:xfrm>
          <a:prstGeom prst="rect">
            <a:avLst/>
          </a:prstGeom>
        </p:spPr>
      </p:pic>
      <p:sp>
        <p:nvSpPr>
          <p:cNvPr id="9" name="Text 0"/>
          <p:cNvSpPr/>
          <p:nvPr>
            <p:ph idx="24" type="body" hasCustomPrompt="1"/>
          </p:nvPr>
        </p:nvSpPr>
        <p:spPr/>
        <p:txBody>
          <a:bodyPr/>
          <a:lstStyle/>
          <a:p>
            <a:r>
              <a:rPr lang="en-US" dirty="0"/>
              <a:t>Source: S&amp;P Global Research | Web sources: https://www.spglobal.com/en/research-insights/special-reports/generative-ai-workforce-more-redistribution-than-reduction</a:t>
            </a:r>
            <a:endParaRPr lang="en-US" dirty="0"/>
          </a:p>
        </p:txBody>
      </p:sp>
      <p:sp>
        <p:nvSpPr>
          <p:cNvPr id="10" name="Text 0"/>
          <p:cNvSpPr/>
          <p:nvPr>
            <p:ph idx="100" type="pic" hasCustomPrompt="1"/>
          </p:nvPr>
        </p:nvSpPr>
        <p:spPr/>
        <p:txBody>
          <a:bodyPr/>
          <a:lstStyle/>
          <a:p>
            <a:pPr indent="0" marL="0">
              <a:buNone/>
            </a:pP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5</a:t>
            </a:r>
            <a:endParaRPr lang="en-US" dirty="0"/>
          </a:p>
        </p:txBody>
      </p:sp>
      <p:sp>
        <p:nvSpPr>
          <p:cNvPr id="3" name="Text 0"/>
          <p:cNvSpPr/>
          <p:nvPr>
            <p:ph type="title" hasCustomPrompt="1"/>
          </p:nvPr>
        </p:nvSpPr>
        <p:spPr/>
        <p:txBody>
          <a:bodyPr/>
          <a:lstStyle/>
          <a:p>
            <a:r>
              <a:rPr lang="en-US" dirty="0"/>
              <a:t>Strategic Implications</a:t>
            </a:r>
            <a:endParaRPr lang="en-US" dirty="0"/>
          </a:p>
        </p:txBody>
      </p:sp>
      <p:sp>
        <p:nvSpPr>
          <p:cNvPr id="4" name="Text 0"/>
          <p:cNvSpPr/>
          <p:nvPr>
            <p:ph idx="13" type="body" hasCustomPrompt="1"/>
          </p:nvPr>
        </p:nvSpPr>
        <p:spPr/>
        <p:txBody>
          <a:bodyPr/>
          <a:lstStyle/>
          <a:p>
            <a:r>
              <a:rPr lang="en-US" dirty="0"/>
              <a:t>Energy companies must act now to prepare their workforce for AI integration. Key recommendations include establishing AI governance frameworks, investing in reskilling programs focused on human-AI collaboration, and piloting AI applications in low-risk operational areas. Priority actions for the next 12-18 months: develop AI literacy across all levels, identify high-impact use cases for productivity gains, and create career pathways that leverage enhanced human capabilities. Success requires leadership commitment to workforce transformation rather than workforce reduction strategies.</a:t>
            </a:r>
            <a:endParaRPr lang="en-US" dirty="0"/>
          </a:p>
        </p:txBody>
      </p:sp>
      <p:sp>
        <p:nvSpPr>
          <p:cNvPr id="5" name="Text 0"/>
          <p:cNvSpPr/>
          <p:nvPr>
            <p:ph idx="14" type="body" hasCustomPrompt="1"/>
          </p:nvPr>
        </p:nvSpPr>
        <p:spPr/>
        <p:txBody>
          <a:bodyPr/>
          <a:lstStyle/>
          <a:p>
            <a:r>
              <a:rPr lang="en-US" dirty="0"/>
              <a:t>Mizan Bin abdul rahman / S&amp;P Global Energy</a:t>
            </a:r>
            <a:endParaRPr lang="en-US" dirty="0"/>
          </a:p>
        </p:txBody>
      </p:sp>
      <p:sp>
        <p:nvSpPr>
          <p:cNvPr id="6" name="Text 0"/>
          <p:cNvSpPr/>
          <p:nvPr>
            <p:ph idx="11" type="ftr" hasCustomPrompt="1"/>
          </p:nvPr>
        </p:nvSpPr>
        <p:spPr/>
        <p:txBody>
          <a:bodyPr/>
          <a:lstStyle/>
          <a:p>
            <a:r>
              <a:rPr lang="en-US" dirty="0"/>
              <a:t>S&amp;P Global Energy / Generative AI Workforce Impact / December 2025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3" type="sldNum" hasCustomPrompt="1"/>
          </p:nvPr>
        </p:nvSpPr>
        <p:spPr/>
        <p:txBody>
          <a:bodyPr/>
          <a:lstStyle/>
          <a:p>
            <a:r>
              <a:rPr lang="en-US" dirty="0"/>
              <a:t>7</a:t>
            </a:r>
            <a:endParaRPr lang="en-US" dirty="0"/>
          </a:p>
        </p:txBody>
      </p:sp>
      <p:sp>
        <p:nvSpPr>
          <p:cNvPr id="3" name="Text 0"/>
          <p:cNvSpPr/>
          <p:nvPr/>
        </p:nvSpPr>
        <p:spPr>
          <a:xfrm>
            <a:off x="566928" y="347472"/>
            <a:ext cx="5029200" cy="457200"/>
          </a:xfrm>
          <a:prstGeom prst="rect">
            <a:avLst/>
          </a:prstGeom>
          <a:noFill/>
          <a:ln/>
        </p:spPr>
        <p:txBody>
          <a:bodyPr wrap="square" lIns="0" tIns="0" rIns="0" bIns="0" rtlCol="0" anchor="ctr"/>
          <a:lstStyle/>
          <a:p>
            <a:pPr algn="l" indent="0" marL="0">
              <a:buNone/>
            </a:pPr>
            <a:r>
              <a:rPr lang="en-US" sz="3600" dirty="0">
                <a:solidFill>
                  <a:srgbClr val="FFFFFF"/>
                </a:solidFill>
                <a:latin typeface="Arial" pitchFamily="34" charset="0"/>
                <a:ea typeface="Arial" pitchFamily="34" charset="-122"/>
                <a:cs typeface="Arial" pitchFamily="34" charset="-120"/>
              </a:rPr>
              <a:t>Contact us</a:t>
            </a:r>
            <a:endParaRPr lang="en-US" sz="3600" dirty="0"/>
          </a:p>
        </p:txBody>
      </p:sp>
      <p:sp>
        <p:nvSpPr>
          <p:cNvPr id="4" name="Text 1"/>
          <p:cNvSpPr/>
          <p:nvPr/>
        </p:nvSpPr>
        <p:spPr>
          <a:xfrm>
            <a:off x="566928" y="1197864"/>
            <a:ext cx="5029200" cy="365760"/>
          </a:xfrm>
          <a:prstGeom prst="rect">
            <a:avLst/>
          </a:prstGeom>
          <a:noFill/>
          <a:ln/>
        </p:spPr>
        <p:txBody>
          <a:bodyPr wrap="square" lIns="0" tIns="0" rIns="0" bIns="0" rtlCol="0" anchor="ctr"/>
          <a:lstStyle/>
          <a:p>
            <a:pPr algn="l" indent="0" marL="0">
              <a:buNone/>
            </a:pPr>
            <a:r>
              <a:rPr lang="en-US" sz="2000" dirty="0">
                <a:solidFill>
                  <a:srgbClr val="FFFFFF"/>
                </a:solidFill>
                <a:latin typeface="Arial" pitchFamily="34" charset="0"/>
                <a:ea typeface="Arial" pitchFamily="34" charset="-122"/>
                <a:cs typeface="Arial" pitchFamily="34" charset="-120"/>
              </a:rPr>
              <a:t>Primary contact(s)</a:t>
            </a:r>
            <a:endParaRPr lang="en-US" sz="2000" dirty="0"/>
          </a:p>
        </p:txBody>
      </p:sp>
      <p:sp>
        <p:nvSpPr>
          <p:cNvPr id="5" name="Text 2"/>
          <p:cNvSpPr/>
          <p:nvPr/>
        </p:nvSpPr>
        <p:spPr>
          <a:xfrm>
            <a:off x="566928" y="3300984"/>
            <a:ext cx="5779008" cy="2999232"/>
          </a:xfrm>
          <a:prstGeom prst="rect">
            <a:avLst/>
          </a:prstGeom>
          <a:noFill/>
          <a:ln/>
        </p:spPr>
        <p:txBody>
          <a:bodyPr wrap="square" lIns="0" tIns="0" rIns="0" bIns="0" rtlCol="0" anchor="t"/>
          <a:lstStyle/>
          <a:p>
            <a:pPr algn="l" indent="0" marL="0">
              <a:spcAft>
                <a:spcPts val="1200"/>
              </a:spcAft>
              <a:buNone/>
            </a:pPr>
            <a:r>
              <a:rPr lang="en-US" sz="2000" dirty="0">
                <a:solidFill>
                  <a:srgbClr val="FFFFFF"/>
                </a:solidFill>
                <a:latin typeface="Arial" pitchFamily="34" charset="0"/>
                <a:ea typeface="Arial" pitchFamily="34" charset="-122"/>
                <a:cs typeface="Arial" pitchFamily="34" charset="-120"/>
              </a:rPr>
              <a:t>Contact us</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Americas 			 +1 800 447 2273</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Japan 			 +81 3 6262 1887</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Asia-Pacific 		 +60 4 291 3600</a:t>
            </a:r>
            <a:endParaRPr lang="en-US" sz="2000" dirty="0"/>
          </a:p>
          <a:p>
            <a:pPr algn="l" indent="0" marL="0">
              <a:spcAft>
                <a:spcPts val="600"/>
              </a:spcAft>
              <a:buNone/>
            </a:pPr>
            <a:r>
              <a:rPr lang="en-US" sz="1600" dirty="0">
                <a:solidFill>
                  <a:srgbClr val="FFFFFF"/>
                </a:solidFill>
                <a:latin typeface="Arial" pitchFamily="34" charset="0"/>
                <a:ea typeface="Arial" pitchFamily="34" charset="-122"/>
                <a:cs typeface="Arial" pitchFamily="34" charset="-120"/>
              </a:rPr>
              <a:t>Europe, Middle East, Africa 	 +44 (0) 134 432 8300</a:t>
            </a:r>
            <a:endParaRPr lang="en-US" sz="2000" dirty="0"/>
          </a:p>
          <a:p>
            <a:pPr algn="l" indent="0" marL="0">
              <a:spcAft>
                <a:spcPts val="600"/>
              </a:spcAft>
              <a:buNone/>
            </a:pPr>
            <a:r>
              <a:rPr lang="en-US" sz="2000" dirty="0">
                <a:solidFill>
                  <a:srgbClr val="FFFFFF"/>
                </a:solidFill>
                <a:latin typeface="Arial" pitchFamily="34" charset="0"/>
                <a:ea typeface="Arial" pitchFamily="34" charset="-122"/>
                <a:cs typeface="Arial" pitchFamily="34" charset="-120"/>
              </a:rPr>
              <a:t> </a:t>
            </a:r>
            <a:endParaRPr lang="en-US" sz="2000" dirty="0"/>
          </a:p>
          <a:p>
            <a:pPr algn="l" indent="0" marL="0">
              <a:buNone/>
            </a:pPr>
            <a:r>
              <a:rPr lang="en-US" sz="1600" dirty="0">
                <a:solidFill>
                  <a:srgbClr val="0F82AF"/>
                </a:solidFill>
                <a:latin typeface="Arial" pitchFamily="34" charset="0"/>
                <a:ea typeface="Arial" pitchFamily="34" charset="-122"/>
                <a:cs typeface="Arial" pitchFamily="34" charset="-120"/>
              </a:rPr>
              <a:t>www.spglobal.com/en/enterprise/about/contact-us.html</a:t>
            </a:r>
            <a:endParaRPr lang="en-US" sz="2000" dirty="0"/>
          </a:p>
          <a:p>
            <a:pPr algn="l" indent="0" marL="0">
              <a:buNone/>
            </a:pPr>
            <a:r>
              <a:rPr lang="en-US" sz="1600" dirty="0">
                <a:solidFill>
                  <a:srgbClr val="0F82AF"/>
                </a:solidFill>
                <a:latin typeface="Arial" pitchFamily="34" charset="0"/>
                <a:ea typeface="Arial" pitchFamily="34" charset="-122"/>
                <a:cs typeface="Arial" pitchFamily="34" charset="-120"/>
              </a:rPr>
              <a:t>www.spglobal.com</a:t>
            </a:r>
            <a:endParaRPr lang="en-US" sz="2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5488" y="1591056"/>
          <a:ext cx="5779008" cy="914400"/>
        </p:xfrm>
        <a:graphic>
          <a:graphicData uri="http://schemas.openxmlformats.org/drawingml/2006/table">
            <a:tbl>
              <a:tblPr/>
              <a:tblGrid>
                <a:gridCol w="2889504"/>
                <a:gridCol w="2889504"/>
              </a:tblGrid>
              <a:tr h="0">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800" dirty="0">
                          <a:solidFill>
                            <a:srgbClr val="FFFFFF"/>
                          </a:solidFill>
                          <a:latin typeface="Arial" pitchFamily="34" charset="0"/>
                          <a:ea typeface="Arial" pitchFamily="34" charset="-122"/>
                          <a:cs typeface="Arial" pitchFamily="34" charset="-120"/>
                        </a:rPr>
                        <a:t>[Enter your name]</a:t>
                      </a:r>
                      <a:endParaRPr lang="en-US" sz="18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r h="0">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c>
                  <a:txBody>
                    <a:bodyPr/>
                    <a:lstStyle/>
                    <a:p>
                      <a:pPr indent="0" marL="0">
                        <a:buNone/>
                      </a:pPr>
                      <a:r>
                        <a:rPr lang="en-US" sz="1400" dirty="0">
                          <a:solidFill>
                            <a:srgbClr val="FFFFFF"/>
                          </a:solidFill>
                          <a:latin typeface="Arial" pitchFamily="34" charset="0"/>
                          <a:ea typeface="Arial" pitchFamily="34" charset="-122"/>
                          <a:cs typeface="Arial" pitchFamily="34" charset="-120"/>
                        </a:rPr>
                        <a:t>[aaa.bbb@spglobal.com]</a:t>
                      </a:r>
                      <a:endParaRPr lang="en-US" sz="14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00000"/>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6</a:t>
            </a:r>
            <a:endParaRPr lang="en-US" dirty="0"/>
          </a:p>
        </p:txBody>
      </p:sp>
      <p:sp>
        <p:nvSpPr>
          <p:cNvPr id="3" name="Text 0"/>
          <p:cNvSpPr/>
          <p:nvPr/>
        </p:nvSpPr>
        <p:spPr>
          <a:xfrm>
            <a:off x="566928" y="347472"/>
            <a:ext cx="11064240" cy="457200"/>
          </a:xfrm>
          <a:prstGeom prst="rect">
            <a:avLst/>
          </a:prstGeom>
          <a:noFill/>
          <a:ln/>
        </p:spPr>
        <p:txBody>
          <a:bodyPr wrap="square" lIns="0" tIns="0" rIns="0" bIns="0" rtlCol="0" anchor="ctr"/>
          <a:lstStyle/>
          <a:p>
            <a:pPr algn="l" indent="0" marL="0">
              <a:buNone/>
            </a:pPr>
            <a:r>
              <a:rPr lang="en-US" sz="2400" dirty="0">
                <a:solidFill>
                  <a:srgbClr val="000000"/>
                </a:solidFill>
                <a:latin typeface="Arial" pitchFamily="34" charset="0"/>
                <a:ea typeface="Arial" pitchFamily="34" charset="-122"/>
                <a:cs typeface="Arial" pitchFamily="34" charset="-120"/>
              </a:rPr>
              <a:t>Best practices for creating PPTs using the PPT Generator Spark</a:t>
            </a:r>
            <a:endParaRPr lang="en-US" sz="2400" dirty="0"/>
          </a:p>
        </p:txBody>
      </p:sp>
      <p:sp>
        <p:nvSpPr>
          <p:cNvPr id="4" name="Text 1"/>
          <p:cNvSpPr/>
          <p:nvPr/>
        </p:nvSpPr>
        <p:spPr>
          <a:xfrm>
            <a:off x="566928" y="1261872"/>
            <a:ext cx="11064240" cy="4434840"/>
          </a:xfrm>
          <a:prstGeom prst="rect">
            <a:avLst/>
          </a:prstGeom>
          <a:noFill/>
          <a:ln/>
        </p:spPr>
        <p:txBody>
          <a:bodyPr wrap="square" lIns="0" tIns="0" rIns="0" bIns="0" rtlCol="0" anchor="t"/>
          <a:lstStyle/>
          <a:p>
            <a:pPr algn="l" marL="342900" indent="-342900">
              <a:spcAft>
                <a:spcPts val="600"/>
              </a:spcAft>
              <a:buSzPct val="100000"/>
              <a:buFont typeface="+mj-lt"/>
              <a:buAutoNum type="arabicPeriod" startAt="1"/>
            </a:pPr>
            <a:r>
              <a:rPr lang="en-US" sz="1400" b="1" dirty="0">
                <a:solidFill>
                  <a:srgbClr val="000000"/>
                </a:solidFill>
                <a:latin typeface="Arial" pitchFamily="34" charset="0"/>
                <a:ea typeface="Arial" pitchFamily="34" charset="-122"/>
                <a:cs typeface="Arial" pitchFamily="34" charset="-120"/>
              </a:rPr>
              <a:t>Use S&amp;P Global grounded data only</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Always ensure the data and info you feed into or pull from AI are from verified, S&amp;P Global sources. No random internet stats — keep it legit and reliable.
</a:t>
            </a:r>
            <a:pPr algn="l" marL="342900" indent="-342900">
              <a:spcAft>
                <a:spcPts val="600"/>
              </a:spcAft>
              <a:buSzPct val="100000"/>
              <a:buFont typeface="+mj-lt"/>
              <a:buAutoNum type="arabicPeriod" startAt="2"/>
            </a:pPr>
            <a:r>
              <a:rPr lang="en-US" sz="1400" b="1" dirty="0">
                <a:solidFill>
                  <a:srgbClr val="000000"/>
                </a:solidFill>
                <a:latin typeface="Arial" pitchFamily="34" charset="0"/>
                <a:ea typeface="Arial" pitchFamily="34" charset="-122"/>
                <a:cs typeface="Arial" pitchFamily="34" charset="-120"/>
              </a:rPr>
              <a:t>Review every slide thoroughly</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AI can be cool, but it’s not perfect. Check all facts, figures and statements carefully. Make sure everything is accurate, up-to-date and aligns with our brand voice.
</a:t>
            </a:r>
            <a:pPr algn="l" marL="342900" indent="-342900">
              <a:spcAft>
                <a:spcPts val="600"/>
              </a:spcAft>
              <a:buSzPct val="100000"/>
              <a:buFont typeface="+mj-lt"/>
              <a:buAutoNum type="arabicPeriod" startAt="3"/>
            </a:pPr>
            <a:r>
              <a:rPr lang="en-US" sz="1400" b="1" dirty="0">
                <a:solidFill>
                  <a:srgbClr val="000000"/>
                </a:solidFill>
                <a:latin typeface="Arial" pitchFamily="34" charset="0"/>
                <a:ea typeface="Arial" pitchFamily="34" charset="-122"/>
                <a:cs typeface="Arial" pitchFamily="34" charset="-120"/>
              </a:rPr>
              <a:t>Cut the fluff</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Remove extra or unnecessary words, jargon or filler. Keep your slides crisp, clear and easy to understand — less is more!
</a:t>
            </a:r>
            <a:pPr algn="l" marL="342900" indent="-342900">
              <a:spcAft>
                <a:spcPts val="600"/>
              </a:spcAft>
              <a:buSzPct val="100000"/>
              <a:buFont typeface="+mj-lt"/>
              <a:buAutoNum type="arabicPeriod" startAt="4"/>
            </a:pPr>
            <a:r>
              <a:rPr lang="en-US" sz="1400" b="1" dirty="0">
                <a:solidFill>
                  <a:srgbClr val="000000"/>
                </a:solidFill>
                <a:latin typeface="Arial" pitchFamily="34" charset="0"/>
                <a:ea typeface="Arial" pitchFamily="34" charset="-122"/>
                <a:cs typeface="Arial" pitchFamily="34" charset="-120"/>
              </a:rPr>
              <a:t>Reusing slides</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If you need to reuse these slides, paste them into your deck using the “Keep source formatting” option.
</a:t>
            </a:r>
            <a:pPr algn="l" marL="342900" indent="-342900">
              <a:spcAft>
                <a:spcPts val="600"/>
              </a:spcAft>
              <a:buSzPct val="100000"/>
              <a:buFont typeface="+mj-lt"/>
              <a:buAutoNum type="arabicPeriod" startAt="5"/>
            </a:pPr>
            <a:r>
              <a:rPr lang="en-US" sz="1400" b="1" dirty="0">
                <a:solidFill>
                  <a:srgbClr val="000000"/>
                </a:solidFill>
                <a:latin typeface="Arial" pitchFamily="34" charset="0"/>
                <a:ea typeface="Arial" pitchFamily="34" charset="-122"/>
                <a:cs typeface="Arial" pitchFamily="34" charset="-120"/>
              </a:rPr>
              <a:t>Adding more visuals</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If you want to add Smart Art and/or PowerPoint charts to your slides, you must </a:t>
            </a:r>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install the S&amp;P Global theme colors</a:t>
            </a: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 to ensure they are fully compliant. You can also copy and paste from </a:t>
            </a:r>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our branded SmartArt deck.
</a:t>
            </a:r>
            <a:pPr algn="l" marL="342900" indent="-342900">
              <a:spcAft>
                <a:spcPts val="600"/>
              </a:spcAft>
              <a:buSzPct val="100000"/>
              <a:buFont typeface="+mj-lt"/>
              <a:buAutoNum type="arabicPeriod" startAt="6"/>
            </a:pPr>
            <a:r>
              <a:rPr lang="en-US" sz="1400" b="1" dirty="0">
                <a:solidFill>
                  <a:srgbClr val="000000"/>
                </a:solidFill>
                <a:latin typeface="Arial" pitchFamily="34" charset="0"/>
                <a:ea typeface="Arial" pitchFamily="34" charset="-122"/>
                <a:cs typeface="Arial" pitchFamily="34" charset="-120"/>
              </a:rPr>
              <a:t>Send to Editorial, Design &amp; Publishing (EDP) for pro review</a:t>
            </a:r>
            <a:br/>
            <a:pPr algn="l" indent="0" marL="0">
              <a:spcAft>
                <a:spcPts val="600"/>
              </a:spcAft>
              <a:buNone/>
            </a:pPr>
            <a:r>
              <a:rPr lang="en-US" sz="1400" dirty="0">
                <a:solidFill>
                  <a:srgbClr val="000000"/>
                </a:solidFill>
                <a:latin typeface="Arial" pitchFamily="34" charset="0"/>
                <a:ea typeface="Arial" pitchFamily="34" charset="-122"/>
                <a:cs typeface="Arial" pitchFamily="34" charset="-120"/>
              </a:rPr>
              <a:t>Before finalizing, send your deck to the EDP team (check the Resources slide for contact info). They’ll help with copy edits, design polish and compliance checks.</a:t>
            </a:r>
            <a:endParaRPr lang="en-US" sz="1400" dirty="0"/>
          </a:p>
        </p:txBody>
      </p:sp>
      <p:sp>
        <p:nvSpPr>
          <p:cNvPr id="5" name="Text 0"/>
          <p:cNvSpPr/>
          <p:nvPr>
            <p:ph idx="20" type="ftr" hasCustomPrompt="1"/>
          </p:nvPr>
        </p:nvSpPr>
        <p:spPr/>
        <p:txBody>
          <a:bodyPr wrap="none" rtlCol="0" anchor="ctr"/>
          <a:lstStyle/>
          <a:p>
            <a:pPr algn="r" indent="0" marL="0">
              <a:buNone/>
            </a:pP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2" type="sldNum" hasCustomPrompt="1"/>
          </p:nvPr>
        </p:nvSpPr>
        <p:spPr/>
        <p:txBody>
          <a:bodyPr/>
          <a:lstStyle/>
          <a:p>
            <a:r>
              <a:rPr lang="en-US" dirty="0"/>
              <a:t>8</a:t>
            </a:r>
            <a:endParaRPr lang="en-US" dirty="0"/>
          </a:p>
        </p:txBody>
      </p:sp>
      <p:sp>
        <p:nvSpPr>
          <p:cNvPr id="3" name="Text 0"/>
          <p:cNvSpPr/>
          <p:nvPr/>
        </p:nvSpPr>
        <p:spPr>
          <a:xfrm>
            <a:off x="566928" y="347472"/>
            <a:ext cx="11064240" cy="457200"/>
          </a:xfrm>
          <a:prstGeom prst="rect">
            <a:avLst/>
          </a:prstGeom>
          <a:noFill/>
          <a:ln/>
        </p:spPr>
        <p:txBody>
          <a:bodyPr wrap="square" lIns="0" tIns="0" rIns="0" bIns="0" rtlCol="0" anchor="t"/>
          <a:lstStyle/>
          <a:p>
            <a:pPr algn="l" indent="0" marL="0">
              <a:buNone/>
            </a:pPr>
            <a:r>
              <a:rPr lang="en-US" sz="2400" dirty="0">
                <a:solidFill>
                  <a:srgbClr val="000000"/>
                </a:solidFill>
                <a:latin typeface="Arial" pitchFamily="34" charset="0"/>
                <a:ea typeface="Arial" pitchFamily="34" charset="-122"/>
                <a:cs typeface="Arial" pitchFamily="34" charset="-120"/>
              </a:rPr>
              <a:t>Resources for authors (DELETE BEFORE PUBLISHING/PRESENTING)</a:t>
            </a:r>
            <a:endParaRPr lang="en-US" sz="2400" dirty="0"/>
          </a:p>
        </p:txBody>
      </p:sp>
      <p:sp>
        <p:nvSpPr>
          <p:cNvPr id="4" name="Text 1"/>
          <p:cNvSpPr/>
          <p:nvPr/>
        </p:nvSpPr>
        <p:spPr>
          <a:xfrm>
            <a:off x="566928" y="896112"/>
            <a:ext cx="11064240" cy="283464"/>
          </a:xfrm>
          <a:prstGeom prst="rect">
            <a:avLst/>
          </a:prstGeom>
          <a:noFill/>
          <a:ln/>
        </p:spPr>
        <p:txBody>
          <a:bodyPr wrap="square" lIns="0" tIns="0" rIns="0" bIns="0" rtlCol="0" anchor="t"/>
          <a:lstStyle/>
          <a:p>
            <a:pPr algn="l" indent="0" marL="0">
              <a:buNone/>
            </a:pPr>
            <a:r>
              <a:rPr lang="en-US" sz="1800" dirty="0">
                <a:solidFill>
                  <a:srgbClr val="000000"/>
                </a:solidFill>
                <a:latin typeface="Arial" pitchFamily="34" charset="0"/>
                <a:ea typeface="Arial" pitchFamily="34" charset="-122"/>
                <a:cs typeface="Arial" pitchFamily="34" charset="-120"/>
              </a:rPr>
              <a:t>Refine your PowerPoint with these professional services Editorial, Design &amp; Publishing (EDP) offers:</a:t>
            </a:r>
            <a:endParaRPr lang="en-US" sz="1800" dirty="0"/>
          </a:p>
        </p:txBody>
      </p:sp>
      <p:sp>
        <p:nvSpPr>
          <p:cNvPr id="5" name="Text 2"/>
          <p:cNvSpPr/>
          <p:nvPr/>
        </p:nvSpPr>
        <p:spPr>
          <a:xfrm>
            <a:off x="566928" y="1261872"/>
            <a:ext cx="5029200" cy="4343400"/>
          </a:xfrm>
          <a:prstGeom prst="rect">
            <a:avLst/>
          </a:prstGeom>
          <a:noFill/>
          <a:ln/>
        </p:spPr>
        <p:txBody>
          <a:bodyPr wrap="square" lIns="0" tIns="0" rIns="0" bIns="0" rtlCol="0" anchor="t"/>
          <a:lstStyle/>
          <a:p>
            <a:pPr algn="l" indent="0" marL="0">
              <a:spcAft>
                <a:spcPts val="600"/>
              </a:spcAft>
              <a:buNone/>
            </a:pPr>
            <a:r>
              <a:rPr lang="en-US" sz="1600" b="1" dirty="0">
                <a:solidFill>
                  <a:srgbClr val="000000"/>
                </a:solidFill>
                <a:latin typeface="Arial" pitchFamily="34" charset="0"/>
                <a:ea typeface="Arial" pitchFamily="34" charset="-122"/>
                <a:cs typeface="Arial" pitchFamily="34" charset="-120"/>
              </a:rPr>
              <a:t>Add photos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Approved stock photography</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S&amp;P Global photography guidelines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Request a photo from Getty</a:t>
            </a:r>
            <a:endParaRPr lang="en-US" sz="1600" dirty="0"/>
          </a:p>
          <a:p>
            <a:pPr algn="l" indent="0" marL="0">
              <a:buNone/>
            </a:pPr>
            <a:r>
              <a:rPr lang="en-US" sz="1200" dirty="0">
                <a:solidFill>
                  <a:srgbClr val="000000"/>
                </a:solidFill>
                <a:latin typeface="Arial" pitchFamily="34" charset="0"/>
                <a:ea typeface="Arial" pitchFamily="34" charset="-122"/>
                <a:cs typeface="Arial" pitchFamily="34" charset="-120"/>
              </a:rPr>
              <a:t>Getty image downloads depend on the images meeting S&amp;P Global brand guidelines and being covered by our license agreement. Review available options </a:t>
            </a:r>
            <a:pPr algn="l" indent="0" marL="0">
              <a:spcAft>
                <a:spcPts val="600"/>
              </a:spcAft>
              <a:buNone/>
            </a:pPr>
            <a:r>
              <a:rPr lang="en-US" sz="1200" u="sng" dirty="0">
                <a:solidFill>
                  <a:srgbClr val="0F82AF"/>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here</a:t>
            </a:r>
            <a:pPr algn="l" indent="0" marL="0">
              <a:buNone/>
            </a:pPr>
            <a:r>
              <a:rPr lang="en-US" sz="1200" dirty="0">
                <a:solidFill>
                  <a:srgbClr val="000000"/>
                </a:solidFill>
                <a:latin typeface="Arial" pitchFamily="34" charset="0"/>
                <a:ea typeface="Arial" pitchFamily="34" charset="-122"/>
                <a:cs typeface="Arial" pitchFamily="34" charset="-120"/>
              </a:rPr>
              <a:t>.</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Add icons</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Do NOT use the built-in icons in PowerPoint. Instead, use the brand-compliant icons available at the link below.</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Find icons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Iconography guidelines</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Request maps, infographics, icons and visuals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Request design help</a:t>
            </a:r>
            <a:endParaRPr lang="en-US" sz="1600" dirty="0"/>
          </a:p>
        </p:txBody>
      </p:sp>
      <p:sp>
        <p:nvSpPr>
          <p:cNvPr id="6" name="Text 3"/>
          <p:cNvSpPr/>
          <p:nvPr/>
        </p:nvSpPr>
        <p:spPr>
          <a:xfrm>
            <a:off x="6601968" y="1261872"/>
            <a:ext cx="5029200" cy="4937760"/>
          </a:xfrm>
          <a:prstGeom prst="rect">
            <a:avLst/>
          </a:prstGeom>
          <a:noFill/>
          <a:ln/>
        </p:spPr>
        <p:txBody>
          <a:bodyPr wrap="square" lIns="0" tIns="0" rIns="0" bIns="0" rtlCol="0" anchor="t"/>
          <a:lstStyle/>
          <a:p>
            <a:pPr algn="l" indent="0" marL="0">
              <a:buNone/>
            </a:pPr>
            <a:r>
              <a:rPr lang="en-US" sz="1600" b="1" dirty="0">
                <a:solidFill>
                  <a:srgbClr val="000000"/>
                </a:solidFill>
                <a:latin typeface="Arial" pitchFamily="34" charset="0"/>
                <a:ea typeface="Arial" pitchFamily="34" charset="-122"/>
                <a:cs typeface="Arial" pitchFamily="34" charset="-120"/>
              </a:rPr>
              <a:t>Send to editors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8" invalidUrl="" action="" tgtFrame="" tooltip="" history="1" highlightClick="0" endSnd="0">
                  <a:extLst>
                    <a:ext uri="{A12FA001-AC4F-418D-AE19-62706E023703}">
                      <ahyp:hlinkClr xmlns:ahyp="http://schemas.microsoft.com/office/drawing/2018/hyperlinkcolor" val="tx"/>
                    </a:ext>
                  </a:extLst>
                </a:hlinkClick>
              </a:rPr>
              <a:t>Mobility</a:t>
            </a:r>
            <a:endParaRPr lang="en-US" sz="1600" dirty="0"/>
          </a:p>
          <a:p>
            <a:pPr algn="l" indent="0" marL="0">
              <a:buNone/>
            </a:pPr>
            <a:r>
              <a:rPr lang="en-US" sz="1400" u="sng" dirty="0">
                <a:solidFill>
                  <a:srgbClr val="0F82AF"/>
                </a:solidFill>
                <a:latin typeface="Arial" pitchFamily="34" charset="0"/>
                <a:ea typeface="Arial" pitchFamily="34" charset="-122"/>
                <a:cs typeface="Arial" pitchFamily="34" charset="-120"/>
                <a:hlinkClick r:id="rId9" invalidUrl="" action="" tgtFrame="" tooltip="" history="1" highlightClick="0" endSnd="0">
                  <a:extLst>
                    <a:ext uri="{A12FA001-AC4F-418D-AE19-62706E023703}">
                      <ahyp:hlinkClr xmlns:ahyp="http://schemas.microsoft.com/office/drawing/2018/hyperlinkcolor" val="tx"/>
                    </a:ext>
                  </a:extLst>
                </a:hlinkClick>
              </a:rPr>
              <a:t>Energy/Commodities</a:t>
            </a:r>
            <a:pPr algn="l" indent="0" marL="0">
              <a:buNone/>
            </a:pPr>
            <a:r>
              <a:rPr lang="en-US" sz="1400" dirty="0">
                <a:solidFill>
                  <a:srgbClr val="000000"/>
                </a:solidFill>
                <a:latin typeface="Arial" pitchFamily="34" charset="0"/>
                <a:ea typeface="Arial" pitchFamily="34" charset="-122"/>
                <a:cs typeface="Arial" pitchFamily="34" charset="-120"/>
              </a:rPr>
              <a:t>*</a:t>
            </a:r>
            <a:endParaRPr lang="en-US" sz="1600" dirty="0"/>
          </a:p>
          <a:p>
            <a:pPr algn="l" indent="0" marL="0">
              <a:spcBef>
                <a:spcPts val="600"/>
              </a:spcBef>
              <a:spcAft>
                <a:spcPts val="600"/>
              </a:spcAft>
              <a:buNone/>
            </a:pPr>
            <a:r>
              <a:rPr lang="en-US" sz="1400" u="sng" dirty="0">
                <a:solidFill>
                  <a:srgbClr val="0F82AF"/>
                </a:solidFill>
                <a:latin typeface="Arial" pitchFamily="34" charset="0"/>
                <a:ea typeface="Arial" pitchFamily="34" charset="-122"/>
                <a:cs typeface="Arial"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Chemical</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Agribusiness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Global Intelligence and Analytics (GIA), formerly Economics and Country Risk (ECR)</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3" invalidUrl="" action="" tgtFrame="" tooltip="" history="1" highlightClick="0" endSnd="0">
                  <a:extLst>
                    <a:ext uri="{A12FA001-AC4F-418D-AE19-62706E023703}">
                      <ahyp:hlinkClr xmlns:ahyp="http://schemas.microsoft.com/office/drawing/2018/hyperlinkcolor" val="tx"/>
                    </a:ext>
                  </a:extLst>
                </a:hlinkClick>
              </a:rPr>
              <a:t>Maritime &amp; Trade</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4" invalidUrl="" action="" tgtFrame="" tooltip="" history="1" highlightClick="0" endSnd="0">
                  <a:extLst>
                    <a:ext uri="{A12FA001-AC4F-418D-AE19-62706E023703}">
                      <ahyp:hlinkClr xmlns:ahyp="http://schemas.microsoft.com/office/drawing/2018/hyperlinkcolor" val="tx"/>
                    </a:ext>
                  </a:extLst>
                </a:hlinkClick>
              </a:rPr>
              <a:t>Financial Institutions (FI)</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Telecommunications, Media &amp; Technology (TMT)**</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Ratings***</a:t>
            </a:r>
            <a:endParaRPr lang="en-US" sz="1600" dirty="0"/>
          </a:p>
          <a:p>
            <a:pPr algn="l" indent="0" marL="0">
              <a:spcAft>
                <a:spcPts val="600"/>
              </a:spcAft>
              <a:buNone/>
            </a:pPr>
            <a:r>
              <a:rPr lang="en-US" sz="1400" dirty="0">
                <a:solidFill>
                  <a:srgbClr val="000000"/>
                </a:solidFill>
                <a:latin typeface="Arial" pitchFamily="34" charset="0"/>
                <a:ea typeface="Arial" pitchFamily="34" charset="-122"/>
                <a:cs typeface="Arial" pitchFamily="34" charset="-120"/>
              </a:rPr>
              <a:t>Sustainable1***</a:t>
            </a:r>
            <a:endParaRPr lang="en-US" sz="1600" dirty="0"/>
          </a:p>
          <a:p>
            <a:pPr algn="l" indent="0" marL="0">
              <a:spcBef>
                <a:spcPts val="1200"/>
              </a:spcBef>
              <a:spcAft>
                <a:spcPts val="600"/>
              </a:spcAft>
              <a:buNone/>
            </a:pPr>
            <a:r>
              <a:rPr lang="en-US" sz="1600" b="1" dirty="0">
                <a:solidFill>
                  <a:srgbClr val="000000"/>
                </a:solidFill>
                <a:latin typeface="Arial" pitchFamily="34" charset="0"/>
                <a:ea typeface="Arial" pitchFamily="34" charset="-122"/>
                <a:cs typeface="Arial" pitchFamily="34" charset="-120"/>
              </a:rPr>
              <a:t>Get EDP PowerPoint Utility Add-in</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5" invalidUrl="" action="" tgtFrame="" tooltip="" history="1" highlightClick="0" endSnd="0">
                  <a:extLst>
                    <a:ext uri="{A12FA001-AC4F-418D-AE19-62706E023703}">
                      <ahyp:hlinkClr xmlns:ahyp="http://schemas.microsoft.com/office/drawing/2018/hyperlinkcolor" val="tx"/>
                    </a:ext>
                  </a:extLst>
                </a:hlinkClick>
              </a:rPr>
              <a:t>Windows 11 users</a:t>
            </a:r>
            <a:endParaRPr lang="en-US" sz="1600" dirty="0"/>
          </a:p>
          <a:p>
            <a:pPr algn="l" indent="0" marL="0">
              <a:spcAft>
                <a:spcPts val="600"/>
              </a:spcAft>
              <a:buNone/>
            </a:pPr>
            <a:r>
              <a:rPr lang="en-US" sz="1400" u="sng" dirty="0">
                <a:solidFill>
                  <a:srgbClr val="0F82AF"/>
                </a:solidFill>
                <a:latin typeface="Arial" pitchFamily="34" charset="0"/>
                <a:ea typeface="Arial" pitchFamily="34" charset="-122"/>
                <a:cs typeface="Arial" pitchFamily="34" charset="-120"/>
                <a:hlinkClick r:id="rId16" invalidUrl="" action="" tgtFrame="" tooltip="" history="1" highlightClick="0" endSnd="0">
                  <a:extLst>
                    <a:ext uri="{A12FA001-AC4F-418D-AE19-62706E023703}">
                      <ahyp:hlinkClr xmlns:ahyp="http://schemas.microsoft.com/office/drawing/2018/hyperlinkcolor" val="tx"/>
                    </a:ext>
                  </a:extLst>
                </a:hlinkClick>
              </a:rPr>
              <a:t>I'm not on Windows 11 yet</a:t>
            </a:r>
            <a:endParaRPr lang="en-US" sz="1600" dirty="0"/>
          </a:p>
        </p:txBody>
      </p:sp>
      <p:sp>
        <p:nvSpPr>
          <p:cNvPr id="7" name="Text 4"/>
          <p:cNvSpPr/>
          <p:nvPr/>
        </p:nvSpPr>
        <p:spPr>
          <a:xfrm>
            <a:off x="566928" y="5687568"/>
            <a:ext cx="11064240" cy="521208"/>
          </a:xfrm>
          <a:prstGeom prst="rect">
            <a:avLst/>
          </a:prstGeom>
          <a:noFill/>
          <a:ln/>
        </p:spPr>
        <p:txBody>
          <a:bodyPr wrap="square" lIns="0" tIns="0" rIns="0" bIns="0" rtlCol="0" anchor="b"/>
          <a:lstStyle/>
          <a:p>
            <a:pPr algn="l" indent="0" marL="0">
              <a:buNone/>
            </a:pPr>
            <a:r>
              <a:rPr lang="en-US" sz="700" dirty="0">
                <a:solidFill>
                  <a:srgbClr val="000000"/>
                </a:solidFill>
                <a:latin typeface="Arial" pitchFamily="34" charset="0"/>
                <a:ea typeface="Arial" pitchFamily="34" charset="-122"/>
                <a:cs typeface="Arial" pitchFamily="34" charset="-120"/>
              </a:rPr>
              <a:t>* If your content is published on Platts Connect in the first instance, contact </a:t>
            </a:r>
            <a:pPr algn="l" indent="0" marL="0">
              <a:buNone/>
            </a:pPr>
            <a:r>
              <a:rPr lang="en-US" sz="700" u="sng" dirty="0">
                <a:solidFill>
                  <a:srgbClr val="0F82AF"/>
                </a:solidFill>
                <a:latin typeface="Arial" pitchFamily="34" charset="0"/>
                <a:ea typeface="Arial" pitchFamily="34" charset="-122"/>
                <a:cs typeface="Arial" pitchFamily="34" charset="-120"/>
                <a:hlinkClick r:id="rId17" invalidUrl="" action="" tgtFrame="" tooltip="" history="1" highlightClick="0" endSnd="0">
                  <a:extLst>
                    <a:ext uri="{A12FA001-AC4F-418D-AE19-62706E023703}">
                      <ahyp:hlinkClr xmlns:ahyp="http://schemas.microsoft.com/office/drawing/2018/hyperlinkcolor" val="tx"/>
                    </a:ext>
                  </a:extLst>
                </a:hlinkClick>
              </a:rPr>
              <a:t>publish.pira@spglobal.com</a:t>
            </a:r>
            <a:pPr algn="l" indent="0" marL="0">
              <a:spcAft>
                <a:spcPts val="200"/>
              </a:spcAft>
              <a:buNone/>
            </a:pPr>
            <a:r>
              <a:rPr lang="en-US" sz="700" dirty="0">
                <a:solidFill>
                  <a:srgbClr val="000000"/>
                </a:solidFill>
                <a:latin typeface="Arial" pitchFamily="34" charset="0"/>
                <a:ea typeface="Arial" pitchFamily="34" charset="-122"/>
                <a:cs typeface="Arial" pitchFamily="34" charset="-120"/>
              </a:rPr>
              <a:t>.</a:t>
            </a:r>
            <a:endParaRPr lang="en-US" sz="700" dirty="0"/>
          </a:p>
          <a:p>
            <a:pPr algn="l" indent="0" marL="0">
              <a:buNone/>
            </a:pPr>
            <a:r>
              <a:rPr lang="en-US" sz="700" u="sng" dirty="0">
                <a:solidFill>
                  <a:srgbClr val="0F82AF"/>
                </a:solidFill>
                <a:latin typeface="Arial" pitchFamily="34" charset="0"/>
                <a:ea typeface="Arial" pitchFamily="34" charset="-122"/>
                <a:cs typeface="Arial" pitchFamily="34" charset="-120"/>
                <a:hlinkClick r:id="rId18" invalidUrl="" action="" tgtFrame="" tooltip="" history="1" highlightClick="0" endSnd="0">
                  <a:extLst>
                    <a:ext uri="{A12FA001-AC4F-418D-AE19-62706E023703}">
                      <ahyp:hlinkClr xmlns:ahyp="http://schemas.microsoft.com/office/drawing/2018/hyperlinkcolor" val="tx"/>
                    </a:ext>
                  </a:extLst>
                </a:hlinkClick>
              </a:rPr>
              <a:t>** 451 Editorial</a:t>
            </a:r>
            <a:pPr algn="l" indent="0" marL="0">
              <a:buNone/>
            </a:pPr>
            <a:r>
              <a:rPr lang="en-US" sz="700" dirty="0">
                <a:solidFill>
                  <a:srgbClr val="000000"/>
                </a:solidFill>
                <a:latin typeface="Arial" pitchFamily="34" charset="0"/>
                <a:ea typeface="Arial" pitchFamily="34" charset="-122"/>
                <a:cs typeface="Arial" pitchFamily="34" charset="-120"/>
              </a:rPr>
              <a:t> | </a:t>
            </a:r>
            <a:pPr algn="l" indent="0" marL="0">
              <a:spcAft>
                <a:spcPts val="200"/>
              </a:spcAft>
              <a:buNone/>
            </a:pPr>
            <a:r>
              <a:rPr lang="en-US" sz="700" u="sng" dirty="0">
                <a:solidFill>
                  <a:srgbClr val="0F82AF"/>
                </a:solidFill>
                <a:latin typeface="Arial" pitchFamily="34" charset="0"/>
                <a:ea typeface="Arial" pitchFamily="34" charset="-122"/>
                <a:cs typeface="Arial" pitchFamily="34" charset="-120"/>
                <a:hlinkClick r:id="rId19" invalidUrl="" action="" tgtFrame="" tooltip="" history="1" highlightClick="0" endSnd="0">
                  <a:extLst>
                    <a:ext uri="{A12FA001-AC4F-418D-AE19-62706E023703}">
                      <ahyp:hlinkClr xmlns:ahyp="http://schemas.microsoft.com/office/drawing/2018/hyperlinkcolor" val="tx"/>
                    </a:ext>
                  </a:extLst>
                </a:hlinkClick>
              </a:rPr>
              <a:t>Research Editorial (CapIQ Pro)</a:t>
            </a:r>
            <a:endParaRPr lang="en-US" sz="700" dirty="0"/>
          </a:p>
          <a:p>
            <a:pPr algn="l" indent="0" marL="0">
              <a:buNone/>
            </a:pPr>
            <a:r>
              <a:rPr lang="en-US" sz="700" dirty="0">
                <a:solidFill>
                  <a:srgbClr val="000000"/>
                </a:solidFill>
                <a:latin typeface="Arial" pitchFamily="34" charset="0"/>
                <a:ea typeface="Arial" pitchFamily="34" charset="-122"/>
                <a:cs typeface="Arial" pitchFamily="34" charset="-120"/>
              </a:rPr>
              <a:t>*** While EDP does not provide editing services specifically for the Ratings and Sustainable1 divisions, we do offer cross-divisional content editing services. For more details, contact </a:t>
            </a:r>
            <a:pPr algn="l" indent="0" marL="0">
              <a:buNone/>
            </a:pPr>
            <a:r>
              <a:rPr lang="en-US" sz="700" u="sng" dirty="0">
                <a:solidFill>
                  <a:srgbClr val="0F82AF"/>
                </a:solidFill>
                <a:latin typeface="Arial" pitchFamily="34" charset="0"/>
                <a:ea typeface="Arial" pitchFamily="34" charset="-122"/>
                <a:cs typeface="Arial" pitchFamily="34" charset="-120"/>
                <a:hlinkClick r:id="rId20" invalidUrl="" action="" tgtFrame="" tooltip="" history="1" highlightClick="0" endSnd="0">
                  <a:extLst>
                    <a:ext uri="{A12FA001-AC4F-418D-AE19-62706E023703}">
                      <ahyp:hlinkClr xmlns:ahyp="http://schemas.microsoft.com/office/drawing/2018/hyperlinkcolor" val="tx"/>
                    </a:ext>
                  </a:extLst>
                </a:hlinkClick>
              </a:rPr>
              <a:t>mark.pengelly@spglobal.com</a:t>
            </a:r>
            <a:pPr algn="l" indent="0" marL="0">
              <a:spcAft>
                <a:spcPts val="200"/>
              </a:spcAft>
              <a:buNone/>
            </a:pPr>
            <a:r>
              <a:rPr lang="en-US" sz="700" dirty="0">
                <a:solidFill>
                  <a:srgbClr val="000000"/>
                </a:solidFill>
                <a:latin typeface="Arial" pitchFamily="34" charset="0"/>
                <a:ea typeface="Arial" pitchFamily="34" charset="-122"/>
                <a:cs typeface="Arial" pitchFamily="34" charset="-120"/>
              </a:rPr>
              <a:t>.</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Authentication required to access certain links.</a:t>
            </a:r>
            <a:endParaRPr lang="en-US" sz="700" dirty="0"/>
          </a:p>
        </p:txBody>
      </p:sp>
      <p:sp>
        <p:nvSpPr>
          <p:cNvPr id="8" name="Text 0"/>
          <p:cNvSpPr/>
          <p:nvPr>
            <p:ph idx="20" type="ftr" hasCustomPrompt="1"/>
          </p:nvPr>
        </p:nvSpPr>
        <p:spPr/>
        <p:txBody>
          <a:bodyPr wrap="none" rtlCol="0" anchor="ctr"/>
          <a:lstStyle/>
          <a:p>
            <a:pPr algn="r" indent="0" marL="0">
              <a:buNone/>
            </a:pP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sldNum" hasCustomPrompt="1"/>
          </p:nvPr>
        </p:nvSpPr>
        <p:spPr/>
        <p:txBody>
          <a:bodyPr/>
          <a:lstStyle/>
          <a:p>
            <a:r>
              <a:rPr lang="en-US" dirty="0"/>
              <a:t>8</a:t>
            </a:r>
            <a:endParaRPr lang="en-US" dirty="0"/>
          </a:p>
        </p:txBody>
      </p:sp>
    </p:spTree>
  </p:cSld>
  <p:clrMapOvr>
    <a:masterClrMapping/>
  </p:clrMapOvr>
</p:sld>
</file>

<file path=ppt/theme/theme1.xml><?xml version="1.0" encoding="utf-8"?>
<a:theme xmlns:a="http://schemas.openxmlformats.org/drawingml/2006/main" name="S-P Global EDP 2026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5" id="{2246ED3B-99E0-40E6-9790-ACF4666AB2EF}" vid="{E3EFB520-E477-43E8-A3C8-1D545409AD89}"/>
    </a:ext>
  </a:extLst>
</a:theme>
</file>

<file path=ppt/theme/theme2.xml><?xml version="1.0" encoding="utf-8"?>
<a:theme xmlns:a="http://schemas.openxmlformats.org/drawingml/2006/main" name="S-P Global EDP 2026 16-9">
  <a:themeElements>
    <a:clrScheme name="Custom 11">
      <a:dk1>
        <a:srgbClr val="000000"/>
      </a:dk1>
      <a:lt1>
        <a:sysClr val="window" lastClr="FFFFFF"/>
      </a:lt1>
      <a:dk2>
        <a:srgbClr val="404040"/>
      </a:dk2>
      <a:lt2>
        <a:srgbClr val="DCDCDC"/>
      </a:lt2>
      <a:accent1>
        <a:srgbClr val="D6002A"/>
      </a:accent1>
      <a:accent2>
        <a:srgbClr val="000000"/>
      </a:accent2>
      <a:accent3>
        <a:srgbClr val="C2C2C2"/>
      </a:accent3>
      <a:accent4>
        <a:srgbClr val="9E8D73"/>
      </a:accent4>
      <a:accent5>
        <a:srgbClr val="C7DAE0"/>
      </a:accent5>
      <a:accent6>
        <a:srgbClr val="EDF86F"/>
      </a:accent6>
      <a:hlink>
        <a:srgbClr val="0F82AF"/>
      </a:hlink>
      <a:folHlink>
        <a:srgbClr val="0D6E95"/>
      </a:folHlink>
    </a:clrScheme>
    <a:fontScheme name="SP Global Font Theme">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spcAft>
            <a:spcPts val="200"/>
          </a:spcAft>
          <a:defRPr sz="14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spcAft>
            <a:spcPts val="200"/>
          </a:spcAft>
          <a:defRPr sz="1400" dirty="0" err="1" smtClean="0"/>
        </a:defPPr>
      </a:lstStyle>
    </a:txDef>
  </a:objectDefaults>
  <a:extraClrSchemeLst/>
  <a:custClrLst>
    <a:custClr name="Ocean 7">
      <a:srgbClr val="006D89"/>
    </a:custClr>
    <a:custClr name="Gold 7B">
      <a:srgbClr val="DC7900"/>
    </a:custClr>
    <a:custClr name="Magenta 7">
      <a:srgbClr val="B92051"/>
    </a:custClr>
    <a:custClr name="Purple 9">
      <a:srgbClr val="501555"/>
    </a:custClr>
    <a:custClr name="Teal 7">
      <a:srgbClr val="0F9E7A"/>
    </a:custClr>
    <a:custClr name="Ocean 9">
      <a:srgbClr val="00495B"/>
    </a:custClr>
    <a:custClr name="Orange 7">
      <a:srgbClr val="C94100"/>
    </a:custClr>
    <a:custClr name="Blue 8">
      <a:srgbClr val="1D3BAA"/>
    </a:custClr>
    <a:custClr name="Magenta 5">
      <a:srgbClr val="CD6083"/>
    </a:custClr>
    <a:custClr name="Green 9">
      <a:srgbClr val="125E1F"/>
    </a:custClr>
    <a:custClr name="Gray 7B">
      <a:srgbClr val="929497"/>
    </a:custClr>
    <a:custClr name="Purple 7">
      <a:srgbClr val="782080"/>
    </a:custClr>
    <a:custClr name="Blue 5">
      <a:srgbClr val="7284CA"/>
    </a:custClr>
    <a:custClr name="Gold 9">
      <a:srgbClr val="9D5700"/>
    </a:custClr>
    <a:custClr name="Purple 4">
      <a:srgbClr val="B280B6"/>
    </a:custClr>
    <a:custClr name="Blue 6">
      <a:srgbClr val="566CBF"/>
    </a:custClr>
    <a:custClr name="Ocean 4">
      <a:srgbClr val="6CABBB"/>
    </a:custClr>
    <a:custClr name="Ochre 7">
      <a:srgbClr val="C18B28"/>
    </a:custClr>
    <a:custClr name="Green 6">
      <a:srgbClr val="3C9D4D"/>
    </a:custClr>
    <a:custClr name="Maroon 9">
      <a:srgbClr val="6B0F01"/>
    </a:custClr>
    <a:custClr name="Positive">
      <a:srgbClr val="167527"/>
    </a:custClr>
    <a:custClr name="Somewhat Positive">
      <a:srgbClr val="9DCEA6"/>
    </a:custClr>
    <a:custClr name="Neutral/No Change">
      <a:srgbClr val="BBBDBF"/>
    </a:custClr>
    <a:custClr name="Neutral alt.">
      <a:srgbClr val="4997AB"/>
    </a:custClr>
    <a:custClr name="Somewhat Negative">
      <a:srgbClr val="D79B93"/>
    </a:custClr>
    <a:custClr name="Negative">
      <a:srgbClr val="B20023"/>
    </a:custClr>
    <a:custClr name="Gray 2B">
      <a:srgbClr val="F1F1F2"/>
    </a:custClr>
    <a:custClr name="Gray 4B">
      <a:srgbClr val="D0D2D3"/>
    </a:custClr>
    <a:custClr name="Gray 6B">
      <a:srgbClr val="A6A8AB"/>
    </a:custClr>
    <a:custClr name="Gray 8B">
      <a:srgbClr val="808184"/>
    </a:custClr>
    <a:custClr name="Orange 10">
      <a:srgbClr val="652100"/>
    </a:custClr>
    <a:custClr name="Orange 8">
      <a:srgbClr val="A73600"/>
    </a:custClr>
    <a:custClr name="Orange 6">
      <a:srgbClr val="D15C24"/>
    </a:custClr>
    <a:custClr name="Orange 4">
      <a:srgbClr val="E0926D"/>
    </a:custClr>
    <a:custClr name="Orange 2">
      <a:srgbClr val="F0C9B6"/>
    </a:custClr>
    <a:custClr name="Ocean 2">
      <a:srgbClr val="B6D5DD"/>
    </a:custClr>
    <a:custClr name="Ocean 4">
      <a:srgbClr val="6CABBB"/>
    </a:custClr>
    <a:custClr name="Ocean 6">
      <a:srgbClr val="24829A"/>
    </a:custClr>
    <a:custClr name="Ocean 8">
      <a:srgbClr val="005B72"/>
    </a:custClr>
    <a:custClr name="Ocean 10">
      <a:srgbClr val="003745"/>
    </a:custClr>
    <a:custClr name="Gold 10">
      <a:srgbClr val="764100"/>
    </a:custClr>
    <a:custClr name="Gold 8">
      <a:srgbClr val="C56C00"/>
    </a:custClr>
    <a:custClr name="Gold 6">
      <a:srgbClr val="EF9424"/>
    </a:custClr>
    <a:custClr name="Gold 4">
      <a:srgbClr val="F4B86D"/>
    </a:custClr>
    <a:custClr name="Gold 2">
      <a:srgbClr val="FADBB6"/>
    </a:custClr>
    <a:custClr name="Purple 2">
      <a:srgbClr val="D8BFDB"/>
    </a:custClr>
    <a:custClr name="Purple 4">
      <a:srgbClr val="B280B6"/>
    </a:custClr>
    <a:custClr name="Purple 6">
      <a:srgbClr val="8B4092"/>
    </a:custClr>
    <a:custClr name="Purple 8">
      <a:srgbClr val="641B6B"/>
    </a:custClr>
    <a:custClr name="Purple 10">
      <a:srgbClr val="3C1040"/>
    </a:custClr>
  </a:custClrLst>
  <a:extLst>
    <a:ext uri="{05A4C25C-085E-4340-85A3-A5531E510DB2}">
      <thm15:themeFamily xmlns:thm15="http://schemas.microsoft.com/office/thememl/2012/main" name="Presentation5" id="{2246ED3B-99E0-40E6-9790-ACF4666AB2EF}" vid="{E3EFB520-E477-43E8-A3C8-1D545409AD89}"/>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2C5AB5430BD29468005F138BAADFA30" ma:contentTypeVersion="15" ma:contentTypeDescription="Create a new document." ma:contentTypeScope="" ma:versionID="7de2ce1e39f42d4a99ebe0e0f8827e51">
  <xsd:schema xmlns:xsd="http://www.w3.org/2001/XMLSchema" xmlns:xs="http://www.w3.org/2001/XMLSchema" xmlns:p="http://schemas.microsoft.com/office/2006/metadata/properties" xmlns:ns2="a7b088f9-5bd5-4bdb-b5bc-dcadbd2c3ab5" xmlns:ns3="01a85018-e850-4e17-bfd2-3567c6643c53" targetNamespace="http://schemas.microsoft.com/office/2006/metadata/properties" ma:root="true" ma:fieldsID="7e13d9ee660cffcd5a275efdf1209c88" ns2:_="" ns3:_="">
    <xsd:import namespace="a7b088f9-5bd5-4bdb-b5bc-dcadbd2c3ab5"/>
    <xsd:import namespace="01a85018-e850-4e17-bfd2-3567c6643c53"/>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MediaServiceDateTaken" minOccurs="0"/>
                <xsd:element ref="ns2:MediaLengthInSeconds" minOccurs="0"/>
                <xsd:element ref="ns3:SharedWithUsers" minOccurs="0"/>
                <xsd:element ref="ns3:SharedWithDetails" minOccurs="0"/>
                <xsd:element ref="ns2:Comme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7b088f9-5bd5-4bdb-b5bc-dcadbd2c3ab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2" nillable="true" ma:taxonomy="true" ma:internalName="lcf76f155ced4ddcb4097134ff3c332f" ma:taxonomyFieldName="MediaServiceImageTags" ma:displayName="Image Tags" ma:readOnly="false" ma:fieldId="{5cf76f15-5ced-4ddc-b409-7134ff3c332f}" ma:taxonomyMulti="true" ma:sspId="76f79bde-b34b-4e33-a562-f79c102b9a25"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Comments" ma:index="22" nillable="true" ma:displayName="Comments" ma:format="Dropdown" ma:internalName="Comments">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01a85018-e850-4e17-bfd2-3567c6643c53" elementFormDefault="qualified">
    <xsd:import namespace="http://schemas.microsoft.com/office/2006/documentManagement/types"/>
    <xsd:import namespace="http://schemas.microsoft.com/office/infopath/2007/PartnerControls"/>
    <xsd:element name="TaxCatchAll" ma:index="13" nillable="true" ma:displayName="Taxonomy Catch All Column" ma:hidden="true" ma:list="{babc1d86-633d-4d0d-b314-85c2f607d569}" ma:internalName="TaxCatchAll" ma:showField="CatchAllData" ma:web="01a85018-e850-4e17-bfd2-3567c6643c53">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Comments xmlns="a7b088f9-5bd5-4bdb-b5bc-dcadbd2c3ab5" xsi:nil="true"/>
    <lcf76f155ced4ddcb4097134ff3c332f xmlns="a7b088f9-5bd5-4bdb-b5bc-dcadbd2c3ab5">
      <Terms xmlns="http://schemas.microsoft.com/office/infopath/2007/PartnerControls"/>
    </lcf76f155ced4ddcb4097134ff3c332f>
    <TaxCatchAll xmlns="01a85018-e850-4e17-bfd2-3567c6643c5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5DECA40-D451-42EC-9D61-C2385E9DF4FE}">
  <ds:schemaRefs>
    <ds:schemaRef ds:uri="01a85018-e850-4e17-bfd2-3567c6643c53"/>
    <ds:schemaRef ds:uri="a7b088f9-5bd5-4bdb-b5bc-dcadbd2c3ab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CBA47C7-53D1-4E5D-BD7E-65E7F707CBD7}">
  <ds:schemaRefs>
    <ds:schemaRef ds:uri="01a85018-e850-4e17-bfd2-3567c6643c53"/>
    <ds:schemaRef ds:uri="a7b088f9-5bd5-4bdb-b5bc-dcadbd2c3ab5"/>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6FFAFCF6-E24E-4BDE-8D14-94B027134BE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EDP_2026_16x9_Energy</Template>
  <TotalTime>0</TotalTime>
  <Words>2021</Words>
  <Application>Microsoft Office PowerPoint</Application>
  <PresentationFormat>Widescreen</PresentationFormat>
  <Paragraphs>396</Paragraphs>
  <Slides>28</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Arial</vt:lpstr>
      <vt:lpstr>S-P Global EDP 2026 16-9</vt:lpstr>
      <vt:lpstr>S&amp;P Global Energy EDP PowerPoint template</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[Title max two lines, shrink to fit – must be at least 32pt]</vt:lpstr>
      <vt:lpstr>Event Type | Session Name</vt:lpstr>
      <vt:lpstr>[Presenter/Moderator/Panelist] — select a title</vt:lpstr>
      <vt:lpstr>Rules — please review carefully!</vt:lpstr>
      <vt:lpstr>Accessibility</vt:lpstr>
      <vt:lpstr>Resources</vt:lpstr>
      <vt:lpstr>Table samples</vt:lpstr>
      <vt:lpstr>Table samples</vt:lpstr>
      <vt:lpstr>Design assets</vt:lpstr>
      <vt:lpstr>Iconography</vt:lpstr>
      <vt:lpstr>Icon samples: General use</vt:lpstr>
      <vt:lpstr>Icon samples: General use</vt:lpstr>
      <vt:lpstr>Icon samples: General use</vt:lpstr>
      <vt:lpstr>Icon samples: General use</vt:lpstr>
      <vt:lpstr>Icon samples: General use</vt:lpstr>
      <vt:lpstr>Icon samples: General use</vt:lpstr>
      <vt:lpstr>Contact us</vt:lpstr>
      <vt:lpstr>PowerPoint Presentation</vt:lpstr>
      <vt:lpstr>PowerPoint Presentation</vt:lpstr>
      <vt:lpstr>PowerPoint Presentation</vt:lpstr>
    </vt:vector>
  </TitlesOfParts>
  <Company>SP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S&amp;P Global</dc:creator>
  <cp:lastModifiedBy>S&amp;P Global</cp:lastModifiedBy>
  <cp:revision>1</cp:revision>
  <dcterms:created xsi:type="dcterms:W3CDTF">2025-12-29T14:22:12Z</dcterms:created>
  <dcterms:modified xsi:type="dcterms:W3CDTF">2025-12-29T14:22:32Z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31f0267-8575-4fc2-99cc-f6b7f9934be9_Enabled">
    <vt:lpwstr>true</vt:lpwstr>
  </property>
  <property fmtid="{D5CDD505-2E9C-101B-9397-08002B2CF9AE}" pid="3" name="MSIP_Label_831f0267-8575-4fc2-99cc-f6b7f9934be9_SetDate">
    <vt:lpwstr>2025-11-19T00:16:38Z</vt:lpwstr>
  </property>
  <property fmtid="{D5CDD505-2E9C-101B-9397-08002B2CF9AE}" pid="4" name="MSIP_Label_831f0267-8575-4fc2-99cc-f6b7f9934be9_Method">
    <vt:lpwstr>Standard</vt:lpwstr>
  </property>
  <property fmtid="{D5CDD505-2E9C-101B-9397-08002B2CF9AE}" pid="5" name="MSIP_Label_831f0267-8575-4fc2-99cc-f6b7f9934be9_Name">
    <vt:lpwstr>831f0267-8575-4fc2-99cc-f6b7f9934be9</vt:lpwstr>
  </property>
  <property fmtid="{D5CDD505-2E9C-101B-9397-08002B2CF9AE}" pid="6" name="MSIP_Label_831f0267-8575-4fc2-99cc-f6b7f9934be9_SiteId">
    <vt:lpwstr>8f3e36ea-8039-4b40-81a7-7dc0599e8645</vt:lpwstr>
  </property>
  <property fmtid="{D5CDD505-2E9C-101B-9397-08002B2CF9AE}" pid="7" name="MSIP_Label_831f0267-8575-4fc2-99cc-f6b7f9934be9_ActionId">
    <vt:lpwstr>8419858e-47ef-4415-98ff-73e00ab96e0c</vt:lpwstr>
  </property>
  <property fmtid="{D5CDD505-2E9C-101B-9397-08002B2CF9AE}" pid="8" name="MSIP_Label_831f0267-8575-4fc2-99cc-f6b7f9934be9_ContentBits">
    <vt:lpwstr>0</vt:lpwstr>
  </property>
  <property fmtid="{D5CDD505-2E9C-101B-9397-08002B2CF9AE}" pid="9" name="MSIP_Label_831f0267-8575-4fc2-99cc-f6b7f9934be9_Tag">
    <vt:lpwstr>10, 3, 0, 1</vt:lpwstr>
  </property>
  <property fmtid="{D5CDD505-2E9C-101B-9397-08002B2CF9AE}" pid="10" name="MediaServiceImageTags">
    <vt:lpwstr/>
  </property>
  <property fmtid="{D5CDD505-2E9C-101B-9397-08002B2CF9AE}" pid="11" name="xd_ProgID">
    <vt:lpwstr/>
  </property>
  <property fmtid="{D5CDD505-2E9C-101B-9397-08002B2CF9AE}" pid="12" name="ContentTypeId">
    <vt:lpwstr>0x01010062C5AB5430BD29468005F138BAADFA30</vt:lpwstr>
  </property>
  <property fmtid="{D5CDD505-2E9C-101B-9397-08002B2CF9AE}" pid="13" name="ComplianceAssetId">
    <vt:lpwstr/>
  </property>
  <property fmtid="{D5CDD505-2E9C-101B-9397-08002B2CF9AE}" pid="14" name="TemplateUrl">
    <vt:lpwstr/>
  </property>
  <property fmtid="{D5CDD505-2E9C-101B-9397-08002B2CF9AE}" pid="15" name="_ExtendedDescription">
    <vt:lpwstr/>
  </property>
  <property fmtid="{D5CDD505-2E9C-101B-9397-08002B2CF9AE}" pid="16" name="TriggerFlowInfo">
    <vt:lpwstr/>
  </property>
  <property fmtid="{D5CDD505-2E9C-101B-9397-08002B2CF9AE}" pid="17" name="Notes">
    <vt:lpwstr/>
  </property>
  <property fmtid="{D5CDD505-2E9C-101B-9397-08002B2CF9AE}" pid="18" name="xd_Signature">
    <vt:bool>false</vt:bool>
  </property>
  <property fmtid="{D5CDD505-2E9C-101B-9397-08002B2CF9AE}" pid="19" name="GUID">
    <vt:lpwstr>b3e3049c-3f7a-4aa7-87c5-fac8467452c9</vt:lpwstr>
  </property>
</Properties>
</file>