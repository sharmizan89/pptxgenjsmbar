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Types>
</file>

<file path=_rels/.rels><?xml version="1.0" encoding="UTF-8" standalone="yes"?>
<Relationships xmlns="http://schemas.openxmlformats.org/package/2006/relationships">
		<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officeDocument/2006/relationships/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customXml" Target="../customXml/item1.xml"/><Relationship Id="rId17" Type="http://schemas.openxmlformats.org/officeDocument/2006/relationships/customXml" Target="../customXml/item2.xml"/><Relationship Id="rId18" Type="http://schemas.openxmlformats.org/officeDocument/2006/relationships/customXml" Target="../customXml/item3.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title slide introduces our comprehensive analysis of generative AI's impact on the workforce. The presentation is based on S&amp;P Global's research findings that challenge the common narrative of mass job displacement. Instead, we'll explore how AI is driving workforce redistribution - creating new opportunities while transforming existing roles. The strategic report designation emphasizes the analytical depth and forward-looking insights we'll provide. Key themes to establish: transformation over elimination, redistribution patterns, and strategic workforce planning implications. This sets the stage for a data-driven exploration of how organizations and workers can navigate the AI-driven future of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provides essential context by establishing where we are today and how historical precedents inform our understanding of AI's impact. The left side focuses on current reality - emphasizing that we're still in early adoption phases, which gives organizations and workers time to prepare. The right side draws parallels to previous technological transitions to help audiences understand this as part of a recognizable pattern rather than an unprecedented threat. Key speaking points should include: the gradual nature of current adoption, the supplementary role AI currently plays, and how historical transitions ultimately created more jobs than they eliminated. This contextual foundation is crucial for the audience to properly interpret the redistribution findings that follow in subsequent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image" Target="../media/image-1001-1.png"/><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image" Target="../media/image-1008-1.png"/><Relationship Id="rId2"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image" Target="../media/image-1009-1.png"/><Relationship Id="rId2"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image" Target="../media/image-1010-1.png"/><Relationship Id="rId2"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image" Target="../media/image-1011-1.png"/><Relationship Id="rId2"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image" Target="../media/image-1012-1.png"/><Relationship Id="rId2"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image" Target="../media/image-1013-1.png"/><Relationship Id="rId2"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image" Target="../media/image-1014-1.png"/><Relationship Id="rId2"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image" Target="../media/image-1016-1.png"/><Relationship Id="rId2"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image" Target="../media/image-1017-1.png"/><Relationship Id="rId2"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image" Target="../media/image-1018-1.png"/><Relationship Id="rId2"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image" Target="../media/image-1020-1.png"/><Relationship Id="rId2"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image" Target="../media/image-1021-1.png"/><Relationship Id="rId2"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image" Target="../media/image-1023-1.png"/><Relationship Id="rId2"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image" Target="../media/image-1024-1.png"/><Relationship Id="rId2"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image" Target="../media/image-1025-1.png"/><Relationship Id="rId2"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image" Target="../media/image-1026-1.png"/><Relationship Id="rId2"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image" Target="../media/image-1028-1.png"/><Relationship Id="rId2"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image" Target="../media/image-1029-1.png"/><Relationship Id="rId2"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image" Target="../media/image-1030-1.png"/><Relationship Id="rId2"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image" Target="../media/image-1032-1.png"/><Relationship Id="rId2"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image" Target="../media/image-1033-1.png"/><Relationship Id="rId2"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image" Target="../media/image-1034-1.png"/><Relationship Id="rId2"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image" Target="../media/image-1035-1.png"/><Relationship Id="rId2"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image" Target="../media/image-1037-1.png"/><Relationship Id="rId2"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image" Target="../media/image-1038-1.png"/><Relationship Id="rId2"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image" Target="../media/image-1039-1.png"/><Relationship Id="rId2"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image" Target="../media/image-1040-1.png"/><Relationship Id="rId2"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image" Target="../media/image-1041-1.png"/><Relationship Id="rId2"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image" Target="../media/image-1043-1.png"/><Relationship Id="rId2"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image" Target="../media/image-1047-1.png"/><Relationship Id="rId2"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image" Target="../media/image-1052-1.png"/><Relationship Id="rId2"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image" Target="../media/image-1053-1.png"/><Relationship Id="rId2"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image" Target="../media/image-1054-1.png"/><Relationship Id="rId2"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image" Target="../media/image-1056-1.png"/><Relationship Id="rId2"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image" Target="../media/image-1057-1.png"/><Relationship Id="rId2"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image" Target="../media/image-1058-1.png"/><Relationship Id="rId2"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image" Target="../media/image-1059-1.png"/><Relationship Id="rId2"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1" Type="http://schemas.openxmlformats.org/officeDocument/2006/relationships/image" Target="../media/image-1066-1.jpeg"/><Relationship Id="rId2" Type="http://schemas.openxmlformats.org/officeDocument/2006/relationships/image" Target="../media/image-1066-2.png"/><Relationship Id="rId3"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Id1" Type="http://schemas.openxmlformats.org/officeDocument/2006/relationships/image" Target="../media/image-1067-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ntent - no subtitle">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4E553B1B-F09C-4BCE-B1ED-5F7876CB7175}"/>
              </a:ext>
            </a:extLst>
          </p:cNvPr>
          <p:cNvSpPr>
            <a:spLocks noGrp="1"/>
          </p:cNvSpPr>
          <p:nvPr>
            <p:ph type="ftr" sz="quarter" idx="18"/>
          </p:nvPr>
        </p:nvSpPr>
        <p:spPr/>
        <p:txBody>
          <a:bodyPr/>
          <a:lstStyle/>
          <a:p>
            <a:r>
              <a:rPr lang="en-US"/>
              <a:t>Section name (optional) / Title / Month 20YY</a:t>
            </a:r>
          </a:p>
        </p:txBody>
      </p:sp>
      <p:sp>
        <p:nvSpPr>
          <p:cNvPr id="6" name="Slide Number Placeholder 5"/>
          <p:cNvSpPr>
            <a:spLocks noGrp="1"/>
          </p:cNvSpPr>
          <p:nvPr>
            <p:ph type="sldNum" sz="quarter" idx="12"/>
          </p:nvPr>
        </p:nvSpPr>
        <p:spPr/>
        <p:txBody>
          <a:bodyPr/>
          <a:lstStyle/>
          <a:p>
            <a:fld id="{5246FB18-5DF1-419A-B975-14AFDDD65B9F}" type="slidenum">
              <a:rPr lang="en-US" smtClean="0"/>
              <a:t>‹#›</a:t>
            </a:fld>
            <a:endParaRPr lang="en-US"/>
          </a:p>
        </p:txBody>
      </p:sp>
      <p:sp>
        <p:nvSpPr>
          <p:cNvPr id="9" name="Title 6">
            <a:extLst>
              <a:ext uri="{FF2B5EF4-FFF2-40B4-BE49-F238E27FC236}">
                <a16:creationId xmlns:a16="http://schemas.microsoft.com/office/drawing/2014/main" id="{25C0A2CC-8C09-4333-9F19-4CE0A59F345F}"/>
              </a:ext>
            </a:extLst>
          </p:cNvPr>
          <p:cNvSpPr>
            <a:spLocks noGrp="1"/>
          </p:cNvSpPr>
          <p:nvPr>
            <p:ph type="title" hasCustomPrompt="1"/>
          </p:nvPr>
        </p:nvSpPr>
        <p:spPr>
          <a:xfrm>
            <a:off x="567040" y="347472"/>
            <a:ext cx="11060912" cy="826477"/>
          </a:xfrm>
        </p:spPr>
        <p:txBody>
          <a:bodyPr/>
          <a:lstStyle/>
          <a:p>
            <a:r>
              <a:rPr lang="en-US"/>
              <a:t>[Headline]</a:t>
            </a:r>
          </a:p>
        </p:txBody>
      </p:sp>
      <p:sp>
        <p:nvSpPr>
          <p:cNvPr id="3" name="Content Placeholder 2">
            <a:extLst>
              <a:ext uri="{FF2B5EF4-FFF2-40B4-BE49-F238E27FC236}">
                <a16:creationId xmlns:a16="http://schemas.microsoft.com/office/drawing/2014/main" id="{6765E0BB-9159-43DF-B78A-D878AD54B307}"/>
              </a:ext>
            </a:extLst>
          </p:cNvPr>
          <p:cNvSpPr>
            <a:spLocks noGrp="1"/>
          </p:cNvSpPr>
          <p:nvPr>
            <p:ph sz="quarter" idx="17" hasCustomPrompt="1"/>
          </p:nvPr>
        </p:nvSpPr>
        <p:spPr>
          <a:xfrm>
            <a:off x="567037" y="1257300"/>
            <a:ext cx="11064240" cy="434340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8" name="Footnote">
            <a:extLst>
              <a:ext uri="{FF2B5EF4-FFF2-40B4-BE49-F238E27FC236}">
                <a16:creationId xmlns:a16="http://schemas.microsoft.com/office/drawing/2014/main" id="{47493D5F-84BF-4940-A104-ECCA1C18969D}"/>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284192476"/>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w/Sub-headline">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93D8889F-920C-4319-AFB6-3C9009C9EE2D}"/>
              </a:ext>
            </a:extLst>
          </p:cNvPr>
          <p:cNvSpPr>
            <a:spLocks noGrp="1"/>
          </p:cNvSpPr>
          <p:nvPr>
            <p:ph type="ftr" sz="quarter" idx="20"/>
          </p:nvPr>
        </p:nvSpPr>
        <p:spPr/>
        <p:txBody>
          <a:bodyPr/>
          <a:lstStyle/>
          <a:p>
            <a:r>
              <a:rPr lang="en-US"/>
              <a:t>Section name (optional) / Title / Month 20YY</a:t>
            </a:r>
          </a:p>
        </p:txBody>
      </p:sp>
      <p:sp>
        <p:nvSpPr>
          <p:cNvPr id="6" name="Slide Number Placeholder 5"/>
          <p:cNvSpPr>
            <a:spLocks noGrp="1"/>
          </p:cNvSpPr>
          <p:nvPr>
            <p:ph type="sldNum" sz="quarter" idx="12"/>
          </p:nvPr>
        </p:nvSpPr>
        <p:spPr/>
        <p:txBody>
          <a:bodyPr/>
          <a:lstStyle/>
          <a:p>
            <a:fld id="{5246FB18-5DF1-419A-B975-14AFDDD65B9F}" type="slidenum">
              <a:rPr lang="en-US" smtClean="0"/>
              <a:t>‹#›</a:t>
            </a:fld>
            <a:endParaRPr lang="en-US"/>
          </a:p>
        </p:txBody>
      </p:sp>
      <p:sp>
        <p:nvSpPr>
          <p:cNvPr id="11" name="Title 6">
            <a:extLst>
              <a:ext uri="{FF2B5EF4-FFF2-40B4-BE49-F238E27FC236}">
                <a16:creationId xmlns:a16="http://schemas.microsoft.com/office/drawing/2014/main" id="{249FEED1-049B-4B90-B377-73CC89853AC3}"/>
              </a:ext>
            </a:extLst>
          </p:cNvPr>
          <p:cNvSpPr>
            <a:spLocks noGrp="1"/>
          </p:cNvSpPr>
          <p:nvPr>
            <p:ph type="title" hasCustomPrompt="1"/>
          </p:nvPr>
        </p:nvSpPr>
        <p:spPr>
          <a:xfrm>
            <a:off x="567039" y="342900"/>
            <a:ext cx="11062709" cy="460551"/>
          </a:xfrm>
        </p:spPr>
        <p:txBody>
          <a:bodyPr/>
          <a:lstStyle/>
          <a:p>
            <a:r>
              <a:rPr lang="en-US"/>
              <a:t>[Headline]</a:t>
            </a:r>
          </a:p>
        </p:txBody>
      </p:sp>
      <p:sp>
        <p:nvSpPr>
          <p:cNvPr id="9" name="Sub-headline">
            <a:extLst>
              <a:ext uri="{FF2B5EF4-FFF2-40B4-BE49-F238E27FC236}">
                <a16:creationId xmlns:a16="http://schemas.microsoft.com/office/drawing/2014/main" id="{43FE0DC3-F312-4660-86BD-A98328F26A4F}"/>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8" name="Content Placeholder 2">
            <a:extLst>
              <a:ext uri="{FF2B5EF4-FFF2-40B4-BE49-F238E27FC236}">
                <a16:creationId xmlns:a16="http://schemas.microsoft.com/office/drawing/2014/main" id="{7715AF6A-0E10-44AB-B296-289FDE3CCF3A}"/>
              </a:ext>
            </a:extLst>
          </p:cNvPr>
          <p:cNvSpPr>
            <a:spLocks noGrp="1"/>
          </p:cNvSpPr>
          <p:nvPr>
            <p:ph sz="quarter" idx="17" hasCustomPrompt="1"/>
          </p:nvPr>
        </p:nvSpPr>
        <p:spPr>
          <a:xfrm>
            <a:off x="563712" y="1257300"/>
            <a:ext cx="11064240" cy="434340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0" name="Footnote">
            <a:extLst>
              <a:ext uri="{FF2B5EF4-FFF2-40B4-BE49-F238E27FC236}">
                <a16:creationId xmlns:a16="http://schemas.microsoft.com/office/drawing/2014/main" id="{9D7D1A86-6C0E-4CB8-9A24-2845A8A33E26}"/>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1676770896"/>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w 2 Line Title and Sub-headline">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5468271-2A9D-4952-80BC-4A10FA385C0C}"/>
              </a:ext>
            </a:extLst>
          </p:cNvPr>
          <p:cNvSpPr>
            <a:spLocks noGrp="1"/>
          </p:cNvSpPr>
          <p:nvPr>
            <p:ph type="ftr" sz="quarter" idx="20"/>
          </p:nvPr>
        </p:nvSpPr>
        <p:spPr/>
        <p:txBody>
          <a:bodyPr/>
          <a:lstStyle/>
          <a:p>
            <a:r>
              <a:rPr lang="en-US"/>
              <a:t>Section name (optional) / Title / Month 20YY</a:t>
            </a:r>
          </a:p>
        </p:txBody>
      </p:sp>
      <p:sp>
        <p:nvSpPr>
          <p:cNvPr id="6" name="Slide Number Placeholder 5"/>
          <p:cNvSpPr>
            <a:spLocks noGrp="1"/>
          </p:cNvSpPr>
          <p:nvPr>
            <p:ph type="sldNum" sz="quarter" idx="12"/>
          </p:nvPr>
        </p:nvSpPr>
        <p:spPr/>
        <p:txBody>
          <a:bodyPr/>
          <a:lstStyle/>
          <a:p>
            <a:fld id="{5246FB18-5DF1-419A-B975-14AFDDD65B9F}" type="slidenum">
              <a:rPr lang="en-US" smtClean="0"/>
              <a:t>‹#›</a:t>
            </a:fld>
            <a:endParaRPr lang="en-US"/>
          </a:p>
        </p:txBody>
      </p:sp>
      <p:sp>
        <p:nvSpPr>
          <p:cNvPr id="7" name="Title 6">
            <a:extLst>
              <a:ext uri="{FF2B5EF4-FFF2-40B4-BE49-F238E27FC236}">
                <a16:creationId xmlns:a16="http://schemas.microsoft.com/office/drawing/2014/main" id="{9F6A52D2-B831-4A7E-B79F-CA60DD5AFA5B}"/>
              </a:ext>
            </a:extLst>
          </p:cNvPr>
          <p:cNvSpPr>
            <a:spLocks noGrp="1"/>
          </p:cNvSpPr>
          <p:nvPr>
            <p:ph type="title" hasCustomPrompt="1"/>
          </p:nvPr>
        </p:nvSpPr>
        <p:spPr>
          <a:xfrm>
            <a:off x="567039" y="342900"/>
            <a:ext cx="11062709" cy="826477"/>
          </a:xfrm>
        </p:spPr>
        <p:txBody>
          <a:bodyPr/>
          <a:lstStyle/>
          <a:p>
            <a:r>
              <a:rPr lang="en-US"/>
              <a:t>[Headline]</a:t>
            </a:r>
          </a:p>
        </p:txBody>
      </p:sp>
      <p:sp>
        <p:nvSpPr>
          <p:cNvPr id="8" name="Sub-headline">
            <a:extLst>
              <a:ext uri="{FF2B5EF4-FFF2-40B4-BE49-F238E27FC236}">
                <a16:creationId xmlns:a16="http://schemas.microsoft.com/office/drawing/2014/main" id="{D212CF22-B0A8-44E6-9016-A098DED0B9DC}"/>
              </a:ext>
            </a:extLst>
          </p:cNvPr>
          <p:cNvSpPr>
            <a:spLocks noGrp="1"/>
          </p:cNvSpPr>
          <p:nvPr>
            <p:ph type="body" sz="quarter" idx="13" hasCustomPrompt="1"/>
          </p:nvPr>
        </p:nvSpPr>
        <p:spPr>
          <a:xfrm>
            <a:off x="567039" y="1262525"/>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11" name="Content Placeholder 2">
            <a:extLst>
              <a:ext uri="{FF2B5EF4-FFF2-40B4-BE49-F238E27FC236}">
                <a16:creationId xmlns:a16="http://schemas.microsoft.com/office/drawing/2014/main" id="{3E5ACEF0-A41E-43CA-95FB-8893A51AFE9C}"/>
              </a:ext>
            </a:extLst>
          </p:cNvPr>
          <p:cNvSpPr>
            <a:spLocks noGrp="1"/>
          </p:cNvSpPr>
          <p:nvPr>
            <p:ph sz="quarter" idx="17" hasCustomPrompt="1"/>
          </p:nvPr>
        </p:nvSpPr>
        <p:spPr>
          <a:xfrm>
            <a:off x="567038" y="1638300"/>
            <a:ext cx="11067749" cy="396240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0" name="Footnote">
            <a:extLst>
              <a:ext uri="{FF2B5EF4-FFF2-40B4-BE49-F238E27FC236}">
                <a16:creationId xmlns:a16="http://schemas.microsoft.com/office/drawing/2014/main" id="{2AC03367-3865-46D6-B5A4-164C77CEC650}"/>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2726644003"/>
      </p:ext>
    </p:extLst>
  </p:cSld>
  <p:clrMapOvr>
    <a:masterClrMapping/>
  </p:clrMapOvr>
  <p:extLst>
    <p:ext uri="{DCECCB84-F9BA-43D5-87BE-67443E8EF086}">
      <p15:sldGuideLst xmlns:p15="http://schemas.microsoft.com/office/powerpoint/2012/main">
        <p15:guide id="1" orient="horz" pos="1032" userDrawn="1">
          <p15:clr>
            <a:srgbClr val="FBAE40"/>
          </p15:clr>
        </p15:guide>
        <p15:guide id="2" orient="horz" pos="3528"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FC2D41B5-9D75-401F-A700-D560FB70E174}"/>
              </a:ext>
            </a:extLst>
          </p:cNvPr>
          <p:cNvSpPr>
            <a:spLocks noGrp="1"/>
          </p:cNvSpPr>
          <p:nvPr>
            <p:ph type="ftr" sz="quarter" idx="22"/>
          </p:nvPr>
        </p:nvSpPr>
        <p:spPr/>
        <p:txBody>
          <a:bodyPr/>
          <a:lstStyle/>
          <a:p>
            <a:r>
              <a:rPr lang="en-US"/>
              <a:t>Section name (optional) / Title / Month 20YY</a:t>
            </a:r>
          </a:p>
        </p:txBody>
      </p:sp>
      <p:sp>
        <p:nvSpPr>
          <p:cNvPr id="7" name="Slide Number Placeholder 6"/>
          <p:cNvSpPr>
            <a:spLocks noGrp="1"/>
          </p:cNvSpPr>
          <p:nvPr>
            <p:ph type="sldNum" sz="quarter" idx="12"/>
          </p:nvPr>
        </p:nvSpPr>
        <p:spPr/>
        <p:txBody>
          <a:bodyPr/>
          <a:lstStyle/>
          <a:p>
            <a:fld id="{5CFA18E4-D58E-4B28-B105-28D9665A8EBC}" type="slidenum">
              <a:rPr lang="en-US" smtClean="0"/>
              <a:t>‹#›</a:t>
            </a:fld>
            <a:endParaRPr lang="en-US"/>
          </a:p>
        </p:txBody>
      </p:sp>
      <p:sp>
        <p:nvSpPr>
          <p:cNvPr id="14" name="Title 6">
            <a:extLst>
              <a:ext uri="{FF2B5EF4-FFF2-40B4-BE49-F238E27FC236}">
                <a16:creationId xmlns:a16="http://schemas.microsoft.com/office/drawing/2014/main" id="{5EA2658C-4D1F-4341-9FB3-AE639A5B7A6D}"/>
              </a:ext>
            </a:extLst>
          </p:cNvPr>
          <p:cNvSpPr>
            <a:spLocks noGrp="1"/>
          </p:cNvSpPr>
          <p:nvPr>
            <p:ph type="title" hasCustomPrompt="1"/>
          </p:nvPr>
        </p:nvSpPr>
        <p:spPr>
          <a:xfrm>
            <a:off x="567039" y="342900"/>
            <a:ext cx="11062709" cy="460551"/>
          </a:xfrm>
        </p:spPr>
        <p:txBody>
          <a:bodyPr/>
          <a:lstStyle/>
          <a:p>
            <a:r>
              <a:rPr lang="en-US"/>
              <a:t>[Headline]</a:t>
            </a:r>
          </a:p>
        </p:txBody>
      </p:sp>
      <p:sp>
        <p:nvSpPr>
          <p:cNvPr id="16" name="Sub-headline">
            <a:extLst>
              <a:ext uri="{FF2B5EF4-FFF2-40B4-BE49-F238E27FC236}">
                <a16:creationId xmlns:a16="http://schemas.microsoft.com/office/drawing/2014/main" id="{E1A85031-5F0D-460E-8199-AA7813EBCC9E}"/>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10" name="Content Placeholder 2">
            <a:extLst>
              <a:ext uri="{FF2B5EF4-FFF2-40B4-BE49-F238E27FC236}">
                <a16:creationId xmlns:a16="http://schemas.microsoft.com/office/drawing/2014/main" id="{8C01F00E-9845-424A-8079-B7849E9BF557}"/>
              </a:ext>
            </a:extLst>
          </p:cNvPr>
          <p:cNvSpPr>
            <a:spLocks noGrp="1"/>
          </p:cNvSpPr>
          <p:nvPr>
            <p:ph sz="quarter" idx="19" hasCustomPrompt="1"/>
          </p:nvPr>
        </p:nvSpPr>
        <p:spPr>
          <a:xfrm>
            <a:off x="567038" y="1257300"/>
            <a:ext cx="5029200" cy="4343398"/>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1" name="Content Placeholder 2">
            <a:extLst>
              <a:ext uri="{FF2B5EF4-FFF2-40B4-BE49-F238E27FC236}">
                <a16:creationId xmlns:a16="http://schemas.microsoft.com/office/drawing/2014/main" id="{4E7C4A77-7AC4-4038-B240-8D9582AC63B0}"/>
              </a:ext>
            </a:extLst>
          </p:cNvPr>
          <p:cNvSpPr>
            <a:spLocks noGrp="1"/>
          </p:cNvSpPr>
          <p:nvPr>
            <p:ph sz="quarter" idx="20" hasCustomPrompt="1"/>
          </p:nvPr>
        </p:nvSpPr>
        <p:spPr>
          <a:xfrm>
            <a:off x="6600547" y="1257300"/>
            <a:ext cx="5029200" cy="434340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2" name="Footnote">
            <a:extLst>
              <a:ext uri="{FF2B5EF4-FFF2-40B4-BE49-F238E27FC236}">
                <a16:creationId xmlns:a16="http://schemas.microsoft.com/office/drawing/2014/main" id="{1265A9EC-4B54-4E71-9950-83F2CC078114}"/>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162773352"/>
      </p:ext>
    </p:extLst>
  </p:cSld>
  <p:clrMapOvr>
    <a:masterClrMapping/>
  </p:clrMapOvr>
  <p:extLst>
    <p:ext uri="{DCECCB84-F9BA-43D5-87BE-67443E8EF086}">
      <p15:sldGuideLst xmlns:p15="http://schemas.microsoft.com/office/powerpoint/2012/main">
        <p15:guide id="3" orient="horz" pos="792" userDrawn="1">
          <p15:clr>
            <a:srgbClr val="FBAE40"/>
          </p15:clr>
        </p15:guide>
        <p15:guide id="4" orient="horz" pos="3528"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Content + Subtitles ">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0D18551D-791B-450D-BD0F-4EEC0603C07D}"/>
              </a:ext>
            </a:extLst>
          </p:cNvPr>
          <p:cNvSpPr>
            <a:spLocks noGrp="1"/>
          </p:cNvSpPr>
          <p:nvPr>
            <p:ph type="ftr" sz="quarter" idx="24"/>
          </p:nvPr>
        </p:nvSpPr>
        <p:spPr/>
        <p:txBody>
          <a:bodyPr/>
          <a:lstStyle/>
          <a:p>
            <a:r>
              <a:rPr lang="en-US"/>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p>
            <a:fld id="{5CFA18E4-D58E-4B28-B105-28D9665A8EBC}" type="slidenum">
              <a:rPr lang="en-US" smtClean="0"/>
              <a:pPr/>
              <a:t>‹#›</a:t>
            </a:fld>
            <a:endParaRPr lang="en-US"/>
          </a:p>
        </p:txBody>
      </p:sp>
      <p:sp>
        <p:nvSpPr>
          <p:cNvPr id="15" name="Title 6">
            <a:extLst>
              <a:ext uri="{FF2B5EF4-FFF2-40B4-BE49-F238E27FC236}">
                <a16:creationId xmlns:a16="http://schemas.microsoft.com/office/drawing/2014/main" id="{58A82081-6A70-4E53-9668-8A704A416147}"/>
              </a:ext>
            </a:extLst>
          </p:cNvPr>
          <p:cNvSpPr>
            <a:spLocks noGrp="1"/>
          </p:cNvSpPr>
          <p:nvPr>
            <p:ph type="title" hasCustomPrompt="1"/>
          </p:nvPr>
        </p:nvSpPr>
        <p:spPr>
          <a:xfrm>
            <a:off x="567039" y="342900"/>
            <a:ext cx="11062709" cy="460551"/>
          </a:xfrm>
        </p:spPr>
        <p:txBody>
          <a:bodyPr/>
          <a:lstStyle/>
          <a:p>
            <a:r>
              <a:rPr lang="en-US"/>
              <a:t>[Headline]</a:t>
            </a:r>
          </a:p>
        </p:txBody>
      </p:sp>
      <p:sp>
        <p:nvSpPr>
          <p:cNvPr id="17" name="Sub-headline">
            <a:extLst>
              <a:ext uri="{FF2B5EF4-FFF2-40B4-BE49-F238E27FC236}">
                <a16:creationId xmlns:a16="http://schemas.microsoft.com/office/drawing/2014/main" id="{EDB95B89-2A33-48DD-AC3B-313AD82CB610}"/>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10" name="Subtitle Left">
            <a:extLst>
              <a:ext uri="{FF2B5EF4-FFF2-40B4-BE49-F238E27FC236}">
                <a16:creationId xmlns:a16="http://schemas.microsoft.com/office/drawing/2014/main" id="{8403981E-786C-4EF9-AF33-61C19C423EFE}"/>
              </a:ext>
            </a:extLst>
          </p:cNvPr>
          <p:cNvSpPr>
            <a:spLocks noGrp="1"/>
          </p:cNvSpPr>
          <p:nvPr>
            <p:ph type="body" sz="quarter" idx="16" hasCustomPrompt="1"/>
          </p:nvPr>
        </p:nvSpPr>
        <p:spPr>
          <a:xfrm>
            <a:off x="567038" y="1273308"/>
            <a:ext cx="5029200" cy="278706"/>
          </a:xfrm>
          <a:prstGeom prst="rect">
            <a:avLst/>
          </a:prstGeom>
        </p:spPr>
        <p:txBody>
          <a:bodyPr anchor="t">
            <a:noAutofit/>
          </a:bodyPr>
          <a:lstStyle>
            <a:lvl1pPr marL="0" indent="0">
              <a:buNone/>
              <a:defRPr sz="1800">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14" name="Content Placeholder 2">
            <a:extLst>
              <a:ext uri="{FF2B5EF4-FFF2-40B4-BE49-F238E27FC236}">
                <a16:creationId xmlns:a16="http://schemas.microsoft.com/office/drawing/2014/main" id="{FD4842E1-8DB4-4D2D-8B37-7306DA8AA400}"/>
              </a:ext>
            </a:extLst>
          </p:cNvPr>
          <p:cNvSpPr>
            <a:spLocks noGrp="1"/>
          </p:cNvSpPr>
          <p:nvPr>
            <p:ph sz="quarter" idx="22" hasCustomPrompt="1"/>
          </p:nvPr>
        </p:nvSpPr>
        <p:spPr>
          <a:xfrm>
            <a:off x="567038" y="1647590"/>
            <a:ext cx="5029200" cy="3915009"/>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1" name="Subtitle Right">
            <a:extLst>
              <a:ext uri="{FF2B5EF4-FFF2-40B4-BE49-F238E27FC236}">
                <a16:creationId xmlns:a16="http://schemas.microsoft.com/office/drawing/2014/main" id="{B61E0577-E2AB-4D15-B857-69F705573C64}"/>
              </a:ext>
            </a:extLst>
          </p:cNvPr>
          <p:cNvSpPr>
            <a:spLocks noGrp="1"/>
          </p:cNvSpPr>
          <p:nvPr>
            <p:ph type="body" sz="quarter" idx="19" hasCustomPrompt="1"/>
          </p:nvPr>
        </p:nvSpPr>
        <p:spPr>
          <a:xfrm>
            <a:off x="6602078" y="1273308"/>
            <a:ext cx="5029200" cy="278706"/>
          </a:xfrm>
          <a:prstGeom prst="rect">
            <a:avLst/>
          </a:prstGeom>
        </p:spPr>
        <p:txBody>
          <a:bodyPr anchor="t">
            <a:noAutofit/>
          </a:bodyPr>
          <a:lstStyle>
            <a:lvl1pPr marL="0" indent="0">
              <a:buNone/>
              <a:defRPr sz="1800">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18" name="Content Placeholder 2">
            <a:extLst>
              <a:ext uri="{FF2B5EF4-FFF2-40B4-BE49-F238E27FC236}">
                <a16:creationId xmlns:a16="http://schemas.microsoft.com/office/drawing/2014/main" id="{66F8253E-1094-4CA9-B5AB-E7D20AD42CF3}"/>
              </a:ext>
            </a:extLst>
          </p:cNvPr>
          <p:cNvSpPr>
            <a:spLocks noGrp="1"/>
          </p:cNvSpPr>
          <p:nvPr>
            <p:ph sz="quarter" idx="20" hasCustomPrompt="1"/>
          </p:nvPr>
        </p:nvSpPr>
        <p:spPr>
          <a:xfrm>
            <a:off x="6602078" y="1647590"/>
            <a:ext cx="5029200" cy="3915011"/>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2" name="Footnote">
            <a:extLst>
              <a:ext uri="{FF2B5EF4-FFF2-40B4-BE49-F238E27FC236}">
                <a16:creationId xmlns:a16="http://schemas.microsoft.com/office/drawing/2014/main" id="{EC8D25E1-630B-4946-B6B3-50E824797772}"/>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1214369420"/>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ntent 4 Columns">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47AD1F87-EF68-4B82-B281-A492E4EB948A}"/>
              </a:ext>
            </a:extLst>
          </p:cNvPr>
          <p:cNvSpPr>
            <a:spLocks noGrp="1"/>
          </p:cNvSpPr>
          <p:nvPr>
            <p:ph type="ftr" sz="quarter" idx="31"/>
          </p:nvPr>
        </p:nvSpPr>
        <p:spPr/>
        <p:txBody>
          <a:bodyPr/>
          <a:lstStyle/>
          <a:p>
            <a:r>
              <a:rPr lang="en-US"/>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p>
            <a:fld id="{5CFA18E4-D58E-4B28-B105-28D9665A8EBC}" type="slidenum">
              <a:rPr lang="en-US" smtClean="0"/>
              <a:pPr/>
              <a:t>‹#›</a:t>
            </a:fld>
            <a:endParaRPr lang="en-US"/>
          </a:p>
        </p:txBody>
      </p:sp>
      <p:sp>
        <p:nvSpPr>
          <p:cNvPr id="35" name="Title 6">
            <a:extLst>
              <a:ext uri="{FF2B5EF4-FFF2-40B4-BE49-F238E27FC236}">
                <a16:creationId xmlns:a16="http://schemas.microsoft.com/office/drawing/2014/main" id="{3DE2B13A-4728-4D28-B252-5AC74A85D744}"/>
              </a:ext>
            </a:extLst>
          </p:cNvPr>
          <p:cNvSpPr>
            <a:spLocks noGrp="1"/>
          </p:cNvSpPr>
          <p:nvPr>
            <p:ph type="title" hasCustomPrompt="1"/>
          </p:nvPr>
        </p:nvSpPr>
        <p:spPr>
          <a:xfrm>
            <a:off x="567039" y="342900"/>
            <a:ext cx="11062709" cy="460551"/>
          </a:xfrm>
        </p:spPr>
        <p:txBody>
          <a:bodyPr/>
          <a:lstStyle/>
          <a:p>
            <a:r>
              <a:rPr lang="en-US"/>
              <a:t>[Headline]</a:t>
            </a:r>
          </a:p>
        </p:txBody>
      </p:sp>
      <p:sp>
        <p:nvSpPr>
          <p:cNvPr id="17" name="Sub-headline">
            <a:extLst>
              <a:ext uri="{FF2B5EF4-FFF2-40B4-BE49-F238E27FC236}">
                <a16:creationId xmlns:a16="http://schemas.microsoft.com/office/drawing/2014/main" id="{2EFAA073-8240-4C6D-8D47-1612D459C33A}"/>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20" name="Subtitle Left">
            <a:extLst>
              <a:ext uri="{FF2B5EF4-FFF2-40B4-BE49-F238E27FC236}">
                <a16:creationId xmlns:a16="http://schemas.microsoft.com/office/drawing/2014/main" id="{1100B900-C5D3-47E6-B07C-F64665097B85}"/>
              </a:ext>
            </a:extLst>
          </p:cNvPr>
          <p:cNvSpPr>
            <a:spLocks noGrp="1"/>
          </p:cNvSpPr>
          <p:nvPr>
            <p:ph type="body" sz="quarter" idx="16" hasCustomPrompt="1"/>
          </p:nvPr>
        </p:nvSpPr>
        <p:spPr>
          <a:xfrm>
            <a:off x="558801" y="1261872"/>
            <a:ext cx="2560320" cy="493776"/>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29" name="Text Placeholder 7">
            <a:extLst>
              <a:ext uri="{FF2B5EF4-FFF2-40B4-BE49-F238E27FC236}">
                <a16:creationId xmlns:a16="http://schemas.microsoft.com/office/drawing/2014/main" id="{C3974BE8-A7E1-4699-8477-65E1DA07C859}"/>
              </a:ext>
            </a:extLst>
          </p:cNvPr>
          <p:cNvSpPr>
            <a:spLocks noGrp="1"/>
          </p:cNvSpPr>
          <p:nvPr>
            <p:ph type="body" sz="quarter" idx="24" hasCustomPrompt="1"/>
          </p:nvPr>
        </p:nvSpPr>
        <p:spPr>
          <a:xfrm>
            <a:off x="558800" y="1803659"/>
            <a:ext cx="2560320" cy="3797041"/>
          </a:xfrm>
          <a:prstGeom prst="rect">
            <a:avLst/>
          </a:prstGeom>
        </p:spPr>
        <p:txBody>
          <a:bodyPr/>
          <a:lstStyle>
            <a:lvl1pPr marL="0" indent="0">
              <a:spcBef>
                <a:spcPts val="0"/>
              </a:spcBef>
              <a:spcAft>
                <a:spcPts val="600"/>
              </a:spcAft>
              <a:buFontTx/>
              <a:buNone/>
              <a:defRPr sz="1600"/>
            </a:lvl1pPr>
            <a:lvl2pPr marL="114300" indent="0">
              <a:spcBef>
                <a:spcPts val="0"/>
              </a:spcBef>
              <a:spcAft>
                <a:spcPts val="600"/>
              </a:spcAft>
              <a:buFontTx/>
              <a:buNone/>
              <a:defRPr sz="1400"/>
            </a:lvl2pPr>
            <a:lvl3pPr>
              <a:defRPr sz="1100"/>
            </a:lvl3pPr>
            <a:lvl4pPr>
              <a:defRPr sz="1050"/>
            </a:lvl4pPr>
            <a:lvl5pPr>
              <a:defRPr sz="1050"/>
            </a:lvl5pPr>
          </a:lstStyle>
          <a:p>
            <a:pPr lvl="0"/>
            <a:r>
              <a:rPr lang="en-US"/>
              <a:t>[Click to add text]</a:t>
            </a:r>
          </a:p>
        </p:txBody>
      </p:sp>
      <p:sp>
        <p:nvSpPr>
          <p:cNvPr id="24" name="Subtitle Left Middle">
            <a:extLst>
              <a:ext uri="{FF2B5EF4-FFF2-40B4-BE49-F238E27FC236}">
                <a16:creationId xmlns:a16="http://schemas.microsoft.com/office/drawing/2014/main" id="{19F653FA-A9BA-497A-A83F-D117941654E1}"/>
              </a:ext>
            </a:extLst>
          </p:cNvPr>
          <p:cNvSpPr>
            <a:spLocks noGrp="1"/>
          </p:cNvSpPr>
          <p:nvPr>
            <p:ph type="body" sz="quarter" idx="17" hasCustomPrompt="1"/>
          </p:nvPr>
        </p:nvSpPr>
        <p:spPr>
          <a:xfrm>
            <a:off x="3395078" y="1261872"/>
            <a:ext cx="2560320" cy="493776"/>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37" name="Text Placeholder 7">
            <a:extLst>
              <a:ext uri="{FF2B5EF4-FFF2-40B4-BE49-F238E27FC236}">
                <a16:creationId xmlns:a16="http://schemas.microsoft.com/office/drawing/2014/main" id="{4A722BFE-0050-4972-B7CE-C4405F024346}"/>
              </a:ext>
            </a:extLst>
          </p:cNvPr>
          <p:cNvSpPr>
            <a:spLocks noGrp="1"/>
          </p:cNvSpPr>
          <p:nvPr>
            <p:ph type="body" sz="quarter" idx="25" hasCustomPrompt="1"/>
          </p:nvPr>
        </p:nvSpPr>
        <p:spPr>
          <a:xfrm>
            <a:off x="3395077" y="1803659"/>
            <a:ext cx="2560320" cy="3797041"/>
          </a:xfrm>
          <a:prstGeom prst="rect">
            <a:avLst/>
          </a:prstGeom>
        </p:spPr>
        <p:txBody>
          <a:bodyPr/>
          <a:lstStyle>
            <a:lvl1pPr marL="0" indent="0">
              <a:spcBef>
                <a:spcPts val="0"/>
              </a:spcBef>
              <a:spcAft>
                <a:spcPts val="600"/>
              </a:spcAft>
              <a:buFontTx/>
              <a:buNone/>
              <a:defRPr sz="1600"/>
            </a:lvl1pPr>
            <a:lvl2pPr marL="114300" indent="0">
              <a:spcBef>
                <a:spcPts val="0"/>
              </a:spcBef>
              <a:spcAft>
                <a:spcPts val="600"/>
              </a:spcAft>
              <a:buFontTx/>
              <a:buNone/>
              <a:defRPr sz="1400"/>
            </a:lvl2pPr>
            <a:lvl3pPr>
              <a:defRPr sz="1100"/>
            </a:lvl3pPr>
            <a:lvl4pPr>
              <a:defRPr sz="1050"/>
            </a:lvl4pPr>
            <a:lvl5pPr>
              <a:defRPr sz="1050"/>
            </a:lvl5pPr>
          </a:lstStyle>
          <a:p>
            <a:pPr lvl="0"/>
            <a:r>
              <a:rPr lang="en-US"/>
              <a:t>[Click to add text]</a:t>
            </a:r>
          </a:p>
        </p:txBody>
      </p:sp>
      <p:sp>
        <p:nvSpPr>
          <p:cNvPr id="26" name="Subtitle Middle">
            <a:extLst>
              <a:ext uri="{FF2B5EF4-FFF2-40B4-BE49-F238E27FC236}">
                <a16:creationId xmlns:a16="http://schemas.microsoft.com/office/drawing/2014/main" id="{C67D1831-D469-4022-AC57-0C8E07B415FD}"/>
              </a:ext>
            </a:extLst>
          </p:cNvPr>
          <p:cNvSpPr>
            <a:spLocks noGrp="1"/>
          </p:cNvSpPr>
          <p:nvPr>
            <p:ph type="body" sz="quarter" idx="19" hasCustomPrompt="1"/>
          </p:nvPr>
        </p:nvSpPr>
        <p:spPr>
          <a:xfrm>
            <a:off x="6231355" y="1261872"/>
            <a:ext cx="2560320" cy="493776"/>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38" name="Text Placeholder 7">
            <a:extLst>
              <a:ext uri="{FF2B5EF4-FFF2-40B4-BE49-F238E27FC236}">
                <a16:creationId xmlns:a16="http://schemas.microsoft.com/office/drawing/2014/main" id="{F6CB5D78-D81A-4133-8C2C-5B5D05482A5B}"/>
              </a:ext>
            </a:extLst>
          </p:cNvPr>
          <p:cNvSpPr>
            <a:spLocks noGrp="1"/>
          </p:cNvSpPr>
          <p:nvPr>
            <p:ph type="body" sz="quarter" idx="26" hasCustomPrompt="1"/>
          </p:nvPr>
        </p:nvSpPr>
        <p:spPr>
          <a:xfrm>
            <a:off x="6231354" y="1803659"/>
            <a:ext cx="2560320" cy="3797041"/>
          </a:xfrm>
          <a:prstGeom prst="rect">
            <a:avLst/>
          </a:prstGeom>
        </p:spPr>
        <p:txBody>
          <a:bodyPr/>
          <a:lstStyle>
            <a:lvl1pPr marL="0" indent="0">
              <a:spcBef>
                <a:spcPts val="0"/>
              </a:spcBef>
              <a:spcAft>
                <a:spcPts val="600"/>
              </a:spcAft>
              <a:buFontTx/>
              <a:buNone/>
              <a:defRPr sz="1600"/>
            </a:lvl1pPr>
            <a:lvl2pPr marL="114300" indent="0">
              <a:spcBef>
                <a:spcPts val="0"/>
              </a:spcBef>
              <a:spcAft>
                <a:spcPts val="600"/>
              </a:spcAft>
              <a:buFontTx/>
              <a:buNone/>
              <a:defRPr sz="1400"/>
            </a:lvl2pPr>
            <a:lvl3pPr>
              <a:defRPr sz="1100"/>
            </a:lvl3pPr>
            <a:lvl4pPr>
              <a:defRPr sz="1050"/>
            </a:lvl4pPr>
            <a:lvl5pPr>
              <a:defRPr sz="1050"/>
            </a:lvl5pPr>
          </a:lstStyle>
          <a:p>
            <a:pPr lvl="0"/>
            <a:r>
              <a:rPr lang="en-US"/>
              <a:t>[Click to add text]</a:t>
            </a:r>
          </a:p>
        </p:txBody>
      </p:sp>
      <p:sp>
        <p:nvSpPr>
          <p:cNvPr id="27" name="Subtitle Right Middle">
            <a:extLst>
              <a:ext uri="{FF2B5EF4-FFF2-40B4-BE49-F238E27FC236}">
                <a16:creationId xmlns:a16="http://schemas.microsoft.com/office/drawing/2014/main" id="{F1585BC4-F61A-4906-BC79-1A13DBBBA0D4}"/>
              </a:ext>
            </a:extLst>
          </p:cNvPr>
          <p:cNvSpPr>
            <a:spLocks noGrp="1"/>
          </p:cNvSpPr>
          <p:nvPr>
            <p:ph type="body" sz="quarter" idx="21" hasCustomPrompt="1"/>
          </p:nvPr>
        </p:nvSpPr>
        <p:spPr>
          <a:xfrm>
            <a:off x="9067631" y="1261872"/>
            <a:ext cx="2560320" cy="493776"/>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39" name="Text Placeholder 7">
            <a:extLst>
              <a:ext uri="{FF2B5EF4-FFF2-40B4-BE49-F238E27FC236}">
                <a16:creationId xmlns:a16="http://schemas.microsoft.com/office/drawing/2014/main" id="{BFCEE010-7658-4DA0-96B4-C7212FD2F4B1}"/>
              </a:ext>
            </a:extLst>
          </p:cNvPr>
          <p:cNvSpPr>
            <a:spLocks noGrp="1"/>
          </p:cNvSpPr>
          <p:nvPr>
            <p:ph type="body" sz="quarter" idx="27" hasCustomPrompt="1"/>
          </p:nvPr>
        </p:nvSpPr>
        <p:spPr>
          <a:xfrm>
            <a:off x="9067631" y="1803659"/>
            <a:ext cx="2560320" cy="3797041"/>
          </a:xfrm>
          <a:prstGeom prst="rect">
            <a:avLst/>
          </a:prstGeom>
        </p:spPr>
        <p:txBody>
          <a:bodyPr/>
          <a:lstStyle>
            <a:lvl1pPr marL="0" indent="0">
              <a:spcBef>
                <a:spcPts val="0"/>
              </a:spcBef>
              <a:spcAft>
                <a:spcPts val="600"/>
              </a:spcAft>
              <a:buFontTx/>
              <a:buNone/>
              <a:defRPr sz="1600"/>
            </a:lvl1pPr>
            <a:lvl2pPr marL="114300" indent="0">
              <a:spcBef>
                <a:spcPts val="0"/>
              </a:spcBef>
              <a:spcAft>
                <a:spcPts val="600"/>
              </a:spcAft>
              <a:buFontTx/>
              <a:buNone/>
              <a:defRPr sz="1400"/>
            </a:lvl2pPr>
            <a:lvl3pPr>
              <a:defRPr sz="1100"/>
            </a:lvl3pPr>
            <a:lvl4pPr>
              <a:defRPr sz="1050"/>
            </a:lvl4pPr>
            <a:lvl5pPr>
              <a:defRPr sz="1050"/>
            </a:lvl5pPr>
          </a:lstStyle>
          <a:p>
            <a:pPr lvl="0"/>
            <a:r>
              <a:rPr lang="en-US"/>
              <a:t>[Click to add text]</a:t>
            </a:r>
          </a:p>
        </p:txBody>
      </p:sp>
      <p:sp>
        <p:nvSpPr>
          <p:cNvPr id="18" name="Footnote">
            <a:extLst>
              <a:ext uri="{FF2B5EF4-FFF2-40B4-BE49-F238E27FC236}">
                <a16:creationId xmlns:a16="http://schemas.microsoft.com/office/drawing/2014/main" id="{ECA1AF56-EBF3-4BA2-BE51-E2712FF6CFCF}"/>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2295911752"/>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 5 Columns">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748C1FB7-A846-4204-8CEA-AC3CFF89BDC9}"/>
              </a:ext>
            </a:extLst>
          </p:cNvPr>
          <p:cNvSpPr>
            <a:spLocks noGrp="1"/>
          </p:cNvSpPr>
          <p:nvPr>
            <p:ph type="ftr" sz="quarter" idx="31"/>
          </p:nvPr>
        </p:nvSpPr>
        <p:spPr/>
        <p:txBody>
          <a:bodyPr/>
          <a:lstStyle/>
          <a:p>
            <a:r>
              <a:rPr lang="en-US"/>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p>
            <a:fld id="{5CFA18E4-D58E-4B28-B105-28D9665A8EBC}" type="slidenum">
              <a:rPr lang="en-US" smtClean="0"/>
              <a:pPr/>
              <a:t>‹#›</a:t>
            </a:fld>
            <a:endParaRPr lang="en-US"/>
          </a:p>
        </p:txBody>
      </p:sp>
      <p:sp>
        <p:nvSpPr>
          <p:cNvPr id="35" name="Title 6">
            <a:extLst>
              <a:ext uri="{FF2B5EF4-FFF2-40B4-BE49-F238E27FC236}">
                <a16:creationId xmlns:a16="http://schemas.microsoft.com/office/drawing/2014/main" id="{3DE2B13A-4728-4D28-B252-5AC74A85D744}"/>
              </a:ext>
            </a:extLst>
          </p:cNvPr>
          <p:cNvSpPr>
            <a:spLocks noGrp="1"/>
          </p:cNvSpPr>
          <p:nvPr>
            <p:ph type="title" hasCustomPrompt="1"/>
          </p:nvPr>
        </p:nvSpPr>
        <p:spPr>
          <a:xfrm>
            <a:off x="567039" y="342900"/>
            <a:ext cx="11062709" cy="460551"/>
          </a:xfrm>
        </p:spPr>
        <p:txBody>
          <a:bodyPr/>
          <a:lstStyle/>
          <a:p>
            <a:r>
              <a:rPr lang="en-US"/>
              <a:t>[Headline]</a:t>
            </a:r>
          </a:p>
        </p:txBody>
      </p:sp>
      <p:sp>
        <p:nvSpPr>
          <p:cNvPr id="19" name="Sub-headline">
            <a:extLst>
              <a:ext uri="{FF2B5EF4-FFF2-40B4-BE49-F238E27FC236}">
                <a16:creationId xmlns:a16="http://schemas.microsoft.com/office/drawing/2014/main" id="{69FB779E-C080-4729-854B-F8289471D6AC}"/>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20" name="Subtitle Left">
            <a:extLst>
              <a:ext uri="{FF2B5EF4-FFF2-40B4-BE49-F238E27FC236}">
                <a16:creationId xmlns:a16="http://schemas.microsoft.com/office/drawing/2014/main" id="{1100B900-C5D3-47E6-B07C-F64665097B85}"/>
              </a:ext>
            </a:extLst>
          </p:cNvPr>
          <p:cNvSpPr>
            <a:spLocks noGrp="1"/>
          </p:cNvSpPr>
          <p:nvPr>
            <p:ph type="body" sz="quarter" idx="16" hasCustomPrompt="1"/>
          </p:nvPr>
        </p:nvSpPr>
        <p:spPr>
          <a:xfrm>
            <a:off x="558801" y="1261872"/>
            <a:ext cx="2038238" cy="493776"/>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29" name="Text Placeholder 7">
            <a:extLst>
              <a:ext uri="{FF2B5EF4-FFF2-40B4-BE49-F238E27FC236}">
                <a16:creationId xmlns:a16="http://schemas.microsoft.com/office/drawing/2014/main" id="{C3974BE8-A7E1-4699-8477-65E1DA07C859}"/>
              </a:ext>
            </a:extLst>
          </p:cNvPr>
          <p:cNvSpPr>
            <a:spLocks noGrp="1"/>
          </p:cNvSpPr>
          <p:nvPr>
            <p:ph type="body" sz="quarter" idx="24" hasCustomPrompt="1"/>
          </p:nvPr>
        </p:nvSpPr>
        <p:spPr>
          <a:xfrm>
            <a:off x="558801" y="1803659"/>
            <a:ext cx="2036233" cy="3797041"/>
          </a:xfrm>
          <a:prstGeom prst="rect">
            <a:avLst/>
          </a:prstGeom>
        </p:spPr>
        <p:txBody>
          <a:bodyPr/>
          <a:lstStyle>
            <a:lvl1pPr marL="0" indent="0">
              <a:spcBef>
                <a:spcPts val="0"/>
              </a:spcBef>
              <a:spcAft>
                <a:spcPts val="600"/>
              </a:spcAft>
              <a:buFontTx/>
              <a:buNone/>
              <a:defRPr sz="1600"/>
            </a:lvl1pPr>
            <a:lvl2pPr marL="114300" indent="0">
              <a:spcBef>
                <a:spcPts val="0"/>
              </a:spcBef>
              <a:spcAft>
                <a:spcPts val="600"/>
              </a:spcAft>
              <a:buFontTx/>
              <a:buNone/>
              <a:defRPr sz="1400"/>
            </a:lvl2pPr>
            <a:lvl3pPr>
              <a:defRPr sz="1100"/>
            </a:lvl3pPr>
            <a:lvl4pPr>
              <a:defRPr sz="1050"/>
            </a:lvl4pPr>
            <a:lvl5pPr>
              <a:defRPr sz="1050"/>
            </a:lvl5pPr>
          </a:lstStyle>
          <a:p>
            <a:pPr lvl="0"/>
            <a:r>
              <a:rPr lang="en-US"/>
              <a:t>[Click to add text]</a:t>
            </a:r>
          </a:p>
        </p:txBody>
      </p:sp>
      <p:sp>
        <p:nvSpPr>
          <p:cNvPr id="24" name="Subtitle Left Middle">
            <a:extLst>
              <a:ext uri="{FF2B5EF4-FFF2-40B4-BE49-F238E27FC236}">
                <a16:creationId xmlns:a16="http://schemas.microsoft.com/office/drawing/2014/main" id="{19F653FA-A9BA-497A-A83F-D117941654E1}"/>
              </a:ext>
            </a:extLst>
          </p:cNvPr>
          <p:cNvSpPr>
            <a:spLocks noGrp="1"/>
          </p:cNvSpPr>
          <p:nvPr>
            <p:ph type="body" sz="quarter" idx="17" hasCustomPrompt="1"/>
          </p:nvPr>
        </p:nvSpPr>
        <p:spPr>
          <a:xfrm>
            <a:off x="2819483" y="1261872"/>
            <a:ext cx="2036064" cy="493776"/>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37" name="Text Placeholder 7">
            <a:extLst>
              <a:ext uri="{FF2B5EF4-FFF2-40B4-BE49-F238E27FC236}">
                <a16:creationId xmlns:a16="http://schemas.microsoft.com/office/drawing/2014/main" id="{4A722BFE-0050-4972-B7CE-C4405F024346}"/>
              </a:ext>
            </a:extLst>
          </p:cNvPr>
          <p:cNvSpPr>
            <a:spLocks noGrp="1"/>
          </p:cNvSpPr>
          <p:nvPr>
            <p:ph type="body" sz="quarter" idx="25" hasCustomPrompt="1"/>
          </p:nvPr>
        </p:nvSpPr>
        <p:spPr>
          <a:xfrm>
            <a:off x="2819314" y="1803659"/>
            <a:ext cx="2036233" cy="3797041"/>
          </a:xfrm>
          <a:prstGeom prst="rect">
            <a:avLst/>
          </a:prstGeom>
        </p:spPr>
        <p:txBody>
          <a:bodyPr/>
          <a:lstStyle>
            <a:lvl1pPr marL="0" indent="0">
              <a:spcBef>
                <a:spcPts val="0"/>
              </a:spcBef>
              <a:spcAft>
                <a:spcPts val="600"/>
              </a:spcAft>
              <a:buFontTx/>
              <a:buNone/>
              <a:defRPr sz="1600"/>
            </a:lvl1pPr>
            <a:lvl2pPr marL="114300" indent="0">
              <a:spcBef>
                <a:spcPts val="0"/>
              </a:spcBef>
              <a:spcAft>
                <a:spcPts val="600"/>
              </a:spcAft>
              <a:buFontTx/>
              <a:buNone/>
              <a:defRPr sz="1400"/>
            </a:lvl2pPr>
            <a:lvl3pPr>
              <a:defRPr sz="1100"/>
            </a:lvl3pPr>
            <a:lvl4pPr>
              <a:defRPr sz="1050"/>
            </a:lvl4pPr>
            <a:lvl5pPr>
              <a:defRPr sz="1050"/>
            </a:lvl5pPr>
          </a:lstStyle>
          <a:p>
            <a:pPr lvl="0"/>
            <a:r>
              <a:rPr lang="en-US"/>
              <a:t>[Click to add text]</a:t>
            </a:r>
          </a:p>
        </p:txBody>
      </p:sp>
      <p:sp>
        <p:nvSpPr>
          <p:cNvPr id="26" name="Subtitle Middle">
            <a:extLst>
              <a:ext uri="{FF2B5EF4-FFF2-40B4-BE49-F238E27FC236}">
                <a16:creationId xmlns:a16="http://schemas.microsoft.com/office/drawing/2014/main" id="{C67D1831-D469-4022-AC57-0C8E07B415FD}"/>
              </a:ext>
            </a:extLst>
          </p:cNvPr>
          <p:cNvSpPr>
            <a:spLocks noGrp="1"/>
          </p:cNvSpPr>
          <p:nvPr>
            <p:ph type="body" sz="quarter" idx="19" hasCustomPrompt="1"/>
          </p:nvPr>
        </p:nvSpPr>
        <p:spPr>
          <a:xfrm>
            <a:off x="5077991" y="1261872"/>
            <a:ext cx="2036064" cy="493776"/>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38" name="Text Placeholder 7">
            <a:extLst>
              <a:ext uri="{FF2B5EF4-FFF2-40B4-BE49-F238E27FC236}">
                <a16:creationId xmlns:a16="http://schemas.microsoft.com/office/drawing/2014/main" id="{F6CB5D78-D81A-4133-8C2C-5B5D05482A5B}"/>
              </a:ext>
            </a:extLst>
          </p:cNvPr>
          <p:cNvSpPr>
            <a:spLocks noGrp="1"/>
          </p:cNvSpPr>
          <p:nvPr>
            <p:ph type="body" sz="quarter" idx="26" hasCustomPrompt="1"/>
          </p:nvPr>
        </p:nvSpPr>
        <p:spPr>
          <a:xfrm>
            <a:off x="5077991" y="1803659"/>
            <a:ext cx="2036233" cy="3797041"/>
          </a:xfrm>
          <a:prstGeom prst="rect">
            <a:avLst/>
          </a:prstGeom>
        </p:spPr>
        <p:txBody>
          <a:bodyPr/>
          <a:lstStyle>
            <a:lvl1pPr marL="0" indent="0">
              <a:spcBef>
                <a:spcPts val="0"/>
              </a:spcBef>
              <a:spcAft>
                <a:spcPts val="600"/>
              </a:spcAft>
              <a:buFontTx/>
              <a:buNone/>
              <a:defRPr sz="1600"/>
            </a:lvl1pPr>
            <a:lvl2pPr marL="114300" indent="0">
              <a:spcBef>
                <a:spcPts val="0"/>
              </a:spcBef>
              <a:spcAft>
                <a:spcPts val="600"/>
              </a:spcAft>
              <a:buFontTx/>
              <a:buNone/>
              <a:defRPr sz="1400"/>
            </a:lvl2pPr>
            <a:lvl3pPr>
              <a:defRPr sz="1100"/>
            </a:lvl3pPr>
            <a:lvl4pPr>
              <a:defRPr sz="1050"/>
            </a:lvl4pPr>
            <a:lvl5pPr>
              <a:defRPr sz="1050"/>
            </a:lvl5pPr>
          </a:lstStyle>
          <a:p>
            <a:pPr lvl="0"/>
            <a:r>
              <a:rPr lang="en-US"/>
              <a:t>[Click to add text]</a:t>
            </a:r>
          </a:p>
        </p:txBody>
      </p:sp>
      <p:sp>
        <p:nvSpPr>
          <p:cNvPr id="27" name="Subtitle Right Middle">
            <a:extLst>
              <a:ext uri="{FF2B5EF4-FFF2-40B4-BE49-F238E27FC236}">
                <a16:creationId xmlns:a16="http://schemas.microsoft.com/office/drawing/2014/main" id="{F1585BC4-F61A-4906-BC79-1A13DBBBA0D4}"/>
              </a:ext>
            </a:extLst>
          </p:cNvPr>
          <p:cNvSpPr>
            <a:spLocks noGrp="1"/>
          </p:cNvSpPr>
          <p:nvPr>
            <p:ph type="body" sz="quarter" idx="21" hasCustomPrompt="1"/>
          </p:nvPr>
        </p:nvSpPr>
        <p:spPr>
          <a:xfrm>
            <a:off x="7336499" y="1261872"/>
            <a:ext cx="2036064" cy="493776"/>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39" name="Text Placeholder 7">
            <a:extLst>
              <a:ext uri="{FF2B5EF4-FFF2-40B4-BE49-F238E27FC236}">
                <a16:creationId xmlns:a16="http://schemas.microsoft.com/office/drawing/2014/main" id="{BFCEE010-7658-4DA0-96B4-C7212FD2F4B1}"/>
              </a:ext>
            </a:extLst>
          </p:cNvPr>
          <p:cNvSpPr>
            <a:spLocks noGrp="1"/>
          </p:cNvSpPr>
          <p:nvPr>
            <p:ph type="body" sz="quarter" idx="27" hasCustomPrompt="1"/>
          </p:nvPr>
        </p:nvSpPr>
        <p:spPr>
          <a:xfrm>
            <a:off x="7338504" y="1803659"/>
            <a:ext cx="2036233" cy="3797041"/>
          </a:xfrm>
          <a:prstGeom prst="rect">
            <a:avLst/>
          </a:prstGeom>
        </p:spPr>
        <p:txBody>
          <a:bodyPr/>
          <a:lstStyle>
            <a:lvl1pPr marL="0" indent="0">
              <a:spcBef>
                <a:spcPts val="0"/>
              </a:spcBef>
              <a:spcAft>
                <a:spcPts val="600"/>
              </a:spcAft>
              <a:buFontTx/>
              <a:buNone/>
              <a:defRPr sz="1600"/>
            </a:lvl1pPr>
            <a:lvl2pPr marL="114300" indent="0">
              <a:spcBef>
                <a:spcPts val="0"/>
              </a:spcBef>
              <a:spcAft>
                <a:spcPts val="600"/>
              </a:spcAft>
              <a:buFontTx/>
              <a:buNone/>
              <a:defRPr sz="1400"/>
            </a:lvl2pPr>
            <a:lvl3pPr>
              <a:defRPr sz="1100"/>
            </a:lvl3pPr>
            <a:lvl4pPr>
              <a:defRPr sz="1050"/>
            </a:lvl4pPr>
            <a:lvl5pPr>
              <a:defRPr sz="1050"/>
            </a:lvl5pPr>
          </a:lstStyle>
          <a:p>
            <a:pPr lvl="0"/>
            <a:r>
              <a:rPr lang="en-US"/>
              <a:t>[Click to add text]</a:t>
            </a:r>
          </a:p>
        </p:txBody>
      </p:sp>
      <p:sp>
        <p:nvSpPr>
          <p:cNvPr id="28" name="Subtitle Right">
            <a:extLst>
              <a:ext uri="{FF2B5EF4-FFF2-40B4-BE49-F238E27FC236}">
                <a16:creationId xmlns:a16="http://schemas.microsoft.com/office/drawing/2014/main" id="{C4963B24-E3E6-4DAA-8C97-B00492206191}"/>
              </a:ext>
            </a:extLst>
          </p:cNvPr>
          <p:cNvSpPr>
            <a:spLocks noGrp="1"/>
          </p:cNvSpPr>
          <p:nvPr>
            <p:ph type="body" sz="quarter" idx="23" hasCustomPrompt="1"/>
          </p:nvPr>
        </p:nvSpPr>
        <p:spPr>
          <a:xfrm>
            <a:off x="9595009" y="1261872"/>
            <a:ext cx="2036064" cy="493776"/>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40" name="Text Placeholder 7">
            <a:extLst>
              <a:ext uri="{FF2B5EF4-FFF2-40B4-BE49-F238E27FC236}">
                <a16:creationId xmlns:a16="http://schemas.microsoft.com/office/drawing/2014/main" id="{ED2680F6-9FB0-4C12-942B-F6C0798EDF72}"/>
              </a:ext>
            </a:extLst>
          </p:cNvPr>
          <p:cNvSpPr>
            <a:spLocks noGrp="1"/>
          </p:cNvSpPr>
          <p:nvPr>
            <p:ph type="body" sz="quarter" idx="28" hasCustomPrompt="1"/>
          </p:nvPr>
        </p:nvSpPr>
        <p:spPr>
          <a:xfrm>
            <a:off x="9591718" y="1803659"/>
            <a:ext cx="2036233" cy="3797041"/>
          </a:xfrm>
          <a:prstGeom prst="rect">
            <a:avLst/>
          </a:prstGeom>
        </p:spPr>
        <p:txBody>
          <a:bodyPr/>
          <a:lstStyle>
            <a:lvl1pPr marL="0" indent="0">
              <a:spcBef>
                <a:spcPts val="0"/>
              </a:spcBef>
              <a:spcAft>
                <a:spcPts val="600"/>
              </a:spcAft>
              <a:buFontTx/>
              <a:buNone/>
              <a:defRPr sz="1600"/>
            </a:lvl1pPr>
            <a:lvl2pPr marL="114300" indent="0">
              <a:spcBef>
                <a:spcPts val="0"/>
              </a:spcBef>
              <a:spcAft>
                <a:spcPts val="600"/>
              </a:spcAft>
              <a:buFontTx/>
              <a:buNone/>
              <a:defRPr sz="1400"/>
            </a:lvl2pPr>
            <a:lvl3pPr>
              <a:defRPr sz="1100"/>
            </a:lvl3pPr>
            <a:lvl4pPr>
              <a:defRPr sz="1050"/>
            </a:lvl4pPr>
            <a:lvl5pPr>
              <a:defRPr sz="1050"/>
            </a:lvl5pPr>
          </a:lstStyle>
          <a:p>
            <a:pPr lvl="0"/>
            <a:r>
              <a:rPr lang="en-US"/>
              <a:t>[Click to add text]</a:t>
            </a:r>
          </a:p>
        </p:txBody>
      </p:sp>
      <p:sp>
        <p:nvSpPr>
          <p:cNvPr id="21" name="Footnote">
            <a:extLst>
              <a:ext uri="{FF2B5EF4-FFF2-40B4-BE49-F238E27FC236}">
                <a16:creationId xmlns:a16="http://schemas.microsoft.com/office/drawing/2014/main" id="{3C5A0243-A327-433A-9F14-332E3492906F}"/>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1593922120"/>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 with Sidebar">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1B39D5CE-25C4-4159-ADD6-CA00C1A2DD0E}"/>
              </a:ext>
            </a:extLst>
          </p:cNvPr>
          <p:cNvSpPr>
            <a:spLocks noGrp="1"/>
          </p:cNvSpPr>
          <p:nvPr>
            <p:ph type="ftr" sz="quarter" idx="23"/>
          </p:nvPr>
        </p:nvSpPr>
        <p:spPr/>
        <p:txBody>
          <a:bodyPr/>
          <a:lstStyle/>
          <a:p>
            <a:r>
              <a:rPr lang="en-US"/>
              <a:t>Section name (optional) / Title / Month 20YY</a:t>
            </a:r>
          </a:p>
        </p:txBody>
      </p:sp>
      <p:sp>
        <p:nvSpPr>
          <p:cNvPr id="7" name="Slide Number Placeholder 6"/>
          <p:cNvSpPr>
            <a:spLocks noGrp="1"/>
          </p:cNvSpPr>
          <p:nvPr>
            <p:ph type="sldNum" sz="quarter" idx="12"/>
          </p:nvPr>
        </p:nvSpPr>
        <p:spPr/>
        <p:txBody>
          <a:bodyPr/>
          <a:lstStyle/>
          <a:p>
            <a:fld id="{5CFA18E4-D58E-4B28-B105-28D9665A8EBC}" type="slidenum">
              <a:rPr lang="en-US" smtClean="0"/>
              <a:t>‹#›</a:t>
            </a:fld>
            <a:endParaRPr lang="en-US"/>
          </a:p>
        </p:txBody>
      </p:sp>
      <p:sp>
        <p:nvSpPr>
          <p:cNvPr id="13" name="Title 6">
            <a:extLst>
              <a:ext uri="{FF2B5EF4-FFF2-40B4-BE49-F238E27FC236}">
                <a16:creationId xmlns:a16="http://schemas.microsoft.com/office/drawing/2014/main" id="{42742681-C1B5-4850-A0DD-35CAA74ED1B9}"/>
              </a:ext>
            </a:extLst>
          </p:cNvPr>
          <p:cNvSpPr>
            <a:spLocks noGrp="1"/>
          </p:cNvSpPr>
          <p:nvPr>
            <p:ph type="title" hasCustomPrompt="1"/>
          </p:nvPr>
        </p:nvSpPr>
        <p:spPr>
          <a:xfrm>
            <a:off x="567039" y="342900"/>
            <a:ext cx="11062709" cy="460551"/>
          </a:xfrm>
        </p:spPr>
        <p:txBody>
          <a:bodyPr/>
          <a:lstStyle/>
          <a:p>
            <a:r>
              <a:rPr lang="en-US"/>
              <a:t>[Headline]</a:t>
            </a:r>
          </a:p>
        </p:txBody>
      </p:sp>
      <p:sp>
        <p:nvSpPr>
          <p:cNvPr id="15" name="Sub-headline">
            <a:extLst>
              <a:ext uri="{FF2B5EF4-FFF2-40B4-BE49-F238E27FC236}">
                <a16:creationId xmlns:a16="http://schemas.microsoft.com/office/drawing/2014/main" id="{ECA76DEA-E03A-418D-B5EF-41D0803AF4A9}"/>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9" name="Content Placeholder 2">
            <a:extLst>
              <a:ext uri="{FF2B5EF4-FFF2-40B4-BE49-F238E27FC236}">
                <a16:creationId xmlns:a16="http://schemas.microsoft.com/office/drawing/2014/main" id="{451C7B44-767D-4CAD-B04D-4A671173B7DD}"/>
              </a:ext>
            </a:extLst>
          </p:cNvPr>
          <p:cNvSpPr>
            <a:spLocks noGrp="1"/>
          </p:cNvSpPr>
          <p:nvPr>
            <p:ph sz="quarter" idx="22" hasCustomPrompt="1"/>
          </p:nvPr>
        </p:nvSpPr>
        <p:spPr>
          <a:xfrm>
            <a:off x="567038" y="1261872"/>
            <a:ext cx="7315200" cy="4338828"/>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hasCustomPrompt="1"/>
          </p:nvPr>
        </p:nvSpPr>
        <p:spPr>
          <a:xfrm>
            <a:off x="8391525" y="1261872"/>
            <a:ext cx="3238224" cy="4338828"/>
          </a:xfrm>
          <a:prstGeom prst="rect">
            <a:avLst/>
          </a:prstGeom>
        </p:spPr>
        <p:txBody>
          <a:bodyPr anchor="t">
            <a:normAutofit/>
          </a:bodyPr>
          <a:lstStyle>
            <a:lvl1pPr marL="0" indent="0">
              <a:buNone/>
              <a:defRPr sz="1600">
                <a:latin typeface="+mn-lt"/>
                <a:cs typeface="+mj-cs"/>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marL="0" marR="0" lvl="0" indent="0" algn="l" defTabSz="9144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US"/>
              <a:t>[Sidebar: </a:t>
            </a:r>
            <a:r>
              <a:rPr lang="en-US" sz="1600" b="0" i="0">
                <a:solidFill>
                  <a:schemeClr val="tx1"/>
                </a:solidFill>
                <a:effectLst/>
                <a:latin typeface="arial" panose="020B0604020202020204" pitchFamily="34" charset="0"/>
              </a:rPr>
              <a:t>A short article placed alongside a main article and containing additional or explanatory material</a:t>
            </a:r>
            <a:r>
              <a:rPr lang="en-US"/>
              <a:t>]</a:t>
            </a:r>
          </a:p>
        </p:txBody>
      </p:sp>
      <p:sp>
        <p:nvSpPr>
          <p:cNvPr id="11" name="Footnote">
            <a:extLst>
              <a:ext uri="{FF2B5EF4-FFF2-40B4-BE49-F238E27FC236}">
                <a16:creationId xmlns:a16="http://schemas.microsoft.com/office/drawing/2014/main" id="{0CEB134A-D831-4DCA-9EA7-071F02467220}"/>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4124047983"/>
      </p:ext>
    </p:extLst>
  </p:cSld>
  <p:clrMapOvr>
    <a:masterClrMapping/>
  </p:clrMapOvr>
  <p:extLst>
    <p:ext uri="{DCECCB84-F9BA-43D5-87BE-67443E8EF086}">
      <p15:sldGuideLst xmlns:p15="http://schemas.microsoft.com/office/powerpoint/2012/main">
        <p15:guide id="4" orient="horz" pos="792" userDrawn="1">
          <p15:clr>
            <a:srgbClr val="FBAE40"/>
          </p15:clr>
        </p15:guide>
        <p15:guide id="5" orient="horz" pos="3528"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3CFD3640-0B0A-4CDD-9EEF-F7EBC909605E}"/>
              </a:ext>
            </a:extLst>
          </p:cNvPr>
          <p:cNvSpPr>
            <a:spLocks noGrp="1"/>
          </p:cNvSpPr>
          <p:nvPr>
            <p:ph type="ftr" sz="quarter" idx="20"/>
          </p:nvPr>
        </p:nvSpPr>
        <p:spPr/>
        <p:txBody>
          <a:bodyPr/>
          <a:lstStyle/>
          <a:p>
            <a:r>
              <a:rPr lang="en-US"/>
              <a:t>Section name (optional) / Title / Month 20YY</a:t>
            </a:r>
          </a:p>
        </p:txBody>
      </p:sp>
      <p:sp>
        <p:nvSpPr>
          <p:cNvPr id="5" name="Slide Number Placeholder 4"/>
          <p:cNvSpPr>
            <a:spLocks noGrp="1"/>
          </p:cNvSpPr>
          <p:nvPr>
            <p:ph type="sldNum" sz="quarter" idx="12"/>
          </p:nvPr>
        </p:nvSpPr>
        <p:spPr/>
        <p:txBody>
          <a:bodyPr/>
          <a:lstStyle/>
          <a:p>
            <a:fld id="{5246FB18-5DF1-419A-B975-14AFDDD65B9F}" type="slidenum">
              <a:rPr lang="en-US" smtClean="0"/>
              <a:t>‹#›</a:t>
            </a:fld>
            <a:endParaRPr lang="en-US"/>
          </a:p>
        </p:txBody>
      </p:sp>
      <p:sp>
        <p:nvSpPr>
          <p:cNvPr id="7" name="Title 6">
            <a:extLst>
              <a:ext uri="{FF2B5EF4-FFF2-40B4-BE49-F238E27FC236}">
                <a16:creationId xmlns:a16="http://schemas.microsoft.com/office/drawing/2014/main" id="{80A99D0A-2C2D-4F5C-9C1C-40CBA421CC3A}"/>
              </a:ext>
            </a:extLst>
          </p:cNvPr>
          <p:cNvSpPr>
            <a:spLocks noGrp="1"/>
          </p:cNvSpPr>
          <p:nvPr>
            <p:ph type="title" hasCustomPrompt="1"/>
          </p:nvPr>
        </p:nvSpPr>
        <p:spPr>
          <a:xfrm>
            <a:off x="566928" y="342900"/>
            <a:ext cx="11072535" cy="460551"/>
          </a:xfrm>
        </p:spPr>
        <p:txBody>
          <a:bodyPr/>
          <a:lstStyle/>
          <a:p>
            <a:r>
              <a:rPr lang="en-US"/>
              <a:t>[Headline]</a:t>
            </a:r>
          </a:p>
        </p:txBody>
      </p:sp>
      <p:sp>
        <p:nvSpPr>
          <p:cNvPr id="11" name="Sub-headline">
            <a:extLst>
              <a:ext uri="{FF2B5EF4-FFF2-40B4-BE49-F238E27FC236}">
                <a16:creationId xmlns:a16="http://schemas.microsoft.com/office/drawing/2014/main" id="{672251B6-50E4-45A2-8538-B97AD5A6412A}"/>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10" name="Footnote">
            <a:extLst>
              <a:ext uri="{FF2B5EF4-FFF2-40B4-BE49-F238E27FC236}">
                <a16:creationId xmlns:a16="http://schemas.microsoft.com/office/drawing/2014/main" id="{73058647-5721-485D-B7D3-C4E40BA29879}"/>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281054219"/>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F565545F-A45B-415E-A056-8F885CBEF48A}"/>
              </a:ext>
            </a:extLst>
          </p:cNvPr>
          <p:cNvSpPr>
            <a:spLocks noGrp="1"/>
          </p:cNvSpPr>
          <p:nvPr>
            <p:ph type="ftr" sz="quarter" idx="20"/>
          </p:nvPr>
        </p:nvSpPr>
        <p:spPr/>
        <p:txBody>
          <a:bodyPr/>
          <a:lstStyle/>
          <a:p>
            <a:r>
              <a:rPr lang="en-US"/>
              <a:t>Section name (optional) / Title / Month 20YY</a:t>
            </a:r>
          </a:p>
        </p:txBody>
      </p:sp>
      <p:sp>
        <p:nvSpPr>
          <p:cNvPr id="4" name="Slide Number Placeholder 3"/>
          <p:cNvSpPr>
            <a:spLocks noGrp="1"/>
          </p:cNvSpPr>
          <p:nvPr>
            <p:ph type="sldNum" sz="quarter" idx="12"/>
          </p:nvPr>
        </p:nvSpPr>
        <p:spPr/>
        <p:txBody>
          <a:bodyPr/>
          <a:lstStyle/>
          <a:p>
            <a:fld id="{5CFA18E4-D58E-4B28-B105-28D9665A8EBC}" type="slidenum">
              <a:rPr lang="en-US" smtClean="0"/>
              <a:t>‹#›</a:t>
            </a:fld>
            <a:endParaRPr lang="en-US"/>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355909983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ntent + Image/Icon">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533AD3F0-575D-4B1E-8B9F-7FAAA4AFFB13}"/>
              </a:ext>
              <a:ext uri="{C183D7F6-B498-43B3-948B-1728B52AA6E4}">
                <adec:decorative xmlns:adec="http://schemas.microsoft.com/office/drawing/2017/decorative" val="1"/>
              </a:ext>
            </a:extLst>
          </p:cNvPr>
          <p:cNvSpPr/>
          <p:nvPr userDrawn="1"/>
        </p:nvSpPr>
        <p:spPr bwMode="white">
          <a:xfrm>
            <a:off x="6096000" y="0"/>
            <a:ext cx="6096000"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Footer Placeholder 1">
            <a:extLst>
              <a:ext uri="{FF2B5EF4-FFF2-40B4-BE49-F238E27FC236}">
                <a16:creationId xmlns:a16="http://schemas.microsoft.com/office/drawing/2014/main" id="{F9E02ADF-333C-4936-930B-5ADB127FBBBF}"/>
              </a:ext>
            </a:extLst>
          </p:cNvPr>
          <p:cNvSpPr>
            <a:spLocks noGrp="1"/>
          </p:cNvSpPr>
          <p:nvPr>
            <p:ph type="ftr" sz="quarter" idx="24"/>
          </p:nvPr>
        </p:nvSpPr>
        <p:spPr/>
        <p:txBody>
          <a:bodyPr/>
          <a:lstStyle/>
          <a:p>
            <a:r>
              <a:rPr lang="en-US"/>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lvl1pPr>
              <a:defRPr>
                <a:solidFill>
                  <a:schemeClr val="tx1"/>
                </a:solidFill>
              </a:defRPr>
            </a:lvl1pPr>
          </a:lstStyle>
          <a:p>
            <a:fld id="{5CFA18E4-D58E-4B28-B105-28D9665A8EBC}" type="slidenum">
              <a:rPr lang="en-US" smtClean="0"/>
              <a:pPr/>
              <a:t>‹#›</a:t>
            </a:fld>
            <a:endParaRPr lang="en-US"/>
          </a:p>
        </p:txBody>
      </p:sp>
      <p:sp>
        <p:nvSpPr>
          <p:cNvPr id="18" name="Title 6">
            <a:extLst>
              <a:ext uri="{FF2B5EF4-FFF2-40B4-BE49-F238E27FC236}">
                <a16:creationId xmlns:a16="http://schemas.microsoft.com/office/drawing/2014/main" id="{ACC3B94F-8B4A-4229-A4CB-D9FFAF4DB876}"/>
              </a:ext>
            </a:extLst>
          </p:cNvPr>
          <p:cNvSpPr>
            <a:spLocks noGrp="1"/>
          </p:cNvSpPr>
          <p:nvPr>
            <p:ph type="title" hasCustomPrompt="1"/>
          </p:nvPr>
        </p:nvSpPr>
        <p:spPr>
          <a:xfrm>
            <a:off x="567039" y="342900"/>
            <a:ext cx="5029200" cy="460551"/>
          </a:xfrm>
        </p:spPr>
        <p:txBody>
          <a:bodyPr/>
          <a:lstStyle>
            <a:lvl1pPr>
              <a:defRPr>
                <a:solidFill>
                  <a:schemeClr val="tx1"/>
                </a:solidFill>
              </a:defRPr>
            </a:lvl1pPr>
          </a:lstStyle>
          <a:p>
            <a:r>
              <a:rPr lang="en-US"/>
              <a:t>[Headline]</a:t>
            </a:r>
          </a:p>
        </p:txBody>
      </p:sp>
      <p:sp>
        <p:nvSpPr>
          <p:cNvPr id="17" name="Sub-headline">
            <a:extLst>
              <a:ext uri="{FF2B5EF4-FFF2-40B4-BE49-F238E27FC236}">
                <a16:creationId xmlns:a16="http://schemas.microsoft.com/office/drawing/2014/main" id="{008DE19F-5F33-4A28-BF51-238AF8073CC0}"/>
              </a:ext>
            </a:extLst>
          </p:cNvPr>
          <p:cNvSpPr>
            <a:spLocks noGrp="1"/>
          </p:cNvSpPr>
          <p:nvPr>
            <p:ph type="body" sz="quarter" idx="18" hasCustomPrompt="1"/>
          </p:nvPr>
        </p:nvSpPr>
        <p:spPr>
          <a:xfrm>
            <a:off x="567038" y="899026"/>
            <a:ext cx="5029200" cy="278706"/>
          </a:xfrm>
          <a:prstGeom prst="rect">
            <a:avLst/>
          </a:prstGeom>
        </p:spPr>
        <p:txBody>
          <a:bodyPr/>
          <a:lstStyle>
            <a:lvl1pPr marL="0" indent="0">
              <a:buNone/>
              <a:defRPr sz="1800" b="0">
                <a:solidFill>
                  <a:schemeClr val="tx1"/>
                </a:solidFill>
                <a:latin typeface="+mn-lt"/>
              </a:defRPr>
            </a:lvl1pPr>
            <a:lvl2pPr marL="169863" indent="0">
              <a:buNone/>
              <a:defRPr/>
            </a:lvl2pPr>
          </a:lstStyle>
          <a:p>
            <a:pPr lvl="0"/>
            <a:r>
              <a:rPr lang="en-US"/>
              <a:t>[Sub-headline]</a:t>
            </a:r>
          </a:p>
        </p:txBody>
      </p:sp>
      <p:sp>
        <p:nvSpPr>
          <p:cNvPr id="12" name="Content Placeholder 2">
            <a:extLst>
              <a:ext uri="{FF2B5EF4-FFF2-40B4-BE49-F238E27FC236}">
                <a16:creationId xmlns:a16="http://schemas.microsoft.com/office/drawing/2014/main" id="{CA01EFD8-ABD4-4ED2-8406-0FD82407E703}"/>
              </a:ext>
            </a:extLst>
          </p:cNvPr>
          <p:cNvSpPr>
            <a:spLocks noGrp="1"/>
          </p:cNvSpPr>
          <p:nvPr>
            <p:ph sz="quarter" idx="23" hasCustomPrompt="1"/>
          </p:nvPr>
        </p:nvSpPr>
        <p:spPr>
          <a:xfrm>
            <a:off x="567038" y="1261872"/>
            <a:ext cx="5029200" cy="4343400"/>
          </a:xfrm>
        </p:spPr>
        <p:txBody>
          <a:bodyPr/>
          <a:lstStyle>
            <a:lvl1pPr marL="0" indent="0">
              <a:buNone/>
              <a:defRPr/>
            </a:lvl1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9" name="Footnote">
            <a:extLst>
              <a:ext uri="{FF2B5EF4-FFF2-40B4-BE49-F238E27FC236}">
                <a16:creationId xmlns:a16="http://schemas.microsoft.com/office/drawing/2014/main" id="{EB7E34AC-0B79-4BA4-B779-779BE3515BE6}"/>
              </a:ext>
            </a:extLst>
          </p:cNvPr>
          <p:cNvSpPr>
            <a:spLocks noGrp="1"/>
          </p:cNvSpPr>
          <p:nvPr>
            <p:ph type="body" sz="quarter" idx="15" hasCustomPrompt="1"/>
          </p:nvPr>
        </p:nvSpPr>
        <p:spPr>
          <a:xfrm>
            <a:off x="567039" y="5696189"/>
            <a:ext cx="5029200"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sp>
        <p:nvSpPr>
          <p:cNvPr id="16" name="Rectangle 15">
            <a:extLst>
              <a:ext uri="{FF2B5EF4-FFF2-40B4-BE49-F238E27FC236}">
                <a16:creationId xmlns:a16="http://schemas.microsoft.com/office/drawing/2014/main" id="{32384162-1D1B-432E-8861-113BBFC1F407}"/>
              </a:ext>
              <a:ext uri="{C183D7F6-B498-43B3-948B-1728B52AA6E4}">
                <adec:decorative xmlns:adec="http://schemas.microsoft.com/office/drawing/2017/decorative" val="1"/>
              </a:ext>
            </a:extLst>
          </p:cNvPr>
          <p:cNvSpPr/>
          <p:nvPr userDrawn="1"/>
        </p:nvSpPr>
        <p:spPr>
          <a:xfrm>
            <a:off x="5272088" y="6575649"/>
            <a:ext cx="6129126" cy="200055"/>
          </a:xfrm>
          <a:prstGeom prst="rect">
            <a:avLst/>
          </a:prstGeom>
        </p:spPr>
        <p:txBody>
          <a:bodyPr wrap="square" anchor="b">
            <a:spAutoFit/>
          </a:bodyPr>
          <a:lstStyle/>
          <a:p>
            <a:pPr algn="r"/>
            <a:r>
              <a:rPr lang="en-US" sz="700">
                <a:latin typeface="+mn-lt"/>
              </a:rPr>
              <a:t>© 2026 S&amp;P Global.</a:t>
            </a:r>
          </a:p>
        </p:txBody>
      </p:sp>
      <p:sp>
        <p:nvSpPr>
          <p:cNvPr id="7" name="Picture Placeholder 6">
            <a:extLst>
              <a:ext uri="{FF2B5EF4-FFF2-40B4-BE49-F238E27FC236}">
                <a16:creationId xmlns:a16="http://schemas.microsoft.com/office/drawing/2014/main" id="{4F90018B-6ACC-43FE-9482-22D4B889F599}"/>
              </a:ext>
            </a:extLst>
          </p:cNvPr>
          <p:cNvSpPr>
            <a:spLocks noGrp="1"/>
          </p:cNvSpPr>
          <p:nvPr>
            <p:ph type="pic" sz="quarter" idx="17" hasCustomPrompt="1"/>
          </p:nvPr>
        </p:nvSpPr>
        <p:spPr>
          <a:xfrm>
            <a:off x="6607175" y="647700"/>
            <a:ext cx="5027613" cy="5557838"/>
          </a:xfrm>
          <a:prstGeom prst="rect">
            <a:avLst/>
          </a:prstGeom>
        </p:spPr>
        <p:txBody>
          <a:bodyPr anchor="ctr"/>
          <a:lstStyle>
            <a:lvl1pPr marL="0" indent="0" algn="ctr">
              <a:buNone/>
              <a:defRPr>
                <a:solidFill>
                  <a:schemeClr val="bg1"/>
                </a:solidFill>
              </a:defRPr>
            </a:lvl1pPr>
          </a:lstStyle>
          <a:p>
            <a:r>
              <a:rPr lang="en-US"/>
              <a:t>[Insert photo]</a:t>
            </a:r>
          </a:p>
        </p:txBody>
      </p:sp>
      <p:pic>
        <p:nvPicPr>
          <p:cNvPr id="102"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4140350456"/>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ntent + Photo White">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66346E94-E9F1-4F0C-9AB7-02D722F342D1}"/>
              </a:ext>
            </a:extLst>
          </p:cNvPr>
          <p:cNvSpPr>
            <a:spLocks noGrp="1"/>
          </p:cNvSpPr>
          <p:nvPr>
            <p:ph type="pic" sz="quarter" idx="15" hasCustomPrompt="1"/>
          </p:nvPr>
        </p:nvSpPr>
        <p:spPr>
          <a:xfrm>
            <a:off x="6614764" y="0"/>
            <a:ext cx="5577236" cy="6858000"/>
          </a:xfrm>
          <a:prstGeom prst="rect">
            <a:avLst/>
          </a:prstGeom>
          <a:noFill/>
        </p:spPr>
        <p:txBody>
          <a:bodyPr anchor="ctr"/>
          <a:lstStyle>
            <a:lvl1pPr marL="0" indent="0" algn="ctr">
              <a:buNone/>
              <a:defRPr>
                <a:solidFill>
                  <a:schemeClr val="bg1"/>
                </a:solidFill>
              </a:defRPr>
            </a:lvl1pPr>
          </a:lstStyle>
          <a:p>
            <a:r>
              <a:rPr lang="en-US"/>
              <a:t>[Insert photo]</a:t>
            </a:r>
          </a:p>
        </p:txBody>
      </p:sp>
      <p:sp>
        <p:nvSpPr>
          <p:cNvPr id="2" name="Footer Placeholder 1">
            <a:extLst>
              <a:ext uri="{FF2B5EF4-FFF2-40B4-BE49-F238E27FC236}">
                <a16:creationId xmlns:a16="http://schemas.microsoft.com/office/drawing/2014/main" id="{72F337A5-7C22-412D-BC21-002BC4A09A86}"/>
              </a:ext>
            </a:extLst>
          </p:cNvPr>
          <p:cNvSpPr>
            <a:spLocks noGrp="1"/>
          </p:cNvSpPr>
          <p:nvPr>
            <p:ph type="ftr" sz="quarter" idx="24"/>
          </p:nvPr>
        </p:nvSpPr>
        <p:spPr>
          <a:xfrm>
            <a:off x="6614764" y="0"/>
            <a:ext cx="5016515" cy="317674"/>
          </a:xfrm>
        </p:spPr>
        <p:txBody>
          <a:bodyPr/>
          <a:lstStyle>
            <a:lvl1pPr>
              <a:defRPr>
                <a:solidFill>
                  <a:schemeClr val="bg1"/>
                </a:solidFill>
              </a:defRPr>
            </a:lvl1pPr>
          </a:lstStyle>
          <a:p>
            <a:r>
              <a:rPr lang="en-US"/>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lvl1pPr>
              <a:defRPr>
                <a:solidFill>
                  <a:schemeClr val="bg1"/>
                </a:solidFill>
              </a:defRPr>
            </a:lvl1pPr>
          </a:lstStyle>
          <a:p>
            <a:fld id="{5CFA18E4-D58E-4B28-B105-28D9665A8EBC}" type="slidenum">
              <a:rPr lang="en-US" smtClean="0"/>
              <a:pPr/>
              <a:t>‹#›</a:t>
            </a:fld>
            <a:endParaRPr lang="en-US"/>
          </a:p>
        </p:txBody>
      </p:sp>
      <p:sp>
        <p:nvSpPr>
          <p:cNvPr id="15" name="Title 6">
            <a:extLst>
              <a:ext uri="{FF2B5EF4-FFF2-40B4-BE49-F238E27FC236}">
                <a16:creationId xmlns:a16="http://schemas.microsoft.com/office/drawing/2014/main" id="{4DEB00A0-9CA9-4213-AE07-D0B1C6101ED8}"/>
              </a:ext>
            </a:extLst>
          </p:cNvPr>
          <p:cNvSpPr>
            <a:spLocks noGrp="1"/>
          </p:cNvSpPr>
          <p:nvPr>
            <p:ph type="title" hasCustomPrompt="1"/>
          </p:nvPr>
        </p:nvSpPr>
        <p:spPr>
          <a:xfrm>
            <a:off x="567039" y="342900"/>
            <a:ext cx="5029200" cy="460551"/>
          </a:xfrm>
        </p:spPr>
        <p:txBody>
          <a:bodyPr/>
          <a:lstStyle>
            <a:lvl1pPr>
              <a:defRPr>
                <a:solidFill>
                  <a:schemeClr val="tx1"/>
                </a:solidFill>
              </a:defRPr>
            </a:lvl1pPr>
          </a:lstStyle>
          <a:p>
            <a:r>
              <a:rPr lang="en-US"/>
              <a:t>[Headline]</a:t>
            </a:r>
          </a:p>
        </p:txBody>
      </p:sp>
      <p:sp>
        <p:nvSpPr>
          <p:cNvPr id="14" name="Sub-headline">
            <a:extLst>
              <a:ext uri="{FF2B5EF4-FFF2-40B4-BE49-F238E27FC236}">
                <a16:creationId xmlns:a16="http://schemas.microsoft.com/office/drawing/2014/main" id="{86B6FCCF-A4F5-44A7-AAF4-704B7EC6998C}"/>
              </a:ext>
            </a:extLst>
          </p:cNvPr>
          <p:cNvSpPr>
            <a:spLocks noGrp="1"/>
          </p:cNvSpPr>
          <p:nvPr>
            <p:ph type="body" sz="quarter" idx="18" hasCustomPrompt="1"/>
          </p:nvPr>
        </p:nvSpPr>
        <p:spPr>
          <a:xfrm>
            <a:off x="567038" y="899026"/>
            <a:ext cx="5029200" cy="278706"/>
          </a:xfrm>
          <a:prstGeom prst="rect">
            <a:avLst/>
          </a:prstGeom>
        </p:spPr>
        <p:txBody>
          <a:bodyPr/>
          <a:lstStyle>
            <a:lvl1pPr marL="0" indent="0">
              <a:buNone/>
              <a:defRPr sz="1800" b="0">
                <a:solidFill>
                  <a:schemeClr val="tx1"/>
                </a:solidFill>
                <a:latin typeface="+mn-lt"/>
              </a:defRPr>
            </a:lvl1pPr>
            <a:lvl2pPr marL="169863" indent="0">
              <a:buNone/>
              <a:defRPr/>
            </a:lvl2pPr>
          </a:lstStyle>
          <a:p>
            <a:pPr lvl="0"/>
            <a:r>
              <a:rPr lang="en-US"/>
              <a:t>[Sub-headline]</a:t>
            </a:r>
          </a:p>
        </p:txBody>
      </p:sp>
      <p:sp>
        <p:nvSpPr>
          <p:cNvPr id="10" name="Content Placeholder 2">
            <a:extLst>
              <a:ext uri="{FF2B5EF4-FFF2-40B4-BE49-F238E27FC236}">
                <a16:creationId xmlns:a16="http://schemas.microsoft.com/office/drawing/2014/main" id="{63FDC5DF-2C64-4D49-8041-AB11BEEFF14D}"/>
              </a:ext>
            </a:extLst>
          </p:cNvPr>
          <p:cNvSpPr>
            <a:spLocks noGrp="1"/>
          </p:cNvSpPr>
          <p:nvPr>
            <p:ph sz="quarter" idx="23" hasCustomPrompt="1"/>
          </p:nvPr>
        </p:nvSpPr>
        <p:spPr>
          <a:xfrm>
            <a:off x="567038" y="1257300"/>
            <a:ext cx="5029200" cy="4347449"/>
          </a:xfrm>
        </p:spPr>
        <p:txBody>
          <a:bodyPr/>
          <a:lstStyle>
            <a:lvl1pPr marL="0" indent="0">
              <a:buNone/>
              <a:defRPr/>
            </a:lvl1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6" name="Footnote">
            <a:extLst>
              <a:ext uri="{FF2B5EF4-FFF2-40B4-BE49-F238E27FC236}">
                <a16:creationId xmlns:a16="http://schemas.microsoft.com/office/drawing/2014/main" id="{56769A6F-555D-49D4-B0C0-D1976DD436B9}"/>
              </a:ext>
            </a:extLst>
          </p:cNvPr>
          <p:cNvSpPr>
            <a:spLocks noGrp="1"/>
          </p:cNvSpPr>
          <p:nvPr>
            <p:ph type="body" sz="quarter" idx="25" hasCustomPrompt="1"/>
          </p:nvPr>
        </p:nvSpPr>
        <p:spPr>
          <a:xfrm>
            <a:off x="567039" y="5687045"/>
            <a:ext cx="5029200"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sp>
        <p:nvSpPr>
          <p:cNvPr id="11" name="Rectangle 10">
            <a:extLst>
              <a:ext uri="{FF2B5EF4-FFF2-40B4-BE49-F238E27FC236}">
                <a16:creationId xmlns:a16="http://schemas.microsoft.com/office/drawing/2014/main" id="{EBFDFA00-9BD6-873A-0C0B-BAD1649CF54D}"/>
              </a:ext>
              <a:ext uri="{C183D7F6-B498-43B3-948B-1728B52AA6E4}">
                <adec:decorative xmlns:adec="http://schemas.microsoft.com/office/drawing/2017/decorative" val="1"/>
              </a:ext>
            </a:extLst>
          </p:cNvPr>
          <p:cNvSpPr/>
          <p:nvPr userDrawn="1"/>
        </p:nvSpPr>
        <p:spPr>
          <a:xfrm>
            <a:off x="5279878" y="6563709"/>
            <a:ext cx="6129126" cy="200055"/>
          </a:xfrm>
          <a:prstGeom prst="rect">
            <a:avLst/>
          </a:prstGeom>
        </p:spPr>
        <p:txBody>
          <a:bodyPr wrap="square" anchor="b">
            <a:spAutoFit/>
          </a:bodyPr>
          <a:lstStyle/>
          <a:p>
            <a:pPr algn="r"/>
            <a:r>
              <a:rPr lang="en-US" sz="700">
                <a:solidFill>
                  <a:schemeClr val="bg1"/>
                </a:solidFill>
                <a:latin typeface="+mn-lt"/>
              </a:rPr>
              <a:t>© 2026 S&amp;P Global.</a:t>
            </a:r>
          </a:p>
        </p:txBody>
      </p:sp>
      <p:pic>
        <p:nvPicPr>
          <p:cNvPr id="101"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2439546130"/>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ntent + Photo Black">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66346E94-E9F1-4F0C-9AB7-02D722F342D1}"/>
              </a:ext>
            </a:extLst>
          </p:cNvPr>
          <p:cNvSpPr>
            <a:spLocks noGrp="1"/>
          </p:cNvSpPr>
          <p:nvPr>
            <p:ph type="pic" sz="quarter" idx="15" hasCustomPrompt="1"/>
          </p:nvPr>
        </p:nvSpPr>
        <p:spPr>
          <a:xfrm>
            <a:off x="6614764" y="0"/>
            <a:ext cx="5577236" cy="6858000"/>
          </a:xfrm>
          <a:prstGeom prst="rect">
            <a:avLst/>
          </a:prstGeom>
          <a:noFill/>
        </p:spPr>
        <p:txBody>
          <a:bodyPr anchor="ctr"/>
          <a:lstStyle>
            <a:lvl1pPr marL="0" indent="0" algn="ctr">
              <a:buNone/>
              <a:defRPr>
                <a:solidFill>
                  <a:schemeClr val="bg1"/>
                </a:solidFill>
              </a:defRPr>
            </a:lvl1pPr>
          </a:lstStyle>
          <a:p>
            <a:r>
              <a:rPr lang="en-US"/>
              <a:t>[Insert photo]</a:t>
            </a:r>
          </a:p>
        </p:txBody>
      </p:sp>
      <p:sp>
        <p:nvSpPr>
          <p:cNvPr id="3" name="Footer Placeholder 2">
            <a:extLst>
              <a:ext uri="{FF2B5EF4-FFF2-40B4-BE49-F238E27FC236}">
                <a16:creationId xmlns:a16="http://schemas.microsoft.com/office/drawing/2014/main" id="{5BDC1762-C160-436E-A662-EB8DFA9B0D52}"/>
              </a:ext>
            </a:extLst>
          </p:cNvPr>
          <p:cNvSpPr>
            <a:spLocks noGrp="1"/>
          </p:cNvSpPr>
          <p:nvPr>
            <p:ph type="ftr" sz="quarter" idx="23"/>
          </p:nvPr>
        </p:nvSpPr>
        <p:spPr>
          <a:xfrm>
            <a:off x="6614764" y="0"/>
            <a:ext cx="5016515" cy="317674"/>
          </a:xfrm>
        </p:spPr>
        <p:txBody>
          <a:bodyPr/>
          <a:lstStyle>
            <a:lvl1pPr>
              <a:defRPr>
                <a:solidFill>
                  <a:schemeClr val="bg1"/>
                </a:solidFill>
              </a:defRPr>
            </a:lvl1pPr>
          </a:lstStyle>
          <a:p>
            <a:r>
              <a:rPr lang="en-US"/>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lvl1pPr>
              <a:defRPr>
                <a:solidFill>
                  <a:schemeClr val="bg1"/>
                </a:solidFill>
              </a:defRPr>
            </a:lvl1pPr>
          </a:lstStyle>
          <a:p>
            <a:fld id="{5CFA18E4-D58E-4B28-B105-28D9665A8EBC}" type="slidenum">
              <a:rPr lang="en-US" smtClean="0"/>
              <a:pPr/>
              <a:t>‹#›</a:t>
            </a:fld>
            <a:endParaRPr lang="en-US"/>
          </a:p>
        </p:txBody>
      </p:sp>
      <p:sp>
        <p:nvSpPr>
          <p:cNvPr id="2" name="Rectangle 1">
            <a:extLst>
              <a:ext uri="{FF2B5EF4-FFF2-40B4-BE49-F238E27FC236}">
                <a16:creationId xmlns:a16="http://schemas.microsoft.com/office/drawing/2014/main" id="{B32C59F7-AD2F-414F-9894-A41140E432C6}"/>
              </a:ext>
              <a:ext uri="{C183D7F6-B498-43B3-948B-1728B52AA6E4}">
                <adec:decorative xmlns:adec="http://schemas.microsoft.com/office/drawing/2017/decorative" val="1"/>
              </a:ext>
            </a:extLst>
          </p:cNvPr>
          <p:cNvSpPr/>
          <p:nvPr userDrawn="1"/>
        </p:nvSpPr>
        <p:spPr bwMode="white">
          <a:xfrm>
            <a:off x="0" y="0"/>
            <a:ext cx="6614764"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solidFill>
                <a:schemeClr val="tx1"/>
              </a:solidFill>
            </a:endParaRPr>
          </a:p>
        </p:txBody>
      </p:sp>
      <p:sp>
        <p:nvSpPr>
          <p:cNvPr id="15" name="Title 6">
            <a:extLst>
              <a:ext uri="{FF2B5EF4-FFF2-40B4-BE49-F238E27FC236}">
                <a16:creationId xmlns:a16="http://schemas.microsoft.com/office/drawing/2014/main" id="{4DEB00A0-9CA9-4213-AE07-D0B1C6101ED8}"/>
              </a:ext>
            </a:extLst>
          </p:cNvPr>
          <p:cNvSpPr>
            <a:spLocks noGrp="1"/>
          </p:cNvSpPr>
          <p:nvPr>
            <p:ph type="title" hasCustomPrompt="1"/>
          </p:nvPr>
        </p:nvSpPr>
        <p:spPr>
          <a:xfrm>
            <a:off x="567038" y="342900"/>
            <a:ext cx="5029200" cy="460551"/>
          </a:xfrm>
        </p:spPr>
        <p:txBody>
          <a:bodyPr/>
          <a:lstStyle>
            <a:lvl1pPr>
              <a:defRPr>
                <a:solidFill>
                  <a:schemeClr val="bg1"/>
                </a:solidFill>
              </a:defRPr>
            </a:lvl1pPr>
          </a:lstStyle>
          <a:p>
            <a:r>
              <a:rPr lang="en-US"/>
              <a:t>[Headline]</a:t>
            </a:r>
          </a:p>
        </p:txBody>
      </p:sp>
      <p:sp>
        <p:nvSpPr>
          <p:cNvPr id="14" name="Sub-headline">
            <a:extLst>
              <a:ext uri="{FF2B5EF4-FFF2-40B4-BE49-F238E27FC236}">
                <a16:creationId xmlns:a16="http://schemas.microsoft.com/office/drawing/2014/main" id="{86B6FCCF-A4F5-44A7-AAF4-704B7EC6998C}"/>
              </a:ext>
            </a:extLst>
          </p:cNvPr>
          <p:cNvSpPr>
            <a:spLocks noGrp="1"/>
          </p:cNvSpPr>
          <p:nvPr>
            <p:ph type="body" sz="quarter" idx="18" hasCustomPrompt="1"/>
          </p:nvPr>
        </p:nvSpPr>
        <p:spPr>
          <a:xfrm>
            <a:off x="567037" y="899026"/>
            <a:ext cx="5029200" cy="278706"/>
          </a:xfrm>
          <a:prstGeom prst="rect">
            <a:avLst/>
          </a:prstGeom>
        </p:spPr>
        <p:txBody>
          <a:bodyPr/>
          <a:lstStyle>
            <a:lvl1pPr marL="0" indent="0">
              <a:buNone/>
              <a:defRPr sz="1800" b="0">
                <a:solidFill>
                  <a:schemeClr val="bg1"/>
                </a:solidFill>
                <a:latin typeface="+mn-lt"/>
              </a:defRPr>
            </a:lvl1pPr>
            <a:lvl2pPr marL="169863" indent="0">
              <a:buNone/>
              <a:defRPr/>
            </a:lvl2pPr>
          </a:lstStyle>
          <a:p>
            <a:pPr lvl="0"/>
            <a:r>
              <a:rPr lang="en-US"/>
              <a:t>[Sub-headline]</a:t>
            </a:r>
          </a:p>
        </p:txBody>
      </p:sp>
      <p:sp>
        <p:nvSpPr>
          <p:cNvPr id="11" name="Text Placeholder 2">
            <a:extLst>
              <a:ext uri="{FF2B5EF4-FFF2-40B4-BE49-F238E27FC236}">
                <a16:creationId xmlns:a16="http://schemas.microsoft.com/office/drawing/2014/main" id="{8EB16B89-7E3C-44A4-A187-AEB2FBABC140}"/>
              </a:ext>
            </a:extLst>
          </p:cNvPr>
          <p:cNvSpPr>
            <a:spLocks noGrp="1"/>
          </p:cNvSpPr>
          <p:nvPr>
            <p:ph type="body" sz="quarter" idx="22" hasCustomPrompt="1"/>
          </p:nvPr>
        </p:nvSpPr>
        <p:spPr>
          <a:xfrm>
            <a:off x="566737" y="1261872"/>
            <a:ext cx="5029200" cy="4330202"/>
          </a:xfrm>
          <a:prstGeom prst="rect">
            <a:avLst/>
          </a:prstGeo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000000"/>
                </a:solidFill>
                <a:effectLst/>
                <a:uLnTx/>
                <a:uFillTx/>
                <a:latin typeface="Arial"/>
                <a:ea typeface="+mn-ea"/>
                <a:cs typeface="+mn-cs"/>
              </a:rPr>
              <a:t>Third level</a:t>
            </a:r>
          </a:p>
          <a:p>
            <a:pPr marL="687388" marR="0" lvl="3"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mn-cs"/>
              </a:rPr>
              <a:t>Fourth level</a:t>
            </a:r>
          </a:p>
          <a:p>
            <a:pPr marL="914400" marR="0" lvl="4" indent="-2270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mn-cs"/>
              </a:rPr>
              <a:t>Fifth level</a:t>
            </a:r>
          </a:p>
        </p:txBody>
      </p:sp>
      <p:sp>
        <p:nvSpPr>
          <p:cNvPr id="18" name="Rectangle 17">
            <a:extLst>
              <a:ext uri="{FF2B5EF4-FFF2-40B4-BE49-F238E27FC236}">
                <a16:creationId xmlns:a16="http://schemas.microsoft.com/office/drawing/2014/main" id="{47EB1F00-2439-4253-A589-54010E4BBC5E}"/>
              </a:ext>
              <a:ext uri="{C183D7F6-B498-43B3-948B-1728B52AA6E4}">
                <adec:decorative xmlns:adec="http://schemas.microsoft.com/office/drawing/2017/decorative" val="1"/>
              </a:ext>
            </a:extLst>
          </p:cNvPr>
          <p:cNvSpPr/>
          <p:nvPr userDrawn="1"/>
        </p:nvSpPr>
        <p:spPr>
          <a:xfrm>
            <a:off x="5272088" y="6575649"/>
            <a:ext cx="6129126" cy="200055"/>
          </a:xfrm>
          <a:prstGeom prst="rect">
            <a:avLst/>
          </a:prstGeom>
        </p:spPr>
        <p:txBody>
          <a:bodyPr wrap="square" anchor="b">
            <a:spAutoFit/>
          </a:bodyPr>
          <a:lstStyle/>
          <a:p>
            <a:pPr algn="r"/>
            <a:r>
              <a:rPr lang="en-US" sz="700">
                <a:solidFill>
                  <a:schemeClr val="bg1"/>
                </a:solidFill>
                <a:latin typeface="+mn-lt"/>
              </a:rPr>
              <a:t>© 2026 S&amp;P Global.</a:t>
            </a:r>
          </a:p>
        </p:txBody>
      </p:sp>
      <p:sp>
        <p:nvSpPr>
          <p:cNvPr id="27" name="Footnote">
            <a:extLst>
              <a:ext uri="{FF2B5EF4-FFF2-40B4-BE49-F238E27FC236}">
                <a16:creationId xmlns:a16="http://schemas.microsoft.com/office/drawing/2014/main" id="{BC72EC15-8B35-4605-A3A1-D682493CE35C}"/>
              </a:ext>
            </a:extLst>
          </p:cNvPr>
          <p:cNvSpPr>
            <a:spLocks noGrp="1"/>
          </p:cNvSpPr>
          <p:nvPr>
            <p:ph type="body" sz="quarter" idx="24" hasCustomPrompt="1"/>
          </p:nvPr>
        </p:nvSpPr>
        <p:spPr>
          <a:xfrm>
            <a:off x="567039" y="5687045"/>
            <a:ext cx="5029200"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solidFill>
                  <a:schemeClr val="bg1"/>
                </a:solidFill>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1" name="Image 0" descr="https://snp-mediaportal.qbank.se/assets/deployedFiles/fd6ac17e8cb753e1865b09a3b5a17939.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4165650854"/>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ontent + Photo Blue">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66346E94-E9F1-4F0C-9AB7-02D722F342D1}"/>
              </a:ext>
            </a:extLst>
          </p:cNvPr>
          <p:cNvSpPr>
            <a:spLocks noGrp="1"/>
          </p:cNvSpPr>
          <p:nvPr>
            <p:ph type="pic" sz="quarter" idx="15" hasCustomPrompt="1"/>
          </p:nvPr>
        </p:nvSpPr>
        <p:spPr>
          <a:xfrm>
            <a:off x="6614764" y="0"/>
            <a:ext cx="5577236" cy="6858000"/>
          </a:xfrm>
          <a:prstGeom prst="rect">
            <a:avLst/>
          </a:prstGeom>
          <a:noFill/>
        </p:spPr>
        <p:txBody>
          <a:bodyPr anchor="ctr"/>
          <a:lstStyle>
            <a:lvl1pPr marL="0" indent="0" algn="ctr">
              <a:buNone/>
              <a:defRPr>
                <a:solidFill>
                  <a:schemeClr val="bg1"/>
                </a:solidFill>
              </a:defRPr>
            </a:lvl1pPr>
          </a:lstStyle>
          <a:p>
            <a:r>
              <a:rPr lang="en-US"/>
              <a:t>[Insert photo]</a:t>
            </a:r>
          </a:p>
        </p:txBody>
      </p:sp>
      <p:sp>
        <p:nvSpPr>
          <p:cNvPr id="3" name="Footer Placeholder 2">
            <a:extLst>
              <a:ext uri="{FF2B5EF4-FFF2-40B4-BE49-F238E27FC236}">
                <a16:creationId xmlns:a16="http://schemas.microsoft.com/office/drawing/2014/main" id="{FDFEBAF8-EEFB-4D95-AA38-225A850C5D36}"/>
              </a:ext>
            </a:extLst>
          </p:cNvPr>
          <p:cNvSpPr>
            <a:spLocks noGrp="1"/>
          </p:cNvSpPr>
          <p:nvPr>
            <p:ph type="ftr" sz="quarter" idx="23"/>
          </p:nvPr>
        </p:nvSpPr>
        <p:spPr>
          <a:xfrm>
            <a:off x="6614764" y="0"/>
            <a:ext cx="5016515" cy="317674"/>
          </a:xfrm>
        </p:spPr>
        <p:txBody>
          <a:bodyPr/>
          <a:lstStyle>
            <a:lvl1pPr>
              <a:defRPr>
                <a:solidFill>
                  <a:schemeClr val="bg1"/>
                </a:solidFill>
              </a:defRPr>
            </a:lvl1pPr>
          </a:lstStyle>
          <a:p>
            <a:r>
              <a:rPr lang="en-US"/>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lvl1pPr>
              <a:defRPr>
                <a:solidFill>
                  <a:schemeClr val="bg1"/>
                </a:solidFill>
              </a:defRPr>
            </a:lvl1pPr>
          </a:lstStyle>
          <a:p>
            <a:fld id="{5CFA18E4-D58E-4B28-B105-28D9665A8EBC}" type="slidenum">
              <a:rPr lang="en-US" smtClean="0"/>
              <a:pPr/>
              <a:t>‹#›</a:t>
            </a:fld>
            <a:endParaRPr lang="en-US"/>
          </a:p>
        </p:txBody>
      </p:sp>
      <p:sp>
        <p:nvSpPr>
          <p:cNvPr id="2" name="Rectangle 1">
            <a:extLst>
              <a:ext uri="{FF2B5EF4-FFF2-40B4-BE49-F238E27FC236}">
                <a16:creationId xmlns:a16="http://schemas.microsoft.com/office/drawing/2014/main" id="{B32C59F7-AD2F-414F-9894-A41140E432C6}"/>
              </a:ext>
              <a:ext uri="{C183D7F6-B498-43B3-948B-1728B52AA6E4}">
                <adec:decorative xmlns:adec="http://schemas.microsoft.com/office/drawing/2017/decorative" val="1"/>
              </a:ext>
            </a:extLst>
          </p:cNvPr>
          <p:cNvSpPr/>
          <p:nvPr userDrawn="1"/>
        </p:nvSpPr>
        <p:spPr bwMode="white">
          <a:xfrm>
            <a:off x="0" y="0"/>
            <a:ext cx="6614764"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solidFill>
                <a:schemeClr val="tx1"/>
              </a:solidFill>
            </a:endParaRPr>
          </a:p>
        </p:txBody>
      </p:sp>
      <p:sp>
        <p:nvSpPr>
          <p:cNvPr id="15" name="Title 6">
            <a:extLst>
              <a:ext uri="{FF2B5EF4-FFF2-40B4-BE49-F238E27FC236}">
                <a16:creationId xmlns:a16="http://schemas.microsoft.com/office/drawing/2014/main" id="{4DEB00A0-9CA9-4213-AE07-D0B1C6101ED8}"/>
              </a:ext>
            </a:extLst>
          </p:cNvPr>
          <p:cNvSpPr>
            <a:spLocks noGrp="1"/>
          </p:cNvSpPr>
          <p:nvPr>
            <p:ph type="title" hasCustomPrompt="1"/>
          </p:nvPr>
        </p:nvSpPr>
        <p:spPr>
          <a:xfrm>
            <a:off x="567039" y="342900"/>
            <a:ext cx="5029200" cy="460551"/>
          </a:xfrm>
        </p:spPr>
        <p:txBody>
          <a:bodyPr/>
          <a:lstStyle>
            <a:lvl1pPr>
              <a:defRPr>
                <a:solidFill>
                  <a:schemeClr val="tx1"/>
                </a:solidFill>
              </a:defRPr>
            </a:lvl1pPr>
          </a:lstStyle>
          <a:p>
            <a:r>
              <a:rPr lang="en-US"/>
              <a:t>[Headline]</a:t>
            </a:r>
          </a:p>
        </p:txBody>
      </p:sp>
      <p:sp>
        <p:nvSpPr>
          <p:cNvPr id="14" name="Sub-headline">
            <a:extLst>
              <a:ext uri="{FF2B5EF4-FFF2-40B4-BE49-F238E27FC236}">
                <a16:creationId xmlns:a16="http://schemas.microsoft.com/office/drawing/2014/main" id="{86B6FCCF-A4F5-44A7-AAF4-704B7EC6998C}"/>
              </a:ext>
              <a:ext uri="{C183D7F6-B498-43B3-948B-1728B52AA6E4}">
                <adec:decorative xmlns:adec="http://schemas.microsoft.com/office/drawing/2017/decorative" val="0"/>
              </a:ext>
            </a:extLst>
          </p:cNvPr>
          <p:cNvSpPr>
            <a:spLocks noGrp="1"/>
          </p:cNvSpPr>
          <p:nvPr>
            <p:ph type="body" sz="quarter" idx="18" hasCustomPrompt="1"/>
          </p:nvPr>
        </p:nvSpPr>
        <p:spPr>
          <a:xfrm>
            <a:off x="567039" y="899026"/>
            <a:ext cx="5029200" cy="278706"/>
          </a:xfrm>
          <a:prstGeom prst="rect">
            <a:avLst/>
          </a:prstGeom>
        </p:spPr>
        <p:txBody>
          <a:bodyPr/>
          <a:lstStyle>
            <a:lvl1pPr marL="0" indent="0">
              <a:buNone/>
              <a:defRPr sz="1800" b="0">
                <a:solidFill>
                  <a:schemeClr val="tx1"/>
                </a:solidFill>
                <a:latin typeface="+mn-lt"/>
              </a:defRPr>
            </a:lvl1pPr>
            <a:lvl2pPr marL="169863" indent="0">
              <a:buNone/>
              <a:defRPr/>
            </a:lvl2pPr>
          </a:lstStyle>
          <a:p>
            <a:pPr lvl="0"/>
            <a:r>
              <a:rPr lang="en-US"/>
              <a:t>[Sub-headline]</a:t>
            </a:r>
          </a:p>
        </p:txBody>
      </p:sp>
      <p:sp>
        <p:nvSpPr>
          <p:cNvPr id="17" name="Text Placeholder 2">
            <a:extLst>
              <a:ext uri="{FF2B5EF4-FFF2-40B4-BE49-F238E27FC236}">
                <a16:creationId xmlns:a16="http://schemas.microsoft.com/office/drawing/2014/main" id="{A7275159-CD4F-4CFC-A979-703107544995}"/>
              </a:ext>
            </a:extLst>
          </p:cNvPr>
          <p:cNvSpPr>
            <a:spLocks noGrp="1"/>
          </p:cNvSpPr>
          <p:nvPr>
            <p:ph type="body" sz="quarter" idx="22" hasCustomPrompt="1"/>
          </p:nvPr>
        </p:nvSpPr>
        <p:spPr>
          <a:xfrm>
            <a:off x="566739" y="1261872"/>
            <a:ext cx="5029200" cy="4330202"/>
          </a:xfrm>
          <a:prstGeom prst="rect">
            <a:avLst/>
          </a:prstGeom>
        </p:spPr>
        <p:txBody>
          <a:bodyPr/>
          <a:lstStyle>
            <a:lvl1pPr>
              <a:defRPr/>
            </a:lvl1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000000"/>
                </a:solidFill>
                <a:effectLst/>
                <a:uLnTx/>
                <a:uFillTx/>
                <a:latin typeface="Arial"/>
                <a:ea typeface="+mn-ea"/>
                <a:cs typeface="+mn-cs"/>
              </a:rPr>
              <a:t>Third level</a:t>
            </a:r>
          </a:p>
          <a:p>
            <a:pPr marL="687388" marR="0" lvl="3"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mn-cs"/>
              </a:rPr>
              <a:t>Fourth level</a:t>
            </a:r>
          </a:p>
          <a:p>
            <a:pPr marL="914400" marR="0" lvl="4" indent="-2270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mn-cs"/>
              </a:rPr>
              <a:t>Fifth level</a:t>
            </a:r>
          </a:p>
        </p:txBody>
      </p:sp>
      <p:sp>
        <p:nvSpPr>
          <p:cNvPr id="27" name="Footnote">
            <a:extLst>
              <a:ext uri="{FF2B5EF4-FFF2-40B4-BE49-F238E27FC236}">
                <a16:creationId xmlns:a16="http://schemas.microsoft.com/office/drawing/2014/main" id="{09DBF7F0-F472-44D3-9A30-10D3C2163727}"/>
              </a:ext>
            </a:extLst>
          </p:cNvPr>
          <p:cNvSpPr>
            <a:spLocks noGrp="1"/>
          </p:cNvSpPr>
          <p:nvPr>
            <p:ph type="body" sz="quarter" idx="24" hasCustomPrompt="1"/>
          </p:nvPr>
        </p:nvSpPr>
        <p:spPr>
          <a:xfrm>
            <a:off x="567039" y="5687045"/>
            <a:ext cx="5029200"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sp>
        <p:nvSpPr>
          <p:cNvPr id="20" name="Rectangle 19">
            <a:extLst>
              <a:ext uri="{FF2B5EF4-FFF2-40B4-BE49-F238E27FC236}">
                <a16:creationId xmlns:a16="http://schemas.microsoft.com/office/drawing/2014/main" id="{9DCE4C1C-6690-45DD-A224-49D7897300FB}"/>
              </a:ext>
              <a:ext uri="{C183D7F6-B498-43B3-948B-1728B52AA6E4}">
                <adec:decorative xmlns:adec="http://schemas.microsoft.com/office/drawing/2017/decorative" val="1"/>
              </a:ext>
            </a:extLst>
          </p:cNvPr>
          <p:cNvSpPr/>
          <p:nvPr userDrawn="1"/>
        </p:nvSpPr>
        <p:spPr>
          <a:xfrm>
            <a:off x="5272088" y="6575649"/>
            <a:ext cx="6129126" cy="200055"/>
          </a:xfrm>
          <a:prstGeom prst="rect">
            <a:avLst/>
          </a:prstGeom>
        </p:spPr>
        <p:txBody>
          <a:bodyPr wrap="square" anchor="b">
            <a:spAutoFit/>
          </a:bodyPr>
          <a:lstStyle/>
          <a:p>
            <a:pPr algn="r"/>
            <a:r>
              <a:rPr lang="en-US" sz="700">
                <a:solidFill>
                  <a:schemeClr val="bg1"/>
                </a:solidFill>
                <a:latin typeface="+mn-lt"/>
              </a:rPr>
              <a:t>© 2026 S&amp;P Global.</a:t>
            </a:r>
          </a:p>
        </p:txBody>
      </p:sp>
      <p:pic>
        <p:nvPicPr>
          <p:cNvPr id="102" name="Image 0" descr="https://snp-mediaportal.qbank.se/assets/deployedFiles/0171221a07b0be1374ebaa6bc786f2b5.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4016961979"/>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chemeClr val="bg2"/>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84C3E0C-55B5-4DE0-B5B2-69464524EA73}"/>
              </a:ext>
              <a:ext uri="{C183D7F6-B498-43B3-948B-1728B52AA6E4}">
                <adec:decorative xmlns:adec="http://schemas.microsoft.com/office/drawing/2017/decorative" val="0"/>
              </a:ext>
            </a:extLst>
          </p:cNvPr>
          <p:cNvSpPr/>
          <p:nvPr userDrawn="1"/>
        </p:nvSpPr>
        <p:spPr>
          <a:xfrm>
            <a:off x="0" y="0"/>
            <a:ext cx="12192000"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rtlCol="0" anchor="ctr"/>
          <a:lstStyle/>
          <a:p>
            <a:pPr algn="ctr"/>
            <a:r>
              <a:rPr lang="en-US" sz="14000" b="1">
                <a:solidFill>
                  <a:schemeClr val="tx1"/>
                </a:solidFill>
              </a:rPr>
              <a:t>ICONS</a:t>
            </a:r>
          </a:p>
        </p:txBody>
      </p:sp>
    </p:spTree>
    <p:extLst>
      <p:ext uri="{BB962C8B-B14F-4D97-AF65-F5344CB8AC3E}">
        <p14:creationId xmlns:p14="http://schemas.microsoft.com/office/powerpoint/2010/main" val="427716904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cons 3 Columns Vertical">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029171FE-482D-4162-97BC-A02FD4AC159D}"/>
              </a:ext>
            </a:extLst>
          </p:cNvPr>
          <p:cNvSpPr>
            <a:spLocks noGrp="1"/>
          </p:cNvSpPr>
          <p:nvPr>
            <p:ph type="ftr" sz="quarter" idx="31"/>
          </p:nvPr>
        </p:nvSpPr>
        <p:spPr/>
        <p:txBody>
          <a:bodyPr/>
          <a:lstStyle/>
          <a:p>
            <a:r>
              <a:rPr lang="en-US"/>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a:xfrm>
            <a:off x="11320251" y="6572853"/>
            <a:ext cx="311576" cy="214804"/>
          </a:xfrm>
        </p:spPr>
        <p:txBody>
          <a:bodyPr/>
          <a:lstStyle/>
          <a:p>
            <a:fld id="{5CFA18E4-D58E-4B28-B105-28D9665A8EBC}" type="slidenum">
              <a:rPr lang="en-US" smtClean="0"/>
              <a:pPr/>
              <a:t>‹#›</a:t>
            </a:fld>
            <a:endParaRPr lang="en-US"/>
          </a:p>
        </p:txBody>
      </p:sp>
      <p:sp>
        <p:nvSpPr>
          <p:cNvPr id="36" name="Title 6">
            <a:extLst>
              <a:ext uri="{FF2B5EF4-FFF2-40B4-BE49-F238E27FC236}">
                <a16:creationId xmlns:a16="http://schemas.microsoft.com/office/drawing/2014/main" id="{D7B8D165-F984-473B-A112-6BF8E9F44447}"/>
              </a:ext>
            </a:extLst>
          </p:cNvPr>
          <p:cNvSpPr>
            <a:spLocks noGrp="1"/>
          </p:cNvSpPr>
          <p:nvPr>
            <p:ph type="title" hasCustomPrompt="1"/>
          </p:nvPr>
        </p:nvSpPr>
        <p:spPr>
          <a:xfrm>
            <a:off x="567039" y="342900"/>
            <a:ext cx="11062709" cy="460551"/>
          </a:xfrm>
        </p:spPr>
        <p:txBody>
          <a:bodyPr/>
          <a:lstStyle/>
          <a:p>
            <a:r>
              <a:rPr lang="en-US"/>
              <a:t>[Headline]</a:t>
            </a:r>
          </a:p>
        </p:txBody>
      </p:sp>
      <p:sp>
        <p:nvSpPr>
          <p:cNvPr id="18" name="Sub-headline">
            <a:extLst>
              <a:ext uri="{FF2B5EF4-FFF2-40B4-BE49-F238E27FC236}">
                <a16:creationId xmlns:a16="http://schemas.microsoft.com/office/drawing/2014/main" id="{56EC8594-681B-4434-B73B-735C036086C3}"/>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28" name="Picture Placeholder Left">
            <a:extLst>
              <a:ext uri="{FF2B5EF4-FFF2-40B4-BE49-F238E27FC236}">
                <a16:creationId xmlns:a16="http://schemas.microsoft.com/office/drawing/2014/main" id="{20ED38F9-F116-4320-BEBE-0D6E5BB3BFB3}"/>
              </a:ext>
            </a:extLst>
          </p:cNvPr>
          <p:cNvSpPr>
            <a:spLocks noGrp="1"/>
          </p:cNvSpPr>
          <p:nvPr>
            <p:ph type="pic" sz="quarter" idx="21" hasCustomPrompt="1"/>
          </p:nvPr>
        </p:nvSpPr>
        <p:spPr>
          <a:xfrm>
            <a:off x="560977" y="1261872"/>
            <a:ext cx="1161288" cy="1161288"/>
          </a:xfrm>
          <a:prstGeom prst="rect">
            <a:avLst/>
          </a:prstGeom>
        </p:spPr>
        <p:txBody>
          <a:bodyPr anchor="ctr">
            <a:normAutofit/>
          </a:bodyPr>
          <a:lstStyle>
            <a:lvl1pPr marL="0" indent="0" algn="ctr">
              <a:buNone/>
              <a:defRPr sz="1400"/>
            </a:lvl1pPr>
          </a:lstStyle>
          <a:p>
            <a:r>
              <a:rPr lang="en-US"/>
              <a:t>[Image] or remove and place icon here</a:t>
            </a:r>
          </a:p>
        </p:txBody>
      </p:sp>
      <p:sp>
        <p:nvSpPr>
          <p:cNvPr id="24" name="Subtitle Left">
            <a:extLst>
              <a:ext uri="{FF2B5EF4-FFF2-40B4-BE49-F238E27FC236}">
                <a16:creationId xmlns:a16="http://schemas.microsoft.com/office/drawing/2014/main" id="{2726687B-34D2-44BB-BEE3-F17F90E2CEAD}"/>
              </a:ext>
            </a:extLst>
          </p:cNvPr>
          <p:cNvSpPr>
            <a:spLocks noGrp="1"/>
          </p:cNvSpPr>
          <p:nvPr>
            <p:ph type="body" sz="quarter" idx="16" hasCustomPrompt="1"/>
          </p:nvPr>
        </p:nvSpPr>
        <p:spPr>
          <a:xfrm>
            <a:off x="560976" y="2634855"/>
            <a:ext cx="3373611" cy="383191"/>
          </a:xfrm>
          <a:prstGeom prst="rect">
            <a:avLst/>
          </a:prstGeom>
        </p:spPr>
        <p:txBody>
          <a:bodyPr anchor="t">
            <a:noAutofit/>
          </a:bodyPr>
          <a:lstStyle>
            <a:lvl1pPr marL="0" indent="0">
              <a:buNone/>
              <a:defRPr sz="1800">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31" name="Text Placeholder 20">
            <a:extLst>
              <a:ext uri="{FF2B5EF4-FFF2-40B4-BE49-F238E27FC236}">
                <a16:creationId xmlns:a16="http://schemas.microsoft.com/office/drawing/2014/main" id="{59848113-CF33-4F6D-ABE6-079A43759FA2}"/>
              </a:ext>
            </a:extLst>
          </p:cNvPr>
          <p:cNvSpPr>
            <a:spLocks noGrp="1"/>
          </p:cNvSpPr>
          <p:nvPr>
            <p:ph type="body" sz="quarter" idx="24" hasCustomPrompt="1"/>
          </p:nvPr>
        </p:nvSpPr>
        <p:spPr>
          <a:xfrm>
            <a:off x="557212" y="3163464"/>
            <a:ext cx="3374136" cy="2437236"/>
          </a:xfrm>
          <a:prstGeom prst="rect">
            <a:avLst/>
          </a:prstGeom>
        </p:spPr>
        <p:txBody>
          <a:bodyPr/>
          <a:lstStyle>
            <a:lvl1pPr>
              <a:lnSpc>
                <a:spcPct val="100000"/>
              </a:lnSpc>
              <a:spcBef>
                <a:spcPts val="0"/>
              </a:spcBef>
              <a:spcAft>
                <a:spcPts val="600"/>
              </a:spcAft>
              <a:defRPr sz="1600"/>
            </a:lvl1pPr>
            <a:lvl2pPr>
              <a:lnSpc>
                <a:spcPct val="100000"/>
              </a:lnSpc>
              <a:spcBef>
                <a:spcPts val="0"/>
              </a:spcBef>
              <a:spcAft>
                <a:spcPts val="600"/>
              </a:spcAft>
              <a:defRPr sz="1400"/>
            </a:lvl2pPr>
            <a:lvl3pPr>
              <a:lnSpc>
                <a:spcPct val="100000"/>
              </a:lnSpc>
              <a:spcBef>
                <a:spcPts val="0"/>
              </a:spcBef>
              <a:spcAft>
                <a:spcPts val="600"/>
              </a:spcAft>
              <a:defRPr sz="1400"/>
            </a:lvl3pPr>
            <a:lvl4pPr>
              <a:lnSpc>
                <a:spcPct val="100000"/>
              </a:lnSpc>
              <a:spcBef>
                <a:spcPts val="0"/>
              </a:spcBef>
              <a:spcAft>
                <a:spcPts val="600"/>
              </a:spcAft>
              <a:defRPr sz="1400"/>
            </a:lvl4pPr>
            <a:lvl5pPr>
              <a:lnSpc>
                <a:spcPct val="100000"/>
              </a:lnSpc>
              <a:spcBef>
                <a:spcPts val="0"/>
              </a:spcBef>
              <a:spcAft>
                <a:spcPts val="600"/>
              </a:spcAft>
              <a:defRPr sz="14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000000"/>
                </a:solidFill>
                <a:effectLst/>
                <a:uLnTx/>
                <a:uFillTx/>
                <a:latin typeface="Arial"/>
                <a:ea typeface="+mn-ea"/>
                <a:cs typeface="+mn-cs"/>
              </a:rPr>
              <a:t>Third level</a:t>
            </a:r>
          </a:p>
          <a:p>
            <a:pPr marL="687388" marR="0" lvl="3"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mn-cs"/>
              </a:rPr>
              <a:t>Fourth level</a:t>
            </a:r>
          </a:p>
          <a:p>
            <a:pPr marL="914400" marR="0" lvl="4" indent="-2270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mn-cs"/>
              </a:rPr>
              <a:t>Fifth level</a:t>
            </a:r>
          </a:p>
        </p:txBody>
      </p:sp>
      <p:sp>
        <p:nvSpPr>
          <p:cNvPr id="29" name="Picture Placeholder  Middle">
            <a:extLst>
              <a:ext uri="{FF2B5EF4-FFF2-40B4-BE49-F238E27FC236}">
                <a16:creationId xmlns:a16="http://schemas.microsoft.com/office/drawing/2014/main" id="{D73D1E78-1775-4717-9FC1-51702554EAAD}"/>
              </a:ext>
            </a:extLst>
          </p:cNvPr>
          <p:cNvSpPr>
            <a:spLocks noGrp="1"/>
          </p:cNvSpPr>
          <p:nvPr>
            <p:ph type="pic" sz="quarter" idx="22" hasCustomPrompt="1"/>
          </p:nvPr>
        </p:nvSpPr>
        <p:spPr>
          <a:xfrm>
            <a:off x="4409596" y="1261872"/>
            <a:ext cx="1161288" cy="1161288"/>
          </a:xfrm>
          <a:prstGeom prst="rect">
            <a:avLst/>
          </a:prstGeom>
        </p:spPr>
        <p:txBody>
          <a:bodyPr anchor="ctr">
            <a:normAutofit/>
          </a:bodyPr>
          <a:lstStyle>
            <a:lvl1pPr marL="0" indent="0" algn="ctr">
              <a:buNone/>
              <a:defRPr sz="1400"/>
            </a:lvl1pPr>
          </a:lstStyle>
          <a:p>
            <a:r>
              <a:rPr lang="en-US"/>
              <a:t>[Image] or remove and place icon here</a:t>
            </a:r>
          </a:p>
        </p:txBody>
      </p:sp>
      <p:sp>
        <p:nvSpPr>
          <p:cNvPr id="26" name="Subtitle Middle">
            <a:extLst>
              <a:ext uri="{FF2B5EF4-FFF2-40B4-BE49-F238E27FC236}">
                <a16:creationId xmlns:a16="http://schemas.microsoft.com/office/drawing/2014/main" id="{AA11411D-F5CC-4A9E-97ED-8D9AB17EC128}"/>
              </a:ext>
            </a:extLst>
          </p:cNvPr>
          <p:cNvSpPr>
            <a:spLocks noGrp="1"/>
          </p:cNvSpPr>
          <p:nvPr>
            <p:ph type="body" sz="quarter" idx="17" hasCustomPrompt="1"/>
          </p:nvPr>
        </p:nvSpPr>
        <p:spPr>
          <a:xfrm>
            <a:off x="4409596" y="2634855"/>
            <a:ext cx="3373611" cy="383191"/>
          </a:xfrm>
          <a:prstGeom prst="rect">
            <a:avLst/>
          </a:prstGeom>
        </p:spPr>
        <p:txBody>
          <a:bodyPr anchor="t">
            <a:noAutofit/>
          </a:bodyPr>
          <a:lstStyle>
            <a:lvl1pPr marL="0" indent="0">
              <a:buNone/>
              <a:defRPr sz="1800">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32" name="Text Placeholder 22">
            <a:extLst>
              <a:ext uri="{FF2B5EF4-FFF2-40B4-BE49-F238E27FC236}">
                <a16:creationId xmlns:a16="http://schemas.microsoft.com/office/drawing/2014/main" id="{55E5A2C2-274B-42C7-937D-24C1B3BA41D4}"/>
              </a:ext>
            </a:extLst>
          </p:cNvPr>
          <p:cNvSpPr>
            <a:spLocks noGrp="1"/>
          </p:cNvSpPr>
          <p:nvPr>
            <p:ph type="body" sz="quarter" idx="25" hasCustomPrompt="1"/>
          </p:nvPr>
        </p:nvSpPr>
        <p:spPr>
          <a:xfrm>
            <a:off x="4406900" y="3163463"/>
            <a:ext cx="3374136" cy="2437235"/>
          </a:xfrm>
          <a:prstGeom prst="rect">
            <a:avLst/>
          </a:prstGeom>
        </p:spPr>
        <p:txBody>
          <a:bodyPr/>
          <a:lstStyle>
            <a:lvl1pPr marL="169863" indent="-169863">
              <a:lnSpc>
                <a:spcPct val="100000"/>
              </a:lnSpc>
              <a:spcBef>
                <a:spcPts val="0"/>
              </a:spcBef>
              <a:spcAft>
                <a:spcPts val="600"/>
              </a:spcAft>
              <a:defRPr lang="en-US" sz="1600" kern="1200" dirty="0">
                <a:solidFill>
                  <a:schemeClr val="tx1"/>
                </a:solidFill>
                <a:latin typeface="+mn-lt"/>
                <a:ea typeface="+mn-ea"/>
                <a:cs typeface="+mn-cs"/>
              </a:defRPr>
            </a:lvl1pPr>
            <a:lvl2pPr>
              <a:lnSpc>
                <a:spcPct val="100000"/>
              </a:lnSpc>
              <a:spcBef>
                <a:spcPts val="0"/>
              </a:spcBef>
              <a:spcAft>
                <a:spcPts val="600"/>
              </a:spcAft>
              <a:defRPr sz="1400"/>
            </a:lvl2pPr>
            <a:lvl3pPr>
              <a:lnSpc>
                <a:spcPct val="100000"/>
              </a:lnSpc>
              <a:spcBef>
                <a:spcPts val="0"/>
              </a:spcBef>
              <a:spcAft>
                <a:spcPts val="600"/>
              </a:spcAft>
              <a:defRPr sz="1400"/>
            </a:lvl3pPr>
            <a:lvl4pPr>
              <a:lnSpc>
                <a:spcPct val="100000"/>
              </a:lnSpc>
              <a:spcBef>
                <a:spcPts val="0"/>
              </a:spcBef>
              <a:spcAft>
                <a:spcPts val="600"/>
              </a:spcAft>
              <a:defRPr sz="1400"/>
            </a:lvl4pPr>
            <a:lvl5pPr>
              <a:lnSpc>
                <a:spcPct val="100000"/>
              </a:lnSpc>
              <a:spcBef>
                <a:spcPts val="0"/>
              </a:spcBef>
              <a:spcAft>
                <a:spcPts val="600"/>
              </a:spcAft>
              <a:defRPr sz="14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000000"/>
                </a:solidFill>
                <a:effectLst/>
                <a:uLnTx/>
                <a:uFillTx/>
                <a:latin typeface="Arial"/>
                <a:ea typeface="+mn-ea"/>
                <a:cs typeface="+mn-cs"/>
              </a:rPr>
              <a:t>Third level</a:t>
            </a:r>
          </a:p>
          <a:p>
            <a:pPr marL="687388" marR="0" lvl="3"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mn-cs"/>
              </a:rPr>
              <a:t>Fourth level</a:t>
            </a:r>
          </a:p>
          <a:p>
            <a:pPr marL="914400" marR="0" lvl="4" indent="-2270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mn-cs"/>
              </a:rPr>
              <a:t>Fifth level</a:t>
            </a:r>
          </a:p>
        </p:txBody>
      </p:sp>
      <p:sp>
        <p:nvSpPr>
          <p:cNvPr id="30" name="Picture Placeholder  Right">
            <a:extLst>
              <a:ext uri="{FF2B5EF4-FFF2-40B4-BE49-F238E27FC236}">
                <a16:creationId xmlns:a16="http://schemas.microsoft.com/office/drawing/2014/main" id="{3B5B43E5-7D20-4591-B751-DD7388D8DEF7}"/>
              </a:ext>
            </a:extLst>
          </p:cNvPr>
          <p:cNvSpPr>
            <a:spLocks noGrp="1"/>
          </p:cNvSpPr>
          <p:nvPr>
            <p:ph type="pic" sz="quarter" idx="23" hasCustomPrompt="1"/>
          </p:nvPr>
        </p:nvSpPr>
        <p:spPr>
          <a:xfrm>
            <a:off x="8256785" y="1261872"/>
            <a:ext cx="1161288" cy="1161288"/>
          </a:xfrm>
          <a:prstGeom prst="rect">
            <a:avLst/>
          </a:prstGeom>
        </p:spPr>
        <p:txBody>
          <a:bodyPr anchor="ctr">
            <a:normAutofit/>
          </a:bodyPr>
          <a:lstStyle>
            <a:lvl1pPr marL="0" indent="0" algn="ctr">
              <a:buNone/>
              <a:defRPr sz="1400"/>
            </a:lvl1pPr>
          </a:lstStyle>
          <a:p>
            <a:r>
              <a:rPr lang="en-US"/>
              <a:t>[Image] or remove and place icon here</a:t>
            </a:r>
          </a:p>
        </p:txBody>
      </p:sp>
      <p:sp>
        <p:nvSpPr>
          <p:cNvPr id="27" name="Subtitle Right">
            <a:extLst>
              <a:ext uri="{FF2B5EF4-FFF2-40B4-BE49-F238E27FC236}">
                <a16:creationId xmlns:a16="http://schemas.microsoft.com/office/drawing/2014/main" id="{59462605-1E40-4897-B811-1B8C6B2FB124}"/>
              </a:ext>
            </a:extLst>
          </p:cNvPr>
          <p:cNvSpPr>
            <a:spLocks noGrp="1"/>
          </p:cNvSpPr>
          <p:nvPr>
            <p:ph type="body" sz="quarter" idx="19" hasCustomPrompt="1"/>
          </p:nvPr>
        </p:nvSpPr>
        <p:spPr>
          <a:xfrm>
            <a:off x="8258216" y="2634855"/>
            <a:ext cx="3373611" cy="383191"/>
          </a:xfrm>
          <a:prstGeom prst="rect">
            <a:avLst/>
          </a:prstGeom>
        </p:spPr>
        <p:txBody>
          <a:bodyPr anchor="t">
            <a:noAutofit/>
          </a:bodyPr>
          <a:lstStyle>
            <a:lvl1pPr marL="0" indent="0">
              <a:buNone/>
              <a:defRPr sz="1800">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33" name="Text Placeholder 24">
            <a:extLst>
              <a:ext uri="{FF2B5EF4-FFF2-40B4-BE49-F238E27FC236}">
                <a16:creationId xmlns:a16="http://schemas.microsoft.com/office/drawing/2014/main" id="{FFC11514-E302-49D6-BD05-69964CE284BE}"/>
              </a:ext>
            </a:extLst>
          </p:cNvPr>
          <p:cNvSpPr>
            <a:spLocks noGrp="1"/>
          </p:cNvSpPr>
          <p:nvPr>
            <p:ph type="body" sz="quarter" idx="26" hasCustomPrompt="1"/>
          </p:nvPr>
        </p:nvSpPr>
        <p:spPr>
          <a:xfrm>
            <a:off x="8256587" y="3163464"/>
            <a:ext cx="3374136" cy="2437236"/>
          </a:xfrm>
          <a:prstGeom prst="rect">
            <a:avLst/>
          </a:prstGeom>
        </p:spPr>
        <p:txBody>
          <a:bodyPr/>
          <a:lstStyle>
            <a:lvl1pPr marL="169863" indent="-169863">
              <a:lnSpc>
                <a:spcPct val="100000"/>
              </a:lnSpc>
              <a:spcBef>
                <a:spcPts val="0"/>
              </a:spcBef>
              <a:spcAft>
                <a:spcPts val="600"/>
              </a:spcAft>
              <a:defRPr lang="en-US" sz="1600" kern="1200" dirty="0">
                <a:solidFill>
                  <a:schemeClr val="tx1"/>
                </a:solidFill>
                <a:latin typeface="+mn-lt"/>
                <a:ea typeface="+mn-ea"/>
                <a:cs typeface="+mn-cs"/>
              </a:defRPr>
            </a:lvl1pPr>
            <a:lvl2pPr>
              <a:lnSpc>
                <a:spcPct val="100000"/>
              </a:lnSpc>
              <a:spcBef>
                <a:spcPts val="0"/>
              </a:spcBef>
              <a:spcAft>
                <a:spcPts val="600"/>
              </a:spcAft>
              <a:defRPr sz="1400"/>
            </a:lvl2pPr>
            <a:lvl3pPr>
              <a:lnSpc>
                <a:spcPct val="100000"/>
              </a:lnSpc>
              <a:spcBef>
                <a:spcPts val="0"/>
              </a:spcBef>
              <a:spcAft>
                <a:spcPts val="600"/>
              </a:spcAft>
              <a:defRPr sz="1400"/>
            </a:lvl3pPr>
            <a:lvl4pPr>
              <a:lnSpc>
                <a:spcPct val="100000"/>
              </a:lnSpc>
              <a:spcBef>
                <a:spcPts val="0"/>
              </a:spcBef>
              <a:spcAft>
                <a:spcPts val="600"/>
              </a:spcAft>
              <a:defRPr sz="1400"/>
            </a:lvl4pPr>
            <a:lvl5pPr>
              <a:lnSpc>
                <a:spcPct val="100000"/>
              </a:lnSpc>
              <a:spcBef>
                <a:spcPts val="0"/>
              </a:spcBef>
              <a:spcAft>
                <a:spcPts val="600"/>
              </a:spcAft>
              <a:defRPr sz="14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000000"/>
                </a:solidFill>
                <a:effectLst/>
                <a:uLnTx/>
                <a:uFillTx/>
                <a:latin typeface="Arial"/>
                <a:ea typeface="+mn-ea"/>
                <a:cs typeface="+mn-cs"/>
              </a:rPr>
              <a:t>Third level</a:t>
            </a:r>
          </a:p>
          <a:p>
            <a:pPr marL="687388" marR="0" lvl="3"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mn-cs"/>
              </a:rPr>
              <a:t>Fourth level</a:t>
            </a:r>
          </a:p>
          <a:p>
            <a:pPr marL="914400" marR="0" lvl="4" indent="-2270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mn-cs"/>
              </a:rPr>
              <a:t>Fifth level</a:t>
            </a:r>
          </a:p>
        </p:txBody>
      </p:sp>
      <p:sp>
        <p:nvSpPr>
          <p:cNvPr id="17" name="Footnote">
            <a:extLst>
              <a:ext uri="{FF2B5EF4-FFF2-40B4-BE49-F238E27FC236}">
                <a16:creationId xmlns:a16="http://schemas.microsoft.com/office/drawing/2014/main" id="{6A2724F1-A61D-41C8-B469-1DCC0F04A93B}"/>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3012513687"/>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cons 3 Columns Horizontal">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2608CFE0-20EA-47BD-A7D7-995044419413}"/>
              </a:ext>
            </a:extLst>
          </p:cNvPr>
          <p:cNvSpPr>
            <a:spLocks noGrp="1"/>
          </p:cNvSpPr>
          <p:nvPr>
            <p:ph type="ftr" sz="quarter" idx="28"/>
          </p:nvPr>
        </p:nvSpPr>
        <p:spPr/>
        <p:txBody>
          <a:bodyPr/>
          <a:lstStyle/>
          <a:p>
            <a:r>
              <a:rPr lang="en-US"/>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p>
            <a:fld id="{5CFA18E4-D58E-4B28-B105-28D9665A8EBC}" type="slidenum">
              <a:rPr lang="en-US" smtClean="0"/>
              <a:pPr/>
              <a:t>‹#›</a:t>
            </a:fld>
            <a:endParaRPr lang="en-US"/>
          </a:p>
        </p:txBody>
      </p:sp>
      <p:sp>
        <p:nvSpPr>
          <p:cNvPr id="39" name="Title 6">
            <a:extLst>
              <a:ext uri="{FF2B5EF4-FFF2-40B4-BE49-F238E27FC236}">
                <a16:creationId xmlns:a16="http://schemas.microsoft.com/office/drawing/2014/main" id="{74FD5EE2-7E80-4B3F-9F2E-FB51310FF616}"/>
              </a:ext>
            </a:extLst>
          </p:cNvPr>
          <p:cNvSpPr>
            <a:spLocks noGrp="1"/>
          </p:cNvSpPr>
          <p:nvPr>
            <p:ph type="title" hasCustomPrompt="1"/>
          </p:nvPr>
        </p:nvSpPr>
        <p:spPr>
          <a:xfrm>
            <a:off x="567039" y="342900"/>
            <a:ext cx="11062709" cy="460551"/>
          </a:xfrm>
        </p:spPr>
        <p:txBody>
          <a:bodyPr/>
          <a:lstStyle/>
          <a:p>
            <a:r>
              <a:rPr lang="en-US"/>
              <a:t>[Headline]</a:t>
            </a:r>
          </a:p>
        </p:txBody>
      </p:sp>
      <p:sp>
        <p:nvSpPr>
          <p:cNvPr id="22" name="Sub-headline">
            <a:extLst>
              <a:ext uri="{FF2B5EF4-FFF2-40B4-BE49-F238E27FC236}">
                <a16:creationId xmlns:a16="http://schemas.microsoft.com/office/drawing/2014/main" id="{5EFA2C65-2BF7-48F8-AA6D-832FA04C275C}"/>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32" name="Picture Placeholder Left">
            <a:extLst>
              <a:ext uri="{FF2B5EF4-FFF2-40B4-BE49-F238E27FC236}">
                <a16:creationId xmlns:a16="http://schemas.microsoft.com/office/drawing/2014/main" id="{CF6F45C0-8397-41BE-B336-31CACBC93446}"/>
              </a:ext>
            </a:extLst>
          </p:cNvPr>
          <p:cNvSpPr>
            <a:spLocks noGrp="1"/>
          </p:cNvSpPr>
          <p:nvPr>
            <p:ph type="pic" sz="quarter" idx="21" hasCustomPrompt="1"/>
          </p:nvPr>
        </p:nvSpPr>
        <p:spPr>
          <a:xfrm>
            <a:off x="569217" y="1261872"/>
            <a:ext cx="850392" cy="850392"/>
          </a:xfrm>
          <a:prstGeom prst="rect">
            <a:avLst/>
          </a:prstGeom>
        </p:spPr>
        <p:txBody>
          <a:bodyPr anchor="ctr">
            <a:normAutofit/>
          </a:bodyPr>
          <a:lstStyle>
            <a:lvl1pPr marL="0" indent="0" algn="ctr">
              <a:buNone/>
              <a:defRPr sz="1100"/>
            </a:lvl1pPr>
          </a:lstStyle>
          <a:p>
            <a:r>
              <a:rPr lang="en-US"/>
              <a:t>[Image] or remove and place icon here</a:t>
            </a:r>
          </a:p>
        </p:txBody>
      </p:sp>
      <p:sp>
        <p:nvSpPr>
          <p:cNvPr id="29" name="Subtitle Left">
            <a:extLst>
              <a:ext uri="{FF2B5EF4-FFF2-40B4-BE49-F238E27FC236}">
                <a16:creationId xmlns:a16="http://schemas.microsoft.com/office/drawing/2014/main" id="{ED30F6A3-B5BC-40C0-8DCB-0F3F70EB0918}"/>
              </a:ext>
            </a:extLst>
          </p:cNvPr>
          <p:cNvSpPr>
            <a:spLocks noGrp="1"/>
          </p:cNvSpPr>
          <p:nvPr>
            <p:ph type="body" sz="quarter" idx="16" hasCustomPrompt="1"/>
          </p:nvPr>
        </p:nvSpPr>
        <p:spPr>
          <a:xfrm>
            <a:off x="1784837" y="1261872"/>
            <a:ext cx="9844911" cy="267545"/>
          </a:xfrm>
          <a:prstGeom prst="rect">
            <a:avLst/>
          </a:prstGeom>
        </p:spPr>
        <p:txBody>
          <a:bodyPr anchor="t">
            <a:noAutofit/>
          </a:bodyPr>
          <a:lstStyle>
            <a:lvl1pPr marL="0" indent="0">
              <a:buNone/>
              <a:defRPr sz="18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35" name="Text Placeholder 20">
            <a:extLst>
              <a:ext uri="{FF2B5EF4-FFF2-40B4-BE49-F238E27FC236}">
                <a16:creationId xmlns:a16="http://schemas.microsoft.com/office/drawing/2014/main" id="{F93BE80F-03ED-41A2-8709-8A7F3D16AC1C}"/>
              </a:ext>
            </a:extLst>
          </p:cNvPr>
          <p:cNvSpPr>
            <a:spLocks noGrp="1"/>
          </p:cNvSpPr>
          <p:nvPr>
            <p:ph type="body" sz="quarter" idx="24" hasCustomPrompt="1"/>
          </p:nvPr>
        </p:nvSpPr>
        <p:spPr>
          <a:xfrm>
            <a:off x="1784838" y="1581016"/>
            <a:ext cx="9844910" cy="928037"/>
          </a:xfrm>
          <a:prstGeom prst="rect">
            <a:avLst/>
          </a:prstGeom>
        </p:spPr>
        <p:txBody>
          <a:bodyPr/>
          <a:lstStyle>
            <a:lvl1pPr>
              <a:lnSpc>
                <a:spcPct val="100000"/>
              </a:lnSpc>
              <a:spcBef>
                <a:spcPts val="0"/>
              </a:spcBef>
              <a:spcAft>
                <a:spcPts val="200"/>
              </a:spcAft>
              <a:defRPr sz="1600"/>
            </a:lvl1pPr>
            <a:lvl2pPr>
              <a:lnSpc>
                <a:spcPct val="100000"/>
              </a:lnSpc>
              <a:spcBef>
                <a:spcPts val="0"/>
              </a:spcBef>
              <a:spcAft>
                <a:spcPts val="200"/>
              </a:spcAft>
              <a:defRPr sz="1400"/>
            </a:lvl2pPr>
            <a:lvl3pPr>
              <a:lnSpc>
                <a:spcPct val="100000"/>
              </a:lnSpc>
              <a:spcBef>
                <a:spcPts val="0"/>
              </a:spcBef>
              <a:spcAft>
                <a:spcPts val="200"/>
              </a:spcAft>
              <a:defRPr sz="1400"/>
            </a:lvl3pPr>
            <a:lvl4pPr>
              <a:defRPr sz="1200"/>
            </a:lvl4pPr>
            <a:lvl5pPr>
              <a:defRPr sz="12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000000"/>
                </a:solidFill>
                <a:effectLst/>
                <a:uLnTx/>
                <a:uFillTx/>
                <a:latin typeface="Arial"/>
                <a:ea typeface="+mn-ea"/>
                <a:cs typeface="+mn-cs"/>
              </a:rPr>
              <a:t>Third level</a:t>
            </a:r>
          </a:p>
        </p:txBody>
      </p:sp>
      <p:sp>
        <p:nvSpPr>
          <p:cNvPr id="33" name="Picture Placeholder  Middle">
            <a:extLst>
              <a:ext uri="{FF2B5EF4-FFF2-40B4-BE49-F238E27FC236}">
                <a16:creationId xmlns:a16="http://schemas.microsoft.com/office/drawing/2014/main" id="{259A6D79-8609-455C-B241-4E9D846D5FFB}"/>
              </a:ext>
            </a:extLst>
          </p:cNvPr>
          <p:cNvSpPr>
            <a:spLocks noGrp="1"/>
          </p:cNvSpPr>
          <p:nvPr>
            <p:ph type="pic" sz="quarter" idx="22" hasCustomPrompt="1"/>
          </p:nvPr>
        </p:nvSpPr>
        <p:spPr>
          <a:xfrm>
            <a:off x="569217" y="2710795"/>
            <a:ext cx="850392" cy="850392"/>
          </a:xfrm>
          <a:prstGeom prst="rect">
            <a:avLst/>
          </a:prstGeom>
        </p:spPr>
        <p:txBody>
          <a:bodyPr anchor="ctr">
            <a:normAutofit/>
          </a:bodyPr>
          <a:lstStyle>
            <a:lvl1pPr marL="0" indent="0" algn="ctr">
              <a:buNone/>
              <a:defRPr sz="1100"/>
            </a:lvl1pPr>
          </a:lstStyle>
          <a:p>
            <a:r>
              <a:rPr lang="en-US"/>
              <a:t>[Image] or remove and place icon here</a:t>
            </a:r>
          </a:p>
        </p:txBody>
      </p:sp>
      <p:sp>
        <p:nvSpPr>
          <p:cNvPr id="17" name="Subtitle Left">
            <a:extLst>
              <a:ext uri="{FF2B5EF4-FFF2-40B4-BE49-F238E27FC236}">
                <a16:creationId xmlns:a16="http://schemas.microsoft.com/office/drawing/2014/main" id="{CA19107A-2AFD-4DC4-8B24-4A5929C3F2B7}"/>
              </a:ext>
            </a:extLst>
          </p:cNvPr>
          <p:cNvSpPr>
            <a:spLocks noGrp="1"/>
          </p:cNvSpPr>
          <p:nvPr>
            <p:ph type="body" sz="quarter" idx="29" hasCustomPrompt="1"/>
          </p:nvPr>
        </p:nvSpPr>
        <p:spPr>
          <a:xfrm>
            <a:off x="1789877" y="2717095"/>
            <a:ext cx="9844911" cy="267545"/>
          </a:xfrm>
          <a:prstGeom prst="rect">
            <a:avLst/>
          </a:prstGeom>
        </p:spPr>
        <p:txBody>
          <a:bodyPr anchor="t">
            <a:noAutofit/>
          </a:bodyPr>
          <a:lstStyle>
            <a:lvl1pPr marL="0" indent="0">
              <a:buNone/>
              <a:defRPr sz="18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18" name="Text Placeholder 20">
            <a:extLst>
              <a:ext uri="{FF2B5EF4-FFF2-40B4-BE49-F238E27FC236}">
                <a16:creationId xmlns:a16="http://schemas.microsoft.com/office/drawing/2014/main" id="{D9F3B68D-9DD4-41F2-97AC-E83BCE6F9C5D}"/>
              </a:ext>
            </a:extLst>
          </p:cNvPr>
          <p:cNvSpPr>
            <a:spLocks noGrp="1"/>
          </p:cNvSpPr>
          <p:nvPr>
            <p:ph type="body" sz="quarter" idx="30" hasCustomPrompt="1"/>
          </p:nvPr>
        </p:nvSpPr>
        <p:spPr>
          <a:xfrm>
            <a:off x="1789878" y="3036239"/>
            <a:ext cx="9844910" cy="928037"/>
          </a:xfrm>
          <a:prstGeom prst="rect">
            <a:avLst/>
          </a:prstGeom>
        </p:spPr>
        <p:txBody>
          <a:bodyPr/>
          <a:lstStyle>
            <a:lvl1pPr>
              <a:lnSpc>
                <a:spcPct val="100000"/>
              </a:lnSpc>
              <a:spcBef>
                <a:spcPts val="0"/>
              </a:spcBef>
              <a:spcAft>
                <a:spcPts val="200"/>
              </a:spcAft>
              <a:defRPr sz="1600"/>
            </a:lvl1pPr>
            <a:lvl2pPr>
              <a:lnSpc>
                <a:spcPct val="100000"/>
              </a:lnSpc>
              <a:spcBef>
                <a:spcPts val="0"/>
              </a:spcBef>
              <a:spcAft>
                <a:spcPts val="200"/>
              </a:spcAft>
              <a:defRPr sz="1400"/>
            </a:lvl2pPr>
            <a:lvl3pPr>
              <a:lnSpc>
                <a:spcPct val="100000"/>
              </a:lnSpc>
              <a:spcBef>
                <a:spcPts val="0"/>
              </a:spcBef>
              <a:spcAft>
                <a:spcPts val="200"/>
              </a:spcAft>
              <a:defRPr sz="1400"/>
            </a:lvl3pPr>
            <a:lvl4pPr>
              <a:defRPr sz="1200"/>
            </a:lvl4pPr>
            <a:lvl5pPr>
              <a:defRPr sz="12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000000"/>
                </a:solidFill>
                <a:effectLst/>
                <a:uLnTx/>
                <a:uFillTx/>
                <a:latin typeface="Arial"/>
                <a:ea typeface="+mn-ea"/>
                <a:cs typeface="+mn-cs"/>
              </a:rPr>
              <a:t>Third level</a:t>
            </a:r>
          </a:p>
        </p:txBody>
      </p:sp>
      <p:sp>
        <p:nvSpPr>
          <p:cNvPr id="34" name="Picture Placeholder  Right">
            <a:extLst>
              <a:ext uri="{FF2B5EF4-FFF2-40B4-BE49-F238E27FC236}">
                <a16:creationId xmlns:a16="http://schemas.microsoft.com/office/drawing/2014/main" id="{BDBD945C-52EF-4677-B50B-FF8E067AEF48}"/>
              </a:ext>
            </a:extLst>
          </p:cNvPr>
          <p:cNvSpPr>
            <a:spLocks noGrp="1"/>
          </p:cNvSpPr>
          <p:nvPr>
            <p:ph type="pic" sz="quarter" idx="23" hasCustomPrompt="1"/>
          </p:nvPr>
        </p:nvSpPr>
        <p:spPr>
          <a:xfrm>
            <a:off x="567039" y="4159718"/>
            <a:ext cx="850392" cy="850392"/>
          </a:xfrm>
          <a:prstGeom prst="rect">
            <a:avLst/>
          </a:prstGeom>
        </p:spPr>
        <p:txBody>
          <a:bodyPr anchor="ctr">
            <a:normAutofit/>
          </a:bodyPr>
          <a:lstStyle>
            <a:lvl1pPr marL="0" indent="0" algn="ctr">
              <a:buNone/>
              <a:defRPr sz="1100"/>
            </a:lvl1pPr>
          </a:lstStyle>
          <a:p>
            <a:r>
              <a:rPr lang="en-US"/>
              <a:t>[Image] or remove and place icon here</a:t>
            </a:r>
          </a:p>
        </p:txBody>
      </p:sp>
      <p:sp>
        <p:nvSpPr>
          <p:cNvPr id="19" name="Subtitle Left">
            <a:extLst>
              <a:ext uri="{FF2B5EF4-FFF2-40B4-BE49-F238E27FC236}">
                <a16:creationId xmlns:a16="http://schemas.microsoft.com/office/drawing/2014/main" id="{5B2C8265-B4F5-49DF-B3A9-E7A328DB4CE1}"/>
              </a:ext>
            </a:extLst>
          </p:cNvPr>
          <p:cNvSpPr>
            <a:spLocks noGrp="1"/>
          </p:cNvSpPr>
          <p:nvPr>
            <p:ph type="body" sz="quarter" idx="31" hasCustomPrompt="1"/>
          </p:nvPr>
        </p:nvSpPr>
        <p:spPr>
          <a:xfrm>
            <a:off x="1789877" y="4159718"/>
            <a:ext cx="9844911" cy="267545"/>
          </a:xfrm>
          <a:prstGeom prst="rect">
            <a:avLst/>
          </a:prstGeom>
        </p:spPr>
        <p:txBody>
          <a:bodyPr anchor="t">
            <a:noAutofit/>
          </a:bodyPr>
          <a:lstStyle>
            <a:lvl1pPr marL="0" indent="0">
              <a:buNone/>
              <a:defRPr sz="18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20" name="Text Placeholder 20">
            <a:extLst>
              <a:ext uri="{FF2B5EF4-FFF2-40B4-BE49-F238E27FC236}">
                <a16:creationId xmlns:a16="http://schemas.microsoft.com/office/drawing/2014/main" id="{9C64CBDE-4443-4A7D-A9E5-5CCCF01D58B8}"/>
              </a:ext>
            </a:extLst>
          </p:cNvPr>
          <p:cNvSpPr>
            <a:spLocks noGrp="1"/>
          </p:cNvSpPr>
          <p:nvPr>
            <p:ph type="body" sz="quarter" idx="32" hasCustomPrompt="1"/>
          </p:nvPr>
        </p:nvSpPr>
        <p:spPr>
          <a:xfrm>
            <a:off x="1789878" y="4478862"/>
            <a:ext cx="9844910" cy="928037"/>
          </a:xfrm>
          <a:prstGeom prst="rect">
            <a:avLst/>
          </a:prstGeom>
        </p:spPr>
        <p:txBody>
          <a:bodyPr/>
          <a:lstStyle>
            <a:lvl1pPr>
              <a:lnSpc>
                <a:spcPct val="100000"/>
              </a:lnSpc>
              <a:spcBef>
                <a:spcPts val="0"/>
              </a:spcBef>
              <a:spcAft>
                <a:spcPts val="200"/>
              </a:spcAft>
              <a:defRPr sz="1600"/>
            </a:lvl1pPr>
            <a:lvl2pPr>
              <a:lnSpc>
                <a:spcPct val="100000"/>
              </a:lnSpc>
              <a:spcBef>
                <a:spcPts val="0"/>
              </a:spcBef>
              <a:spcAft>
                <a:spcPts val="200"/>
              </a:spcAft>
              <a:defRPr sz="1400"/>
            </a:lvl2pPr>
            <a:lvl3pPr>
              <a:lnSpc>
                <a:spcPct val="100000"/>
              </a:lnSpc>
              <a:spcBef>
                <a:spcPts val="0"/>
              </a:spcBef>
              <a:spcAft>
                <a:spcPts val="200"/>
              </a:spcAft>
              <a:defRPr sz="1400"/>
            </a:lvl3pPr>
            <a:lvl4pPr>
              <a:defRPr sz="1200"/>
            </a:lvl4pPr>
            <a:lvl5pPr>
              <a:defRPr sz="12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000000"/>
                </a:solidFill>
                <a:effectLst/>
                <a:uLnTx/>
                <a:uFillTx/>
                <a:latin typeface="Arial"/>
                <a:ea typeface="+mn-ea"/>
                <a:cs typeface="+mn-cs"/>
              </a:rPr>
              <a:t>Third level</a:t>
            </a:r>
          </a:p>
        </p:txBody>
      </p:sp>
      <p:sp>
        <p:nvSpPr>
          <p:cNvPr id="23" name="Footnote">
            <a:extLst>
              <a:ext uri="{FF2B5EF4-FFF2-40B4-BE49-F238E27FC236}">
                <a16:creationId xmlns:a16="http://schemas.microsoft.com/office/drawing/2014/main" id="{66ED2DD3-99A4-4B46-B1BC-1732442768B6}"/>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2151584326"/>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Icons 4 Columns + Content">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3DD9750E-ABDA-4A03-801E-38E1632B8093}"/>
              </a:ext>
            </a:extLst>
          </p:cNvPr>
          <p:cNvSpPr>
            <a:spLocks noGrp="1"/>
          </p:cNvSpPr>
          <p:nvPr>
            <p:ph type="ftr" sz="quarter" idx="35"/>
          </p:nvPr>
        </p:nvSpPr>
        <p:spPr/>
        <p:txBody>
          <a:bodyPr/>
          <a:lstStyle/>
          <a:p>
            <a:r>
              <a:rPr lang="en-US"/>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p>
            <a:fld id="{5CFA18E4-D58E-4B28-B105-28D9665A8EBC}" type="slidenum">
              <a:rPr lang="en-US" smtClean="0"/>
              <a:pPr/>
              <a:t>‹#›</a:t>
            </a:fld>
            <a:endParaRPr lang="en-US"/>
          </a:p>
        </p:txBody>
      </p:sp>
      <p:sp>
        <p:nvSpPr>
          <p:cNvPr id="47" name="Title 6">
            <a:extLst>
              <a:ext uri="{FF2B5EF4-FFF2-40B4-BE49-F238E27FC236}">
                <a16:creationId xmlns:a16="http://schemas.microsoft.com/office/drawing/2014/main" id="{7A52641A-F2AB-4235-AD50-FEB7E58871C8}"/>
              </a:ext>
            </a:extLst>
          </p:cNvPr>
          <p:cNvSpPr>
            <a:spLocks noGrp="1"/>
          </p:cNvSpPr>
          <p:nvPr>
            <p:ph type="title" hasCustomPrompt="1"/>
          </p:nvPr>
        </p:nvSpPr>
        <p:spPr>
          <a:xfrm>
            <a:off x="567039" y="342900"/>
            <a:ext cx="11062709" cy="460551"/>
          </a:xfrm>
        </p:spPr>
        <p:txBody>
          <a:bodyPr/>
          <a:lstStyle/>
          <a:p>
            <a:r>
              <a:rPr lang="en-US"/>
              <a:t>[Headline]</a:t>
            </a:r>
          </a:p>
        </p:txBody>
      </p:sp>
      <p:sp>
        <p:nvSpPr>
          <p:cNvPr id="28" name="Sub-headline">
            <a:extLst>
              <a:ext uri="{FF2B5EF4-FFF2-40B4-BE49-F238E27FC236}">
                <a16:creationId xmlns:a16="http://schemas.microsoft.com/office/drawing/2014/main" id="{1D199F29-DE09-4DF0-9477-385F6C6242D7}"/>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4" name="Content Placeholder 3">
            <a:extLst>
              <a:ext uri="{FF2B5EF4-FFF2-40B4-BE49-F238E27FC236}">
                <a16:creationId xmlns:a16="http://schemas.microsoft.com/office/drawing/2014/main" id="{82FD93BB-BB27-4EF7-B79A-C2550EB90CFA}"/>
              </a:ext>
            </a:extLst>
          </p:cNvPr>
          <p:cNvSpPr>
            <a:spLocks noGrp="1"/>
          </p:cNvSpPr>
          <p:nvPr>
            <p:ph sz="quarter" idx="33" hasCustomPrompt="1"/>
          </p:nvPr>
        </p:nvSpPr>
        <p:spPr>
          <a:xfrm>
            <a:off x="566738" y="1263650"/>
            <a:ext cx="5029200" cy="4343400"/>
          </a:xfrm>
        </p:spPr>
        <p:txBody>
          <a:bodyPr/>
          <a:lstStyle>
            <a:lvl1pPr>
              <a:defRPr/>
            </a:lvl1pPr>
          </a:lstStyle>
          <a:p>
            <a:pPr lvl="0"/>
            <a:r>
              <a:rPr lang="en-US"/>
              <a:t>[Click to add content]</a:t>
            </a:r>
          </a:p>
          <a:p>
            <a:pPr lvl="1"/>
            <a:r>
              <a:rPr lang="en-US"/>
              <a:t>Second level</a:t>
            </a:r>
          </a:p>
          <a:p>
            <a:pPr lvl="2"/>
            <a:r>
              <a:rPr lang="en-US"/>
              <a:t>Third level</a:t>
            </a:r>
          </a:p>
          <a:p>
            <a:pPr lvl="3"/>
            <a:r>
              <a:rPr lang="en-US"/>
              <a:t>Fourth level</a:t>
            </a:r>
          </a:p>
          <a:p>
            <a:pPr lvl="4"/>
            <a:r>
              <a:rPr lang="en-US"/>
              <a:t>Fifth level</a:t>
            </a:r>
          </a:p>
        </p:txBody>
      </p:sp>
      <p:sp>
        <p:nvSpPr>
          <p:cNvPr id="40" name="Picture Placeholder Top">
            <a:extLst>
              <a:ext uri="{FF2B5EF4-FFF2-40B4-BE49-F238E27FC236}">
                <a16:creationId xmlns:a16="http://schemas.microsoft.com/office/drawing/2014/main" id="{92FD1037-3FD2-4536-815B-AC3218BE9FD2}"/>
              </a:ext>
            </a:extLst>
          </p:cNvPr>
          <p:cNvSpPr>
            <a:spLocks noGrp="1"/>
          </p:cNvSpPr>
          <p:nvPr>
            <p:ph type="pic" sz="quarter" idx="27" hasCustomPrompt="1"/>
          </p:nvPr>
        </p:nvSpPr>
        <p:spPr>
          <a:xfrm>
            <a:off x="6618578" y="1263260"/>
            <a:ext cx="731520" cy="731520"/>
          </a:xfrm>
          <a:prstGeom prst="rect">
            <a:avLst/>
          </a:prstGeom>
        </p:spPr>
        <p:txBody>
          <a:bodyPr anchor="ctr">
            <a:normAutofit/>
          </a:bodyPr>
          <a:lstStyle>
            <a:lvl1pPr marL="0" indent="0" algn="ctr">
              <a:buNone/>
              <a:defRPr sz="1100"/>
            </a:lvl1pPr>
          </a:lstStyle>
          <a:p>
            <a:r>
              <a:rPr lang="en-US"/>
              <a:t>[Image] or remove and place icon here</a:t>
            </a:r>
          </a:p>
        </p:txBody>
      </p:sp>
      <p:sp>
        <p:nvSpPr>
          <p:cNvPr id="39" name="Subtitle Top">
            <a:extLst>
              <a:ext uri="{FF2B5EF4-FFF2-40B4-BE49-F238E27FC236}">
                <a16:creationId xmlns:a16="http://schemas.microsoft.com/office/drawing/2014/main" id="{97AB4569-D69B-4F8F-A994-52A9BDA887F2}"/>
              </a:ext>
            </a:extLst>
          </p:cNvPr>
          <p:cNvSpPr>
            <a:spLocks noGrp="1"/>
          </p:cNvSpPr>
          <p:nvPr>
            <p:ph type="body" sz="quarter" idx="25" hasCustomPrompt="1"/>
          </p:nvPr>
        </p:nvSpPr>
        <p:spPr>
          <a:xfrm>
            <a:off x="7488891" y="1261872"/>
            <a:ext cx="4136218" cy="267545"/>
          </a:xfrm>
          <a:prstGeom prst="rect">
            <a:avLst/>
          </a:prstGeom>
        </p:spPr>
        <p:txBody>
          <a:bodyPr anchor="t">
            <a:noAutofit/>
          </a:bodyPr>
          <a:lstStyle>
            <a:lvl1pPr marL="0" indent="0">
              <a:buNone/>
              <a:defRPr sz="1600">
                <a:solidFill>
                  <a:schemeClr val="accent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42" name="Text Placeholder 15">
            <a:extLst>
              <a:ext uri="{FF2B5EF4-FFF2-40B4-BE49-F238E27FC236}">
                <a16:creationId xmlns:a16="http://schemas.microsoft.com/office/drawing/2014/main" id="{9551F18A-01B5-45DB-A0D7-2828AD10567D}"/>
              </a:ext>
            </a:extLst>
          </p:cNvPr>
          <p:cNvSpPr>
            <a:spLocks noGrp="1"/>
          </p:cNvSpPr>
          <p:nvPr>
            <p:ph type="body" sz="quarter" idx="29" hasCustomPrompt="1"/>
          </p:nvPr>
        </p:nvSpPr>
        <p:spPr>
          <a:xfrm>
            <a:off x="7490161" y="1600127"/>
            <a:ext cx="4134800" cy="640080"/>
          </a:xfrm>
          <a:prstGeom prst="rect">
            <a:avLst/>
          </a:prstGeom>
        </p:spPr>
        <p:txBody>
          <a:bodyPr/>
          <a:lstStyle>
            <a:lvl1pPr>
              <a:lnSpc>
                <a:spcPct val="100000"/>
              </a:lnSpc>
              <a:spcBef>
                <a:spcPts val="0"/>
              </a:spcBef>
              <a:spcAft>
                <a:spcPts val="200"/>
              </a:spcAft>
              <a:defRPr sz="1400"/>
            </a:lvl1pPr>
            <a:lvl2pPr>
              <a:lnSpc>
                <a:spcPct val="100000"/>
              </a:lnSpc>
              <a:spcBef>
                <a:spcPts val="0"/>
              </a:spcBef>
              <a:spcAft>
                <a:spcPts val="200"/>
              </a:spcAft>
              <a:defRPr sz="1200"/>
            </a:lvl2pPr>
            <a:lvl3pPr>
              <a:lnSpc>
                <a:spcPct val="100000"/>
              </a:lnSpc>
              <a:spcBef>
                <a:spcPts val="0"/>
              </a:spcBef>
              <a:spcAft>
                <a:spcPts val="200"/>
              </a:spcAft>
              <a:defRPr sz="1200"/>
            </a:lvl3pPr>
            <a:lvl4pPr>
              <a:defRPr sz="1200"/>
            </a:lvl4pPr>
            <a:lvl5pPr>
              <a:defRPr sz="1200"/>
            </a:lvl5pPr>
          </a:lstStyle>
          <a:p>
            <a:pPr lvl="0"/>
            <a:r>
              <a:rPr kumimoji="0" lang="en-US" sz="1400" b="0" i="0" u="none" strike="noStrike" kern="1200" cap="none" spc="0" normalizeH="0" baseline="0" noProof="0">
                <a:ln>
                  <a:noFill/>
                </a:ln>
                <a:solidFill>
                  <a:srgbClr val="000000"/>
                </a:solidFill>
                <a:effectLst/>
                <a:uLnTx/>
                <a:uFillTx/>
                <a:latin typeface="Arial"/>
                <a:ea typeface="+mn-ea"/>
                <a:cs typeface="+mn-cs"/>
              </a:rPr>
              <a:t>[Click to add text]</a:t>
            </a:r>
            <a:endParaRPr lang="en-US"/>
          </a:p>
          <a:p>
            <a:pPr lvl="1"/>
            <a:r>
              <a:rPr lang="en-US"/>
              <a:t>Second level</a:t>
            </a:r>
          </a:p>
          <a:p>
            <a:pPr lvl="2"/>
            <a:r>
              <a:rPr lang="en-US"/>
              <a:t>Third level</a:t>
            </a:r>
          </a:p>
        </p:txBody>
      </p:sp>
      <p:sp>
        <p:nvSpPr>
          <p:cNvPr id="36" name="Picture Placeholder Middle Top">
            <a:extLst>
              <a:ext uri="{FF2B5EF4-FFF2-40B4-BE49-F238E27FC236}">
                <a16:creationId xmlns:a16="http://schemas.microsoft.com/office/drawing/2014/main" id="{DA019EA3-E52A-49F1-93F2-060A66C348AB}"/>
              </a:ext>
            </a:extLst>
          </p:cNvPr>
          <p:cNvSpPr>
            <a:spLocks noGrp="1"/>
          </p:cNvSpPr>
          <p:nvPr>
            <p:ph type="pic" sz="quarter" idx="21" hasCustomPrompt="1"/>
          </p:nvPr>
        </p:nvSpPr>
        <p:spPr>
          <a:xfrm>
            <a:off x="6618578" y="2486303"/>
            <a:ext cx="731520" cy="731520"/>
          </a:xfrm>
          <a:prstGeom prst="rect">
            <a:avLst/>
          </a:prstGeom>
        </p:spPr>
        <p:txBody>
          <a:bodyPr anchor="ctr">
            <a:normAutofit/>
          </a:bodyPr>
          <a:lstStyle>
            <a:lvl1pPr marL="0" indent="0" algn="ctr">
              <a:buNone/>
              <a:defRPr sz="1100"/>
            </a:lvl1pPr>
          </a:lstStyle>
          <a:p>
            <a:r>
              <a:rPr lang="en-US"/>
              <a:t>[Image] or remove and place icon here</a:t>
            </a:r>
          </a:p>
        </p:txBody>
      </p:sp>
      <p:sp>
        <p:nvSpPr>
          <p:cNvPr id="22" name="Subtitle Top">
            <a:extLst>
              <a:ext uri="{FF2B5EF4-FFF2-40B4-BE49-F238E27FC236}">
                <a16:creationId xmlns:a16="http://schemas.microsoft.com/office/drawing/2014/main" id="{F32872C9-2C41-4ABC-9932-EE0BBAFBE2B9}"/>
              </a:ext>
            </a:extLst>
          </p:cNvPr>
          <p:cNvSpPr>
            <a:spLocks noGrp="1"/>
          </p:cNvSpPr>
          <p:nvPr>
            <p:ph type="body" sz="quarter" idx="36" hasCustomPrompt="1"/>
          </p:nvPr>
        </p:nvSpPr>
        <p:spPr>
          <a:xfrm>
            <a:off x="7488891" y="2483726"/>
            <a:ext cx="4136218" cy="267545"/>
          </a:xfrm>
          <a:prstGeom prst="rect">
            <a:avLst/>
          </a:prstGeom>
        </p:spPr>
        <p:txBody>
          <a:bodyPr anchor="t">
            <a:noAutofit/>
          </a:bodyPr>
          <a:lstStyle>
            <a:lvl1pPr marL="0" indent="0">
              <a:buNone/>
              <a:defRPr sz="1600">
                <a:solidFill>
                  <a:schemeClr val="accent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23" name="Text Placeholder 15">
            <a:extLst>
              <a:ext uri="{FF2B5EF4-FFF2-40B4-BE49-F238E27FC236}">
                <a16:creationId xmlns:a16="http://schemas.microsoft.com/office/drawing/2014/main" id="{7D0F84AA-F016-40FD-B57B-922B879A885F}"/>
              </a:ext>
            </a:extLst>
          </p:cNvPr>
          <p:cNvSpPr>
            <a:spLocks noGrp="1"/>
          </p:cNvSpPr>
          <p:nvPr>
            <p:ph type="body" sz="quarter" idx="37" hasCustomPrompt="1"/>
          </p:nvPr>
        </p:nvSpPr>
        <p:spPr>
          <a:xfrm>
            <a:off x="7490161" y="2821981"/>
            <a:ext cx="4134800" cy="640080"/>
          </a:xfrm>
          <a:prstGeom prst="rect">
            <a:avLst/>
          </a:prstGeom>
        </p:spPr>
        <p:txBody>
          <a:bodyPr/>
          <a:lstStyle>
            <a:lvl1pPr>
              <a:lnSpc>
                <a:spcPct val="100000"/>
              </a:lnSpc>
              <a:spcBef>
                <a:spcPts val="0"/>
              </a:spcBef>
              <a:spcAft>
                <a:spcPts val="200"/>
              </a:spcAft>
              <a:defRPr sz="1400"/>
            </a:lvl1pPr>
            <a:lvl2pPr>
              <a:lnSpc>
                <a:spcPct val="100000"/>
              </a:lnSpc>
              <a:spcBef>
                <a:spcPts val="0"/>
              </a:spcBef>
              <a:spcAft>
                <a:spcPts val="200"/>
              </a:spcAft>
              <a:defRPr sz="1200"/>
            </a:lvl2pPr>
            <a:lvl3pPr>
              <a:lnSpc>
                <a:spcPct val="100000"/>
              </a:lnSpc>
              <a:spcBef>
                <a:spcPts val="0"/>
              </a:spcBef>
              <a:spcAft>
                <a:spcPts val="200"/>
              </a:spcAft>
              <a:defRPr sz="1200"/>
            </a:lvl3pPr>
            <a:lvl4pPr>
              <a:defRPr sz="1200"/>
            </a:lvl4pPr>
            <a:lvl5pPr>
              <a:defRPr sz="1200"/>
            </a:lvl5pPr>
          </a:lstStyle>
          <a:p>
            <a:pPr lvl="0"/>
            <a:r>
              <a:rPr kumimoji="0" lang="en-US" sz="1400" b="0" i="0" u="none" strike="noStrike" kern="1200" cap="none" spc="0" normalizeH="0" baseline="0" noProof="0">
                <a:ln>
                  <a:noFill/>
                </a:ln>
                <a:solidFill>
                  <a:srgbClr val="000000"/>
                </a:solidFill>
                <a:effectLst/>
                <a:uLnTx/>
                <a:uFillTx/>
                <a:latin typeface="Arial"/>
                <a:ea typeface="+mn-ea"/>
                <a:cs typeface="+mn-cs"/>
              </a:rPr>
              <a:t>[Click to add text]</a:t>
            </a:r>
            <a:endParaRPr lang="en-US"/>
          </a:p>
          <a:p>
            <a:pPr lvl="1"/>
            <a:r>
              <a:rPr lang="en-US"/>
              <a:t>Second level</a:t>
            </a:r>
          </a:p>
          <a:p>
            <a:pPr lvl="2"/>
            <a:r>
              <a:rPr lang="en-US"/>
              <a:t>Third level</a:t>
            </a:r>
          </a:p>
        </p:txBody>
      </p:sp>
      <p:sp>
        <p:nvSpPr>
          <p:cNvPr id="37" name="Picture Placeholder  Middle Bottom">
            <a:extLst>
              <a:ext uri="{FF2B5EF4-FFF2-40B4-BE49-F238E27FC236}">
                <a16:creationId xmlns:a16="http://schemas.microsoft.com/office/drawing/2014/main" id="{9A48FFB8-D57B-414B-8D41-DADB303CDAA1}"/>
              </a:ext>
            </a:extLst>
          </p:cNvPr>
          <p:cNvSpPr>
            <a:spLocks noGrp="1"/>
          </p:cNvSpPr>
          <p:nvPr>
            <p:ph type="pic" sz="quarter" idx="22" hasCustomPrompt="1"/>
          </p:nvPr>
        </p:nvSpPr>
        <p:spPr>
          <a:xfrm>
            <a:off x="6618578" y="3709346"/>
            <a:ext cx="731520" cy="731520"/>
          </a:xfrm>
          <a:prstGeom prst="rect">
            <a:avLst/>
          </a:prstGeom>
        </p:spPr>
        <p:txBody>
          <a:bodyPr anchor="ctr">
            <a:normAutofit/>
          </a:bodyPr>
          <a:lstStyle>
            <a:lvl1pPr marL="0" indent="0" algn="ctr">
              <a:buNone/>
              <a:defRPr sz="1100"/>
            </a:lvl1pPr>
          </a:lstStyle>
          <a:p>
            <a:r>
              <a:rPr lang="en-US"/>
              <a:t>[Image] or remove and place icon here</a:t>
            </a:r>
          </a:p>
        </p:txBody>
      </p:sp>
      <p:sp>
        <p:nvSpPr>
          <p:cNvPr id="24" name="Subtitle Top">
            <a:extLst>
              <a:ext uri="{FF2B5EF4-FFF2-40B4-BE49-F238E27FC236}">
                <a16:creationId xmlns:a16="http://schemas.microsoft.com/office/drawing/2014/main" id="{F02B674F-D8E9-4242-8C17-0240FB40F65A}"/>
              </a:ext>
            </a:extLst>
          </p:cNvPr>
          <p:cNvSpPr>
            <a:spLocks noGrp="1"/>
          </p:cNvSpPr>
          <p:nvPr>
            <p:ph type="body" sz="quarter" idx="38" hasCustomPrompt="1"/>
          </p:nvPr>
        </p:nvSpPr>
        <p:spPr>
          <a:xfrm>
            <a:off x="7487621" y="3706769"/>
            <a:ext cx="4136218" cy="267545"/>
          </a:xfrm>
          <a:prstGeom prst="rect">
            <a:avLst/>
          </a:prstGeom>
        </p:spPr>
        <p:txBody>
          <a:bodyPr anchor="t">
            <a:noAutofit/>
          </a:bodyPr>
          <a:lstStyle>
            <a:lvl1pPr marL="0" indent="0">
              <a:buNone/>
              <a:defRPr sz="1600">
                <a:solidFill>
                  <a:schemeClr val="accent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25" name="Text Placeholder 15">
            <a:extLst>
              <a:ext uri="{FF2B5EF4-FFF2-40B4-BE49-F238E27FC236}">
                <a16:creationId xmlns:a16="http://schemas.microsoft.com/office/drawing/2014/main" id="{9F2499DA-5101-4E05-8B0E-D14E56480543}"/>
              </a:ext>
            </a:extLst>
          </p:cNvPr>
          <p:cNvSpPr>
            <a:spLocks noGrp="1"/>
          </p:cNvSpPr>
          <p:nvPr>
            <p:ph type="body" sz="quarter" idx="39" hasCustomPrompt="1"/>
          </p:nvPr>
        </p:nvSpPr>
        <p:spPr>
          <a:xfrm>
            <a:off x="7488891" y="4045024"/>
            <a:ext cx="4134800" cy="640080"/>
          </a:xfrm>
          <a:prstGeom prst="rect">
            <a:avLst/>
          </a:prstGeom>
        </p:spPr>
        <p:txBody>
          <a:bodyPr/>
          <a:lstStyle>
            <a:lvl1pPr>
              <a:lnSpc>
                <a:spcPct val="100000"/>
              </a:lnSpc>
              <a:spcBef>
                <a:spcPts val="0"/>
              </a:spcBef>
              <a:spcAft>
                <a:spcPts val="200"/>
              </a:spcAft>
              <a:defRPr sz="1400"/>
            </a:lvl1pPr>
            <a:lvl2pPr>
              <a:lnSpc>
                <a:spcPct val="100000"/>
              </a:lnSpc>
              <a:spcBef>
                <a:spcPts val="0"/>
              </a:spcBef>
              <a:spcAft>
                <a:spcPts val="200"/>
              </a:spcAft>
              <a:defRPr sz="1200"/>
            </a:lvl2pPr>
            <a:lvl3pPr>
              <a:lnSpc>
                <a:spcPct val="100000"/>
              </a:lnSpc>
              <a:spcBef>
                <a:spcPts val="0"/>
              </a:spcBef>
              <a:spcAft>
                <a:spcPts val="200"/>
              </a:spcAft>
              <a:defRPr sz="1200"/>
            </a:lvl3pPr>
            <a:lvl4pPr>
              <a:defRPr sz="1200"/>
            </a:lvl4pPr>
            <a:lvl5pPr>
              <a:defRPr sz="1200"/>
            </a:lvl5pPr>
          </a:lstStyle>
          <a:p>
            <a:pPr lvl="0"/>
            <a:r>
              <a:rPr kumimoji="0" lang="en-US" sz="1400" b="0" i="0" u="none" strike="noStrike" kern="1200" cap="none" spc="0" normalizeH="0" baseline="0" noProof="0">
                <a:ln>
                  <a:noFill/>
                </a:ln>
                <a:solidFill>
                  <a:srgbClr val="000000"/>
                </a:solidFill>
                <a:effectLst/>
                <a:uLnTx/>
                <a:uFillTx/>
                <a:latin typeface="Arial"/>
                <a:ea typeface="+mn-ea"/>
                <a:cs typeface="+mn-cs"/>
              </a:rPr>
              <a:t>[Click to add text]</a:t>
            </a:r>
            <a:endParaRPr lang="en-US"/>
          </a:p>
          <a:p>
            <a:pPr lvl="1"/>
            <a:r>
              <a:rPr lang="en-US"/>
              <a:t>Second level</a:t>
            </a:r>
          </a:p>
          <a:p>
            <a:pPr lvl="2"/>
            <a:r>
              <a:rPr lang="en-US"/>
              <a:t>Third level</a:t>
            </a:r>
          </a:p>
        </p:txBody>
      </p:sp>
      <p:sp>
        <p:nvSpPr>
          <p:cNvPr id="38" name="Picture Placeholder  Bottom">
            <a:extLst>
              <a:ext uri="{FF2B5EF4-FFF2-40B4-BE49-F238E27FC236}">
                <a16:creationId xmlns:a16="http://schemas.microsoft.com/office/drawing/2014/main" id="{F24D806E-A553-4B1F-8117-9C5C176E53F9}"/>
              </a:ext>
            </a:extLst>
          </p:cNvPr>
          <p:cNvSpPr>
            <a:spLocks noGrp="1"/>
          </p:cNvSpPr>
          <p:nvPr>
            <p:ph type="pic" sz="quarter" idx="23" hasCustomPrompt="1"/>
          </p:nvPr>
        </p:nvSpPr>
        <p:spPr>
          <a:xfrm>
            <a:off x="6616401" y="4932390"/>
            <a:ext cx="731520" cy="731520"/>
          </a:xfrm>
          <a:prstGeom prst="rect">
            <a:avLst/>
          </a:prstGeom>
        </p:spPr>
        <p:txBody>
          <a:bodyPr anchor="ctr">
            <a:normAutofit/>
          </a:bodyPr>
          <a:lstStyle>
            <a:lvl1pPr marL="0" indent="0" algn="ctr">
              <a:buNone/>
              <a:defRPr sz="1100"/>
            </a:lvl1pPr>
          </a:lstStyle>
          <a:p>
            <a:r>
              <a:rPr lang="en-US"/>
              <a:t>[Image] or remove and place icon here</a:t>
            </a:r>
          </a:p>
        </p:txBody>
      </p:sp>
      <p:sp>
        <p:nvSpPr>
          <p:cNvPr id="26" name="Subtitle Top">
            <a:extLst>
              <a:ext uri="{FF2B5EF4-FFF2-40B4-BE49-F238E27FC236}">
                <a16:creationId xmlns:a16="http://schemas.microsoft.com/office/drawing/2014/main" id="{A0B75D8F-9A1B-4EDF-ACD4-90B4C7E458D1}"/>
              </a:ext>
            </a:extLst>
          </p:cNvPr>
          <p:cNvSpPr>
            <a:spLocks noGrp="1"/>
          </p:cNvSpPr>
          <p:nvPr>
            <p:ph type="body" sz="quarter" idx="40" hasCustomPrompt="1"/>
          </p:nvPr>
        </p:nvSpPr>
        <p:spPr>
          <a:xfrm>
            <a:off x="7486351" y="4927165"/>
            <a:ext cx="4136218" cy="267545"/>
          </a:xfrm>
          <a:prstGeom prst="rect">
            <a:avLst/>
          </a:prstGeom>
        </p:spPr>
        <p:txBody>
          <a:bodyPr anchor="t">
            <a:noAutofit/>
          </a:bodyPr>
          <a:lstStyle>
            <a:lvl1pPr marL="0" indent="0">
              <a:buNone/>
              <a:defRPr sz="1600">
                <a:solidFill>
                  <a:schemeClr val="accent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27" name="Text Placeholder 15">
            <a:extLst>
              <a:ext uri="{FF2B5EF4-FFF2-40B4-BE49-F238E27FC236}">
                <a16:creationId xmlns:a16="http://schemas.microsoft.com/office/drawing/2014/main" id="{D2763317-8032-4545-AB58-78701E7FE79F}"/>
              </a:ext>
            </a:extLst>
          </p:cNvPr>
          <p:cNvSpPr>
            <a:spLocks noGrp="1"/>
          </p:cNvSpPr>
          <p:nvPr>
            <p:ph type="body" sz="quarter" idx="41" hasCustomPrompt="1"/>
          </p:nvPr>
        </p:nvSpPr>
        <p:spPr>
          <a:xfrm>
            <a:off x="7487621" y="5265420"/>
            <a:ext cx="4134800" cy="640080"/>
          </a:xfrm>
          <a:prstGeom prst="rect">
            <a:avLst/>
          </a:prstGeom>
        </p:spPr>
        <p:txBody>
          <a:bodyPr/>
          <a:lstStyle>
            <a:lvl1pPr>
              <a:lnSpc>
                <a:spcPct val="100000"/>
              </a:lnSpc>
              <a:spcBef>
                <a:spcPts val="0"/>
              </a:spcBef>
              <a:spcAft>
                <a:spcPts val="200"/>
              </a:spcAft>
              <a:defRPr sz="1400"/>
            </a:lvl1pPr>
            <a:lvl2pPr>
              <a:lnSpc>
                <a:spcPct val="100000"/>
              </a:lnSpc>
              <a:spcBef>
                <a:spcPts val="0"/>
              </a:spcBef>
              <a:spcAft>
                <a:spcPts val="200"/>
              </a:spcAft>
              <a:defRPr sz="1200"/>
            </a:lvl2pPr>
            <a:lvl3pPr>
              <a:lnSpc>
                <a:spcPct val="100000"/>
              </a:lnSpc>
              <a:spcBef>
                <a:spcPts val="0"/>
              </a:spcBef>
              <a:spcAft>
                <a:spcPts val="200"/>
              </a:spcAft>
              <a:defRPr sz="1200"/>
            </a:lvl3pPr>
            <a:lvl4pPr>
              <a:defRPr sz="1200"/>
            </a:lvl4pPr>
            <a:lvl5pPr>
              <a:defRPr sz="1200"/>
            </a:lvl5pPr>
          </a:lstStyle>
          <a:p>
            <a:pPr lvl="0"/>
            <a:r>
              <a:rPr kumimoji="0" lang="en-US" sz="1400" b="0" i="0" u="none" strike="noStrike" kern="1200" cap="none" spc="0" normalizeH="0" baseline="0" noProof="0">
                <a:ln>
                  <a:noFill/>
                </a:ln>
                <a:solidFill>
                  <a:srgbClr val="000000"/>
                </a:solidFill>
                <a:effectLst/>
                <a:uLnTx/>
                <a:uFillTx/>
                <a:latin typeface="Arial"/>
                <a:ea typeface="+mn-ea"/>
                <a:cs typeface="+mn-cs"/>
              </a:rPr>
              <a:t>[Click to add text]</a:t>
            </a:r>
            <a:endParaRPr lang="en-US"/>
          </a:p>
          <a:p>
            <a:pPr lvl="1"/>
            <a:r>
              <a:rPr lang="en-US"/>
              <a:t>Second level</a:t>
            </a:r>
          </a:p>
          <a:p>
            <a:pPr lvl="2"/>
            <a:r>
              <a:rPr lang="en-US"/>
              <a:t>Third level</a:t>
            </a:r>
          </a:p>
        </p:txBody>
      </p:sp>
      <p:sp>
        <p:nvSpPr>
          <p:cNvPr id="21" name="Footnote">
            <a:extLst>
              <a:ext uri="{FF2B5EF4-FFF2-40B4-BE49-F238E27FC236}">
                <a16:creationId xmlns:a16="http://schemas.microsoft.com/office/drawing/2014/main" id="{9DBFEEAB-9E37-46AB-9295-1B782C9B76BE}"/>
              </a:ext>
            </a:extLst>
          </p:cNvPr>
          <p:cNvSpPr>
            <a:spLocks noGrp="1"/>
          </p:cNvSpPr>
          <p:nvPr>
            <p:ph type="body" sz="quarter" idx="15" hasCustomPrompt="1"/>
          </p:nvPr>
        </p:nvSpPr>
        <p:spPr>
          <a:xfrm>
            <a:off x="567039" y="5904781"/>
            <a:ext cx="11060912" cy="307631"/>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1666644835"/>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720" userDrawn="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Icons 4 Columns + Content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321DF1D-3C8D-435E-8E9F-6D662BF957BD}"/>
              </a:ext>
              <a:ext uri="{C183D7F6-B498-43B3-948B-1728B52AA6E4}">
                <adec:decorative xmlns:adec="http://schemas.microsoft.com/office/drawing/2017/decorative" val="1"/>
              </a:ext>
            </a:extLst>
          </p:cNvPr>
          <p:cNvSpPr/>
          <p:nvPr userDrawn="1"/>
        </p:nvSpPr>
        <p:spPr bwMode="white">
          <a:xfrm>
            <a:off x="6096000" y="0"/>
            <a:ext cx="6096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solidFill>
                <a:schemeClr val="tx1"/>
              </a:solidFill>
            </a:endParaRPr>
          </a:p>
        </p:txBody>
      </p:sp>
      <p:sp>
        <p:nvSpPr>
          <p:cNvPr id="3" name="Footer Placeholder 2">
            <a:extLst>
              <a:ext uri="{FF2B5EF4-FFF2-40B4-BE49-F238E27FC236}">
                <a16:creationId xmlns:a16="http://schemas.microsoft.com/office/drawing/2014/main" id="{FCFEF029-AF59-4AC3-9ED3-4E5E4431EF7C}"/>
              </a:ext>
            </a:extLst>
          </p:cNvPr>
          <p:cNvSpPr>
            <a:spLocks noGrp="1"/>
          </p:cNvSpPr>
          <p:nvPr>
            <p:ph type="ftr" sz="quarter" idx="35"/>
          </p:nvPr>
        </p:nvSpPr>
        <p:spPr/>
        <p:txBody>
          <a:bodyPr/>
          <a:lstStyle>
            <a:lvl1pPr>
              <a:defRPr>
                <a:solidFill>
                  <a:schemeClr val="bg1"/>
                </a:solidFill>
              </a:defRPr>
            </a:lvl1pPr>
          </a:lstStyle>
          <a:p>
            <a:r>
              <a:rPr lang="en-US"/>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lvl1pPr>
              <a:defRPr>
                <a:solidFill>
                  <a:schemeClr val="bg1"/>
                </a:solidFill>
              </a:defRPr>
            </a:lvl1pPr>
          </a:lstStyle>
          <a:p>
            <a:fld id="{5CFA18E4-D58E-4B28-B105-28D9665A8EBC}" type="slidenum">
              <a:rPr lang="en-US" smtClean="0"/>
              <a:pPr/>
              <a:t>‹#›</a:t>
            </a:fld>
            <a:endParaRPr lang="en-US"/>
          </a:p>
        </p:txBody>
      </p:sp>
      <p:sp>
        <p:nvSpPr>
          <p:cNvPr id="47" name="Title 6">
            <a:extLst>
              <a:ext uri="{FF2B5EF4-FFF2-40B4-BE49-F238E27FC236}">
                <a16:creationId xmlns:a16="http://schemas.microsoft.com/office/drawing/2014/main" id="{7A52641A-F2AB-4235-AD50-FEB7E58871C8}"/>
              </a:ext>
            </a:extLst>
          </p:cNvPr>
          <p:cNvSpPr>
            <a:spLocks noGrp="1"/>
          </p:cNvSpPr>
          <p:nvPr>
            <p:ph type="title" hasCustomPrompt="1"/>
          </p:nvPr>
        </p:nvSpPr>
        <p:spPr>
          <a:xfrm>
            <a:off x="567040" y="342900"/>
            <a:ext cx="5029200" cy="460551"/>
          </a:xfrm>
        </p:spPr>
        <p:txBody>
          <a:bodyPr/>
          <a:lstStyle/>
          <a:p>
            <a:r>
              <a:rPr lang="en-US"/>
              <a:t>[Headline]</a:t>
            </a:r>
          </a:p>
        </p:txBody>
      </p:sp>
      <p:sp>
        <p:nvSpPr>
          <p:cNvPr id="46" name="Sub-headline">
            <a:extLst>
              <a:ext uri="{FF2B5EF4-FFF2-40B4-BE49-F238E27FC236}">
                <a16:creationId xmlns:a16="http://schemas.microsoft.com/office/drawing/2014/main" id="{5251668F-9361-42F9-893B-958B89A89D74}"/>
              </a:ext>
            </a:extLst>
          </p:cNvPr>
          <p:cNvSpPr>
            <a:spLocks noGrp="1"/>
          </p:cNvSpPr>
          <p:nvPr>
            <p:ph type="body" sz="quarter" idx="13" hasCustomPrompt="1"/>
          </p:nvPr>
        </p:nvSpPr>
        <p:spPr>
          <a:xfrm>
            <a:off x="567038" y="899026"/>
            <a:ext cx="5029200" cy="278706"/>
          </a:xfrm>
          <a:prstGeom prst="rect">
            <a:avLst/>
          </a:prstGeom>
        </p:spPr>
        <p:txBody>
          <a:bodyPr/>
          <a:lstStyle>
            <a:lvl1pPr marL="0" indent="0">
              <a:buNone/>
              <a:defRPr sz="1800" b="0">
                <a:latin typeface="+mn-lt"/>
              </a:defRPr>
            </a:lvl1pPr>
            <a:lvl2pPr marL="169863" indent="0">
              <a:buNone/>
              <a:defRPr/>
            </a:lvl2pPr>
          </a:lstStyle>
          <a:p>
            <a:pPr lvl="0"/>
            <a:r>
              <a:rPr lang="en-US"/>
              <a:t>[Sub-headline]</a:t>
            </a:r>
          </a:p>
        </p:txBody>
      </p:sp>
      <p:sp>
        <p:nvSpPr>
          <p:cNvPr id="22" name="Content Placeholder 3">
            <a:extLst>
              <a:ext uri="{FF2B5EF4-FFF2-40B4-BE49-F238E27FC236}">
                <a16:creationId xmlns:a16="http://schemas.microsoft.com/office/drawing/2014/main" id="{BA006FC7-D663-4A84-9EC7-38CF613B62D7}"/>
              </a:ext>
            </a:extLst>
          </p:cNvPr>
          <p:cNvSpPr>
            <a:spLocks noGrp="1"/>
          </p:cNvSpPr>
          <p:nvPr>
            <p:ph sz="quarter" idx="33" hasCustomPrompt="1"/>
          </p:nvPr>
        </p:nvSpPr>
        <p:spPr>
          <a:xfrm>
            <a:off x="566738" y="1263650"/>
            <a:ext cx="5029200" cy="4343400"/>
          </a:xfrm>
        </p:spPr>
        <p:txBody>
          <a:bodyPr/>
          <a:lstStyle>
            <a:lvl1pPr>
              <a:defRPr/>
            </a:lvl1pPr>
          </a:lstStyle>
          <a:p>
            <a:pPr lvl="0"/>
            <a:r>
              <a:rPr lang="en-US"/>
              <a:t>[Click to add content]</a:t>
            </a:r>
          </a:p>
          <a:p>
            <a:pPr lvl="1"/>
            <a:r>
              <a:rPr lang="en-US"/>
              <a:t>Second level</a:t>
            </a:r>
          </a:p>
          <a:p>
            <a:pPr lvl="2"/>
            <a:r>
              <a:rPr lang="en-US"/>
              <a:t>Third level</a:t>
            </a:r>
          </a:p>
          <a:p>
            <a:pPr lvl="3"/>
            <a:r>
              <a:rPr lang="en-US"/>
              <a:t>Fourth level</a:t>
            </a:r>
          </a:p>
          <a:p>
            <a:pPr lvl="4"/>
            <a:r>
              <a:rPr lang="en-US"/>
              <a:t>Fifth level</a:t>
            </a:r>
          </a:p>
        </p:txBody>
      </p:sp>
      <p:sp>
        <p:nvSpPr>
          <p:cNvPr id="23" name="Footnote">
            <a:extLst>
              <a:ext uri="{FF2B5EF4-FFF2-40B4-BE49-F238E27FC236}">
                <a16:creationId xmlns:a16="http://schemas.microsoft.com/office/drawing/2014/main" id="{0D52D127-8311-4C6F-B9EA-30B581C17FF7}"/>
              </a:ext>
            </a:extLst>
          </p:cNvPr>
          <p:cNvSpPr>
            <a:spLocks noGrp="1"/>
          </p:cNvSpPr>
          <p:nvPr>
            <p:ph type="body" sz="quarter" idx="15" hasCustomPrompt="1"/>
          </p:nvPr>
        </p:nvSpPr>
        <p:spPr>
          <a:xfrm>
            <a:off x="567039" y="5905500"/>
            <a:ext cx="5029200" cy="306912"/>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sp>
        <p:nvSpPr>
          <p:cNvPr id="40" name="Picture Placeholder Top">
            <a:extLst>
              <a:ext uri="{FF2B5EF4-FFF2-40B4-BE49-F238E27FC236}">
                <a16:creationId xmlns:a16="http://schemas.microsoft.com/office/drawing/2014/main" id="{92FD1037-3FD2-4536-815B-AC3218BE9FD2}"/>
              </a:ext>
            </a:extLst>
          </p:cNvPr>
          <p:cNvSpPr>
            <a:spLocks noGrp="1"/>
          </p:cNvSpPr>
          <p:nvPr>
            <p:ph type="pic" sz="quarter" idx="27" hasCustomPrompt="1"/>
          </p:nvPr>
        </p:nvSpPr>
        <p:spPr>
          <a:xfrm>
            <a:off x="6618578" y="1263260"/>
            <a:ext cx="731520" cy="731520"/>
          </a:xfrm>
          <a:prstGeom prst="rect">
            <a:avLst/>
          </a:prstGeom>
        </p:spPr>
        <p:txBody>
          <a:bodyPr anchor="ctr">
            <a:normAutofit/>
          </a:bodyPr>
          <a:lstStyle>
            <a:lvl1pPr marL="0" indent="0" algn="ctr">
              <a:buNone/>
              <a:defRPr sz="1100"/>
            </a:lvl1pPr>
          </a:lstStyle>
          <a:p>
            <a:r>
              <a:rPr lang="en-US"/>
              <a:t>[Image] or remove and place icon here</a:t>
            </a:r>
          </a:p>
        </p:txBody>
      </p:sp>
      <p:sp>
        <p:nvSpPr>
          <p:cNvPr id="39" name="Subtitle Top">
            <a:extLst>
              <a:ext uri="{FF2B5EF4-FFF2-40B4-BE49-F238E27FC236}">
                <a16:creationId xmlns:a16="http://schemas.microsoft.com/office/drawing/2014/main" id="{97AB4569-D69B-4F8F-A994-52A9BDA887F2}"/>
              </a:ext>
            </a:extLst>
          </p:cNvPr>
          <p:cNvSpPr>
            <a:spLocks noGrp="1"/>
          </p:cNvSpPr>
          <p:nvPr>
            <p:ph type="body" sz="quarter" idx="25" hasCustomPrompt="1"/>
          </p:nvPr>
        </p:nvSpPr>
        <p:spPr>
          <a:xfrm>
            <a:off x="7488891" y="1268670"/>
            <a:ext cx="4136218" cy="267545"/>
          </a:xfrm>
          <a:prstGeom prst="rect">
            <a:avLst/>
          </a:prstGeom>
        </p:spPr>
        <p:txBody>
          <a:bodyPr anchor="t">
            <a:noAutofit/>
          </a:bodyPr>
          <a:lstStyle>
            <a:lvl1pPr marL="0" indent="0">
              <a:buNone/>
              <a:defRPr sz="1600">
                <a:solidFill>
                  <a:schemeClr val="bg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42" name="Text Placeholder 15">
            <a:extLst>
              <a:ext uri="{FF2B5EF4-FFF2-40B4-BE49-F238E27FC236}">
                <a16:creationId xmlns:a16="http://schemas.microsoft.com/office/drawing/2014/main" id="{9551F18A-01B5-45DB-A0D7-2828AD10567D}"/>
              </a:ext>
            </a:extLst>
          </p:cNvPr>
          <p:cNvSpPr>
            <a:spLocks noGrp="1"/>
          </p:cNvSpPr>
          <p:nvPr>
            <p:ph type="body" sz="quarter" idx="29" hasCustomPrompt="1"/>
          </p:nvPr>
        </p:nvSpPr>
        <p:spPr>
          <a:xfrm>
            <a:off x="7490161" y="1600127"/>
            <a:ext cx="4134800" cy="640080"/>
          </a:xfrm>
          <a:prstGeom prst="rect">
            <a:avLst/>
          </a:prstGeom>
        </p:spPr>
        <p:txBody>
          <a:bodyPr/>
          <a:lstStyle>
            <a:lvl1pPr>
              <a:lnSpc>
                <a:spcPct val="100000"/>
              </a:lnSpc>
              <a:spcBef>
                <a:spcPts val="0"/>
              </a:spcBef>
              <a:spcAft>
                <a:spcPts val="200"/>
              </a:spcAft>
              <a:defRPr sz="1400">
                <a:solidFill>
                  <a:schemeClr val="bg1"/>
                </a:solidFill>
              </a:defRPr>
            </a:lvl1pPr>
            <a:lvl2pPr>
              <a:lnSpc>
                <a:spcPct val="100000"/>
              </a:lnSpc>
              <a:spcBef>
                <a:spcPts val="0"/>
              </a:spcBef>
              <a:spcAft>
                <a:spcPts val="200"/>
              </a:spcAft>
              <a:defRPr sz="1200">
                <a:solidFill>
                  <a:schemeClr val="bg1"/>
                </a:solidFill>
              </a:defRPr>
            </a:lvl2pPr>
            <a:lvl3pPr>
              <a:lnSpc>
                <a:spcPct val="100000"/>
              </a:lnSpc>
              <a:spcBef>
                <a:spcPts val="0"/>
              </a:spcBef>
              <a:spcAft>
                <a:spcPts val="200"/>
              </a:spcAft>
              <a:defRPr sz="1200">
                <a:solidFill>
                  <a:schemeClr val="bg1"/>
                </a:solidFill>
              </a:defRPr>
            </a:lvl3pPr>
            <a:lvl4pPr>
              <a:defRPr sz="1200"/>
            </a:lvl4pPr>
            <a:lvl5pPr>
              <a:defRPr sz="1200"/>
            </a:lvl5pPr>
          </a:lstStyle>
          <a:p>
            <a:pPr lvl="0"/>
            <a:r>
              <a:rPr lang="en-US"/>
              <a:t>[Click to add text]</a:t>
            </a:r>
          </a:p>
          <a:p>
            <a:pPr lvl="1"/>
            <a:r>
              <a:rPr lang="en-US"/>
              <a:t>Second level</a:t>
            </a:r>
          </a:p>
          <a:p>
            <a:pPr lvl="2"/>
            <a:r>
              <a:rPr lang="en-US"/>
              <a:t>Third level</a:t>
            </a:r>
          </a:p>
        </p:txBody>
      </p:sp>
      <p:sp>
        <p:nvSpPr>
          <p:cNvPr id="36" name="Picture Placeholder Middle Top">
            <a:extLst>
              <a:ext uri="{FF2B5EF4-FFF2-40B4-BE49-F238E27FC236}">
                <a16:creationId xmlns:a16="http://schemas.microsoft.com/office/drawing/2014/main" id="{DA019EA3-E52A-49F1-93F2-060A66C348AB}"/>
              </a:ext>
            </a:extLst>
          </p:cNvPr>
          <p:cNvSpPr>
            <a:spLocks noGrp="1"/>
          </p:cNvSpPr>
          <p:nvPr>
            <p:ph type="pic" sz="quarter" idx="21" hasCustomPrompt="1"/>
          </p:nvPr>
        </p:nvSpPr>
        <p:spPr>
          <a:xfrm>
            <a:off x="6618578" y="2486303"/>
            <a:ext cx="731520" cy="731520"/>
          </a:xfrm>
          <a:prstGeom prst="rect">
            <a:avLst/>
          </a:prstGeom>
        </p:spPr>
        <p:txBody>
          <a:bodyPr anchor="ctr">
            <a:normAutofit/>
          </a:bodyPr>
          <a:lstStyle>
            <a:lvl1pPr marL="0" indent="0" algn="ctr">
              <a:buNone/>
              <a:defRPr sz="1100"/>
            </a:lvl1pPr>
          </a:lstStyle>
          <a:p>
            <a:r>
              <a:rPr lang="en-US"/>
              <a:t>[Image] or remove and place icon here</a:t>
            </a:r>
          </a:p>
        </p:txBody>
      </p:sp>
      <p:sp>
        <p:nvSpPr>
          <p:cNvPr id="33" name="Subtitle Middle Top">
            <a:extLst>
              <a:ext uri="{FF2B5EF4-FFF2-40B4-BE49-F238E27FC236}">
                <a16:creationId xmlns:a16="http://schemas.microsoft.com/office/drawing/2014/main" id="{0B17B252-9B3F-45FC-90E8-5D155B6782BA}"/>
              </a:ext>
            </a:extLst>
          </p:cNvPr>
          <p:cNvSpPr>
            <a:spLocks noGrp="1"/>
          </p:cNvSpPr>
          <p:nvPr>
            <p:ph type="body" sz="quarter" idx="16" hasCustomPrompt="1"/>
          </p:nvPr>
        </p:nvSpPr>
        <p:spPr>
          <a:xfrm>
            <a:off x="7488891" y="2486303"/>
            <a:ext cx="4136218" cy="267545"/>
          </a:xfrm>
          <a:prstGeom prst="rect">
            <a:avLst/>
          </a:prstGeom>
        </p:spPr>
        <p:txBody>
          <a:bodyPr anchor="t">
            <a:noAutofit/>
          </a:bodyPr>
          <a:lstStyle>
            <a:lvl1pPr marL="0" indent="0">
              <a:buNone/>
              <a:defRPr sz="1600">
                <a:solidFill>
                  <a:schemeClr val="bg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43" name="Text Placeholder 25">
            <a:extLst>
              <a:ext uri="{FF2B5EF4-FFF2-40B4-BE49-F238E27FC236}">
                <a16:creationId xmlns:a16="http://schemas.microsoft.com/office/drawing/2014/main" id="{8A12E103-382A-4153-B839-D4D1429F9D4D}"/>
              </a:ext>
            </a:extLst>
          </p:cNvPr>
          <p:cNvSpPr>
            <a:spLocks noGrp="1"/>
          </p:cNvSpPr>
          <p:nvPr>
            <p:ph type="body" sz="quarter" idx="30" hasCustomPrompt="1"/>
          </p:nvPr>
        </p:nvSpPr>
        <p:spPr>
          <a:xfrm>
            <a:off x="7490161" y="2819326"/>
            <a:ext cx="4134800" cy="640080"/>
          </a:xfrm>
          <a:prstGeom prst="rect">
            <a:avLst/>
          </a:prstGeom>
        </p:spPr>
        <p:txBody>
          <a:bodyPr/>
          <a:lstStyle>
            <a:lvl1pPr marL="169863" indent="-169863">
              <a:lnSpc>
                <a:spcPct val="100000"/>
              </a:lnSpc>
              <a:spcBef>
                <a:spcPts val="0"/>
              </a:spcBef>
              <a:spcAft>
                <a:spcPts val="200"/>
              </a:spcAft>
              <a:defRPr lang="en-US" sz="1400" kern="1200" dirty="0">
                <a:solidFill>
                  <a:schemeClr val="bg1"/>
                </a:solidFill>
                <a:latin typeface="+mn-lt"/>
                <a:ea typeface="+mn-ea"/>
                <a:cs typeface="+mn-cs"/>
              </a:defRPr>
            </a:lvl1pPr>
            <a:lvl2pPr>
              <a:lnSpc>
                <a:spcPct val="100000"/>
              </a:lnSpc>
              <a:spcBef>
                <a:spcPts val="0"/>
              </a:spcBef>
              <a:spcAft>
                <a:spcPts val="200"/>
              </a:spcAft>
              <a:defRPr sz="1200">
                <a:solidFill>
                  <a:schemeClr val="bg1"/>
                </a:solidFill>
              </a:defRPr>
            </a:lvl2pPr>
            <a:lvl3pPr>
              <a:lnSpc>
                <a:spcPct val="100000"/>
              </a:lnSpc>
              <a:spcBef>
                <a:spcPts val="0"/>
              </a:spcBef>
              <a:spcAft>
                <a:spcPts val="200"/>
              </a:spcAft>
              <a:defRPr sz="1200">
                <a:solidFill>
                  <a:schemeClr val="bg1"/>
                </a:solidFill>
              </a:defRPr>
            </a:lvl3pPr>
            <a:lvl4pPr>
              <a:lnSpc>
                <a:spcPct val="100000"/>
              </a:lnSpc>
              <a:spcBef>
                <a:spcPts val="0"/>
              </a:spcBef>
              <a:spcAft>
                <a:spcPts val="200"/>
              </a:spcAft>
              <a:defRPr sz="1200">
                <a:solidFill>
                  <a:schemeClr val="bg1"/>
                </a:solidFill>
              </a:defRPr>
            </a:lvl4pPr>
            <a:lvl5pPr>
              <a:defRPr sz="1200"/>
            </a:lvl5pPr>
          </a:lstStyle>
          <a:p>
            <a:pPr marL="169863" lvl="0" indent="-169863" algn="l" defTabSz="914400" rtl="0" eaLnBrk="1" latinLnBrk="0" hangingPunct="1">
              <a:lnSpc>
                <a:spcPct val="90000"/>
              </a:lnSpc>
              <a:spcBef>
                <a:spcPts val="1000"/>
              </a:spcBef>
              <a:buFont typeface="Arial" panose="020B0604020202020204" pitchFamily="34" charset="0"/>
              <a:buChar char="•"/>
            </a:pPr>
            <a:r>
              <a:rPr lang="en-US"/>
              <a:t>[Click to add text]</a:t>
            </a:r>
          </a:p>
          <a:p>
            <a:pPr lvl="1"/>
            <a:r>
              <a:rPr lang="en-US"/>
              <a:t>Second level</a:t>
            </a:r>
          </a:p>
          <a:p>
            <a:pPr lvl="2"/>
            <a:r>
              <a:rPr lang="en-US"/>
              <a:t>Third level</a:t>
            </a:r>
          </a:p>
          <a:p>
            <a:pPr lvl="3"/>
            <a:endParaRPr lang="en-US"/>
          </a:p>
        </p:txBody>
      </p:sp>
      <p:sp>
        <p:nvSpPr>
          <p:cNvPr id="37" name="Picture Placeholder  Middle Bottom">
            <a:extLst>
              <a:ext uri="{FF2B5EF4-FFF2-40B4-BE49-F238E27FC236}">
                <a16:creationId xmlns:a16="http://schemas.microsoft.com/office/drawing/2014/main" id="{9A48FFB8-D57B-414B-8D41-DADB303CDAA1}"/>
              </a:ext>
            </a:extLst>
          </p:cNvPr>
          <p:cNvSpPr>
            <a:spLocks noGrp="1"/>
          </p:cNvSpPr>
          <p:nvPr>
            <p:ph type="pic" sz="quarter" idx="22" hasCustomPrompt="1"/>
          </p:nvPr>
        </p:nvSpPr>
        <p:spPr>
          <a:xfrm>
            <a:off x="6618578" y="3709346"/>
            <a:ext cx="731520" cy="731520"/>
          </a:xfrm>
          <a:prstGeom prst="rect">
            <a:avLst/>
          </a:prstGeom>
        </p:spPr>
        <p:txBody>
          <a:bodyPr anchor="ctr">
            <a:normAutofit/>
          </a:bodyPr>
          <a:lstStyle>
            <a:lvl1pPr marL="0" indent="0" algn="ctr">
              <a:buNone/>
              <a:defRPr sz="1100"/>
            </a:lvl1pPr>
          </a:lstStyle>
          <a:p>
            <a:r>
              <a:rPr lang="en-US"/>
              <a:t>[Image] or remove and place icon here</a:t>
            </a:r>
          </a:p>
        </p:txBody>
      </p:sp>
      <p:sp>
        <p:nvSpPr>
          <p:cNvPr id="34" name="Subtitle Middle Bottom">
            <a:extLst>
              <a:ext uri="{FF2B5EF4-FFF2-40B4-BE49-F238E27FC236}">
                <a16:creationId xmlns:a16="http://schemas.microsoft.com/office/drawing/2014/main" id="{3889D5BC-1AD8-46EC-A794-4E8C8AF5902C}"/>
              </a:ext>
            </a:extLst>
          </p:cNvPr>
          <p:cNvSpPr>
            <a:spLocks noGrp="1"/>
          </p:cNvSpPr>
          <p:nvPr>
            <p:ph type="body" sz="quarter" idx="17" hasCustomPrompt="1"/>
          </p:nvPr>
        </p:nvSpPr>
        <p:spPr>
          <a:xfrm>
            <a:off x="7488891" y="3709346"/>
            <a:ext cx="4136218" cy="267545"/>
          </a:xfrm>
          <a:prstGeom prst="rect">
            <a:avLst/>
          </a:prstGeom>
        </p:spPr>
        <p:txBody>
          <a:bodyPr anchor="t">
            <a:noAutofit/>
          </a:bodyPr>
          <a:lstStyle>
            <a:lvl1pPr marL="0" indent="0">
              <a:buNone/>
              <a:defRPr sz="1600">
                <a:solidFill>
                  <a:schemeClr val="bg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44" name="Text Placeholder 27">
            <a:extLst>
              <a:ext uri="{FF2B5EF4-FFF2-40B4-BE49-F238E27FC236}">
                <a16:creationId xmlns:a16="http://schemas.microsoft.com/office/drawing/2014/main" id="{725EE04E-AEA3-46A6-A10F-A0084416FDC6}"/>
              </a:ext>
            </a:extLst>
          </p:cNvPr>
          <p:cNvSpPr>
            <a:spLocks noGrp="1"/>
          </p:cNvSpPr>
          <p:nvPr>
            <p:ph type="body" sz="quarter" idx="31" hasCustomPrompt="1"/>
          </p:nvPr>
        </p:nvSpPr>
        <p:spPr>
          <a:xfrm>
            <a:off x="7491749" y="4043634"/>
            <a:ext cx="4133026" cy="640080"/>
          </a:xfrm>
          <a:prstGeom prst="rect">
            <a:avLst/>
          </a:prstGeom>
        </p:spPr>
        <p:txBody>
          <a:bodyPr/>
          <a:lstStyle>
            <a:lvl1pPr marL="169863" indent="-169863">
              <a:lnSpc>
                <a:spcPct val="100000"/>
              </a:lnSpc>
              <a:spcBef>
                <a:spcPts val="0"/>
              </a:spcBef>
              <a:spcAft>
                <a:spcPts val="200"/>
              </a:spcAft>
              <a:defRPr lang="en-US" sz="1400" kern="1200" dirty="0">
                <a:solidFill>
                  <a:schemeClr val="bg1"/>
                </a:solidFill>
                <a:latin typeface="+mn-lt"/>
                <a:ea typeface="+mn-ea"/>
                <a:cs typeface="+mn-cs"/>
              </a:defRPr>
            </a:lvl1pPr>
            <a:lvl2pPr>
              <a:lnSpc>
                <a:spcPct val="100000"/>
              </a:lnSpc>
              <a:spcBef>
                <a:spcPts val="0"/>
              </a:spcBef>
              <a:spcAft>
                <a:spcPts val="200"/>
              </a:spcAft>
              <a:defRPr sz="1200">
                <a:solidFill>
                  <a:schemeClr val="bg1"/>
                </a:solidFill>
              </a:defRPr>
            </a:lvl2pPr>
            <a:lvl3pPr>
              <a:lnSpc>
                <a:spcPct val="100000"/>
              </a:lnSpc>
              <a:spcBef>
                <a:spcPts val="0"/>
              </a:spcBef>
              <a:spcAft>
                <a:spcPts val="200"/>
              </a:spcAft>
              <a:defRPr sz="1200">
                <a:solidFill>
                  <a:schemeClr val="bg1"/>
                </a:solidFill>
              </a:defRPr>
            </a:lvl3pPr>
            <a:lvl4pPr>
              <a:defRPr sz="1200"/>
            </a:lvl4pPr>
            <a:lvl5pPr>
              <a:defRPr sz="1200"/>
            </a:lvl5pPr>
          </a:lstStyle>
          <a:p>
            <a:pPr marL="169863" lvl="0" indent="-169863" algn="l" defTabSz="914400" rtl="0" eaLnBrk="1" latinLnBrk="0" hangingPunct="1">
              <a:lnSpc>
                <a:spcPct val="90000"/>
              </a:lnSpc>
              <a:spcBef>
                <a:spcPts val="1000"/>
              </a:spcBef>
              <a:buFont typeface="Arial" panose="020B0604020202020204" pitchFamily="34" charset="0"/>
              <a:buChar char="•"/>
            </a:pPr>
            <a:r>
              <a:rPr lang="en-US"/>
              <a:t>[Click to add text]</a:t>
            </a:r>
          </a:p>
          <a:p>
            <a:pPr lvl="1"/>
            <a:r>
              <a:rPr lang="en-US"/>
              <a:t>Second level</a:t>
            </a:r>
          </a:p>
          <a:p>
            <a:pPr lvl="2"/>
            <a:r>
              <a:rPr lang="en-US"/>
              <a:t>Third level</a:t>
            </a:r>
          </a:p>
        </p:txBody>
      </p:sp>
      <p:sp>
        <p:nvSpPr>
          <p:cNvPr id="38" name="Picture Placeholder  Bottom">
            <a:extLst>
              <a:ext uri="{FF2B5EF4-FFF2-40B4-BE49-F238E27FC236}">
                <a16:creationId xmlns:a16="http://schemas.microsoft.com/office/drawing/2014/main" id="{F24D806E-A553-4B1F-8117-9C5C176E53F9}"/>
              </a:ext>
            </a:extLst>
          </p:cNvPr>
          <p:cNvSpPr>
            <a:spLocks noGrp="1"/>
          </p:cNvSpPr>
          <p:nvPr>
            <p:ph type="pic" sz="quarter" idx="23" hasCustomPrompt="1"/>
          </p:nvPr>
        </p:nvSpPr>
        <p:spPr>
          <a:xfrm>
            <a:off x="6616401" y="4932390"/>
            <a:ext cx="731520" cy="731520"/>
          </a:xfrm>
          <a:prstGeom prst="rect">
            <a:avLst/>
          </a:prstGeom>
        </p:spPr>
        <p:txBody>
          <a:bodyPr anchor="ctr">
            <a:normAutofit/>
          </a:bodyPr>
          <a:lstStyle>
            <a:lvl1pPr marL="0" indent="0" algn="ctr">
              <a:buNone/>
              <a:defRPr sz="1100"/>
            </a:lvl1pPr>
          </a:lstStyle>
          <a:p>
            <a:r>
              <a:rPr lang="en-US"/>
              <a:t>[Image] or remove and place icon here</a:t>
            </a:r>
          </a:p>
        </p:txBody>
      </p:sp>
      <p:sp>
        <p:nvSpPr>
          <p:cNvPr id="35" name="Subtitle Bottom">
            <a:extLst>
              <a:ext uri="{FF2B5EF4-FFF2-40B4-BE49-F238E27FC236}">
                <a16:creationId xmlns:a16="http://schemas.microsoft.com/office/drawing/2014/main" id="{91520921-926B-46E2-964C-7D28AF6717E1}"/>
              </a:ext>
            </a:extLst>
          </p:cNvPr>
          <p:cNvSpPr>
            <a:spLocks noGrp="1"/>
          </p:cNvSpPr>
          <p:nvPr>
            <p:ph type="body" sz="quarter" idx="19" hasCustomPrompt="1"/>
          </p:nvPr>
        </p:nvSpPr>
        <p:spPr>
          <a:xfrm>
            <a:off x="7491611" y="4932390"/>
            <a:ext cx="4133181" cy="267545"/>
          </a:xfrm>
          <a:prstGeom prst="rect">
            <a:avLst/>
          </a:prstGeom>
        </p:spPr>
        <p:txBody>
          <a:bodyPr anchor="t">
            <a:noAutofit/>
          </a:bodyPr>
          <a:lstStyle>
            <a:lvl1pPr marL="0" indent="0">
              <a:buNone/>
              <a:defRPr sz="1600">
                <a:solidFill>
                  <a:schemeClr val="bg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45" name="Text Placeholder 29">
            <a:extLst>
              <a:ext uri="{FF2B5EF4-FFF2-40B4-BE49-F238E27FC236}">
                <a16:creationId xmlns:a16="http://schemas.microsoft.com/office/drawing/2014/main" id="{546919E3-2B90-44C9-BD96-96FD88323A76}"/>
              </a:ext>
            </a:extLst>
          </p:cNvPr>
          <p:cNvSpPr>
            <a:spLocks noGrp="1"/>
          </p:cNvSpPr>
          <p:nvPr>
            <p:ph type="body" sz="quarter" idx="32" hasCustomPrompt="1"/>
          </p:nvPr>
        </p:nvSpPr>
        <p:spPr>
          <a:xfrm>
            <a:off x="7480636" y="5267597"/>
            <a:ext cx="4133088" cy="640080"/>
          </a:xfrm>
          <a:prstGeom prst="rect">
            <a:avLst/>
          </a:prstGeom>
        </p:spPr>
        <p:txBody>
          <a:bodyPr/>
          <a:lstStyle>
            <a:lvl1pPr marL="169863" indent="-169863">
              <a:lnSpc>
                <a:spcPct val="100000"/>
              </a:lnSpc>
              <a:spcBef>
                <a:spcPts val="0"/>
              </a:spcBef>
              <a:spcAft>
                <a:spcPts val="200"/>
              </a:spcAft>
              <a:defRPr lang="en-US" sz="1400" kern="1200" dirty="0">
                <a:solidFill>
                  <a:schemeClr val="bg1"/>
                </a:solidFill>
                <a:latin typeface="+mn-lt"/>
                <a:ea typeface="+mn-ea"/>
                <a:cs typeface="+mn-cs"/>
              </a:defRPr>
            </a:lvl1pPr>
            <a:lvl2pPr>
              <a:lnSpc>
                <a:spcPct val="100000"/>
              </a:lnSpc>
              <a:spcBef>
                <a:spcPts val="0"/>
              </a:spcBef>
              <a:spcAft>
                <a:spcPts val="200"/>
              </a:spcAft>
              <a:defRPr sz="1200">
                <a:solidFill>
                  <a:schemeClr val="bg1"/>
                </a:solidFill>
              </a:defRPr>
            </a:lvl2pPr>
            <a:lvl3pPr>
              <a:lnSpc>
                <a:spcPct val="100000"/>
              </a:lnSpc>
              <a:spcBef>
                <a:spcPts val="0"/>
              </a:spcBef>
              <a:spcAft>
                <a:spcPts val="200"/>
              </a:spcAft>
              <a:defRPr sz="1200">
                <a:solidFill>
                  <a:schemeClr val="bg1"/>
                </a:solidFill>
              </a:defRPr>
            </a:lvl3pPr>
            <a:lvl4pPr>
              <a:defRPr sz="1200"/>
            </a:lvl4pPr>
            <a:lvl5pPr>
              <a:defRPr sz="1200"/>
            </a:lvl5pPr>
          </a:lstStyle>
          <a:p>
            <a:pPr marL="169863" lvl="0" indent="-169863" algn="l" defTabSz="914400" rtl="0" eaLnBrk="1" latinLnBrk="0" hangingPunct="1">
              <a:lnSpc>
                <a:spcPct val="90000"/>
              </a:lnSpc>
              <a:spcBef>
                <a:spcPts val="1000"/>
              </a:spcBef>
              <a:buFont typeface="Arial" panose="020B0604020202020204" pitchFamily="34" charset="0"/>
              <a:buChar char="•"/>
            </a:pPr>
            <a:r>
              <a:rPr lang="en-US"/>
              <a:t>[Click to add text]</a:t>
            </a:r>
          </a:p>
          <a:p>
            <a:pPr lvl="1"/>
            <a:r>
              <a:rPr lang="en-US"/>
              <a:t>Second level</a:t>
            </a:r>
          </a:p>
          <a:p>
            <a:pPr lvl="2"/>
            <a:r>
              <a:rPr lang="en-US"/>
              <a:t>Third level</a:t>
            </a:r>
          </a:p>
        </p:txBody>
      </p:sp>
      <p:sp>
        <p:nvSpPr>
          <p:cNvPr id="24" name="Rectangle 23">
            <a:extLst>
              <a:ext uri="{FF2B5EF4-FFF2-40B4-BE49-F238E27FC236}">
                <a16:creationId xmlns:a16="http://schemas.microsoft.com/office/drawing/2014/main" id="{CDB49F20-57DC-4680-8B56-AE164DBF60DC}"/>
              </a:ext>
              <a:ext uri="{C183D7F6-B498-43B3-948B-1728B52AA6E4}">
                <adec:decorative xmlns:adec="http://schemas.microsoft.com/office/drawing/2017/decorative" val="1"/>
              </a:ext>
            </a:extLst>
          </p:cNvPr>
          <p:cNvSpPr/>
          <p:nvPr userDrawn="1"/>
        </p:nvSpPr>
        <p:spPr>
          <a:xfrm>
            <a:off x="5272088" y="6575649"/>
            <a:ext cx="6129126" cy="200055"/>
          </a:xfrm>
          <a:prstGeom prst="rect">
            <a:avLst/>
          </a:prstGeom>
        </p:spPr>
        <p:txBody>
          <a:bodyPr wrap="square" anchor="b">
            <a:spAutoFit/>
          </a:bodyPr>
          <a:lstStyle/>
          <a:p>
            <a:pPr algn="r"/>
            <a:r>
              <a:rPr lang="en-US" sz="700">
                <a:solidFill>
                  <a:schemeClr val="bg1"/>
                </a:solidFill>
                <a:latin typeface="+mn-lt"/>
              </a:rPr>
              <a:t>© 2026 S&amp;P Global.</a:t>
            </a:r>
          </a:p>
        </p:txBody>
      </p:sp>
    </p:spTree>
    <p:extLst>
      <p:ext uri="{BB962C8B-B14F-4D97-AF65-F5344CB8AC3E}">
        <p14:creationId xmlns:p14="http://schemas.microsoft.com/office/powerpoint/2010/main" val="3535793581"/>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720" userDrawn="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Icons 4 Columns + Content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321DF1D-3C8D-435E-8E9F-6D662BF957BD}"/>
              </a:ext>
              <a:ext uri="{C183D7F6-B498-43B3-948B-1728B52AA6E4}">
                <adec:decorative xmlns:adec="http://schemas.microsoft.com/office/drawing/2017/decorative" val="1"/>
              </a:ext>
            </a:extLst>
          </p:cNvPr>
          <p:cNvSpPr/>
          <p:nvPr userDrawn="1"/>
        </p:nvSpPr>
        <p:spPr bwMode="white">
          <a:xfrm>
            <a:off x="6096000" y="0"/>
            <a:ext cx="6096000"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solidFill>
                <a:schemeClr val="tx1"/>
              </a:solidFill>
            </a:endParaRPr>
          </a:p>
        </p:txBody>
      </p:sp>
      <p:sp>
        <p:nvSpPr>
          <p:cNvPr id="3" name="Footer Placeholder 2">
            <a:extLst>
              <a:ext uri="{FF2B5EF4-FFF2-40B4-BE49-F238E27FC236}">
                <a16:creationId xmlns:a16="http://schemas.microsoft.com/office/drawing/2014/main" id="{FCFEF029-AF59-4AC3-9ED3-4E5E4431EF7C}"/>
              </a:ext>
            </a:extLst>
          </p:cNvPr>
          <p:cNvSpPr>
            <a:spLocks noGrp="1"/>
          </p:cNvSpPr>
          <p:nvPr>
            <p:ph type="ftr" sz="quarter" idx="35"/>
          </p:nvPr>
        </p:nvSpPr>
        <p:spPr/>
        <p:txBody>
          <a:bodyPr/>
          <a:lstStyle>
            <a:lvl1pPr>
              <a:defRPr>
                <a:solidFill>
                  <a:schemeClr val="tx1"/>
                </a:solidFill>
              </a:defRPr>
            </a:lvl1pPr>
          </a:lstStyle>
          <a:p>
            <a:r>
              <a:rPr lang="en-US"/>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lvl1pPr>
              <a:defRPr>
                <a:solidFill>
                  <a:schemeClr val="tx1"/>
                </a:solidFill>
              </a:defRPr>
            </a:lvl1pPr>
          </a:lstStyle>
          <a:p>
            <a:fld id="{5CFA18E4-D58E-4B28-B105-28D9665A8EBC}" type="slidenum">
              <a:rPr lang="en-US" smtClean="0"/>
              <a:pPr/>
              <a:t>‹#›</a:t>
            </a:fld>
            <a:endParaRPr lang="en-US"/>
          </a:p>
        </p:txBody>
      </p:sp>
      <p:sp>
        <p:nvSpPr>
          <p:cNvPr id="47" name="Title 6">
            <a:extLst>
              <a:ext uri="{FF2B5EF4-FFF2-40B4-BE49-F238E27FC236}">
                <a16:creationId xmlns:a16="http://schemas.microsoft.com/office/drawing/2014/main" id="{7A52641A-F2AB-4235-AD50-FEB7E58871C8}"/>
              </a:ext>
            </a:extLst>
          </p:cNvPr>
          <p:cNvSpPr>
            <a:spLocks noGrp="1"/>
          </p:cNvSpPr>
          <p:nvPr>
            <p:ph type="title" hasCustomPrompt="1"/>
          </p:nvPr>
        </p:nvSpPr>
        <p:spPr>
          <a:xfrm>
            <a:off x="567040" y="342900"/>
            <a:ext cx="5029200" cy="460551"/>
          </a:xfrm>
        </p:spPr>
        <p:txBody>
          <a:bodyPr/>
          <a:lstStyle/>
          <a:p>
            <a:r>
              <a:rPr lang="en-US"/>
              <a:t>[Headline]</a:t>
            </a:r>
          </a:p>
        </p:txBody>
      </p:sp>
      <p:sp>
        <p:nvSpPr>
          <p:cNvPr id="46" name="Sub-headline">
            <a:extLst>
              <a:ext uri="{FF2B5EF4-FFF2-40B4-BE49-F238E27FC236}">
                <a16:creationId xmlns:a16="http://schemas.microsoft.com/office/drawing/2014/main" id="{5251668F-9361-42F9-893B-958B89A89D74}"/>
              </a:ext>
            </a:extLst>
          </p:cNvPr>
          <p:cNvSpPr>
            <a:spLocks noGrp="1"/>
          </p:cNvSpPr>
          <p:nvPr>
            <p:ph type="body" sz="quarter" idx="13" hasCustomPrompt="1"/>
          </p:nvPr>
        </p:nvSpPr>
        <p:spPr>
          <a:xfrm>
            <a:off x="567038" y="899026"/>
            <a:ext cx="5029200" cy="278706"/>
          </a:xfrm>
          <a:prstGeom prst="rect">
            <a:avLst/>
          </a:prstGeom>
        </p:spPr>
        <p:txBody>
          <a:bodyPr/>
          <a:lstStyle>
            <a:lvl1pPr marL="0" indent="0">
              <a:buNone/>
              <a:defRPr sz="1800" b="0">
                <a:latin typeface="+mn-lt"/>
              </a:defRPr>
            </a:lvl1pPr>
            <a:lvl2pPr marL="169863" indent="0">
              <a:buNone/>
              <a:defRPr/>
            </a:lvl2pPr>
          </a:lstStyle>
          <a:p>
            <a:pPr lvl="0"/>
            <a:r>
              <a:rPr lang="en-US"/>
              <a:t>[Sub-headline]</a:t>
            </a:r>
          </a:p>
        </p:txBody>
      </p:sp>
      <p:sp>
        <p:nvSpPr>
          <p:cNvPr id="22" name="Content Placeholder 3">
            <a:extLst>
              <a:ext uri="{FF2B5EF4-FFF2-40B4-BE49-F238E27FC236}">
                <a16:creationId xmlns:a16="http://schemas.microsoft.com/office/drawing/2014/main" id="{BA006FC7-D663-4A84-9EC7-38CF613B62D7}"/>
              </a:ext>
            </a:extLst>
          </p:cNvPr>
          <p:cNvSpPr>
            <a:spLocks noGrp="1"/>
          </p:cNvSpPr>
          <p:nvPr>
            <p:ph sz="quarter" idx="33" hasCustomPrompt="1"/>
          </p:nvPr>
        </p:nvSpPr>
        <p:spPr>
          <a:xfrm>
            <a:off x="566738" y="1263650"/>
            <a:ext cx="5029200" cy="4343400"/>
          </a:xfrm>
        </p:spPr>
        <p:txBody>
          <a:bodyPr/>
          <a:lstStyle>
            <a:lvl1pPr>
              <a:defRPr/>
            </a:lvl1pPr>
          </a:lstStyle>
          <a:p>
            <a:pPr lvl="0"/>
            <a:r>
              <a:rPr lang="en-US"/>
              <a:t>[Click to add content]</a:t>
            </a:r>
          </a:p>
          <a:p>
            <a:pPr lvl="1"/>
            <a:r>
              <a:rPr lang="en-US"/>
              <a:t>Second level</a:t>
            </a:r>
          </a:p>
          <a:p>
            <a:pPr lvl="2"/>
            <a:r>
              <a:rPr lang="en-US"/>
              <a:t>Third level</a:t>
            </a:r>
          </a:p>
          <a:p>
            <a:pPr lvl="3"/>
            <a:r>
              <a:rPr lang="en-US"/>
              <a:t>Fourth level</a:t>
            </a:r>
          </a:p>
          <a:p>
            <a:pPr lvl="4"/>
            <a:r>
              <a:rPr lang="en-US"/>
              <a:t>Fifth level</a:t>
            </a:r>
          </a:p>
        </p:txBody>
      </p:sp>
      <p:sp>
        <p:nvSpPr>
          <p:cNvPr id="23" name="Footnote">
            <a:extLst>
              <a:ext uri="{FF2B5EF4-FFF2-40B4-BE49-F238E27FC236}">
                <a16:creationId xmlns:a16="http://schemas.microsoft.com/office/drawing/2014/main" id="{0D52D127-8311-4C6F-B9EA-30B581C17FF7}"/>
              </a:ext>
            </a:extLst>
          </p:cNvPr>
          <p:cNvSpPr>
            <a:spLocks noGrp="1"/>
          </p:cNvSpPr>
          <p:nvPr>
            <p:ph type="body" sz="quarter" idx="15" hasCustomPrompt="1"/>
          </p:nvPr>
        </p:nvSpPr>
        <p:spPr>
          <a:xfrm>
            <a:off x="567039" y="5905500"/>
            <a:ext cx="5029200" cy="306912"/>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sp>
        <p:nvSpPr>
          <p:cNvPr id="40" name="Picture Placeholder Top">
            <a:extLst>
              <a:ext uri="{FF2B5EF4-FFF2-40B4-BE49-F238E27FC236}">
                <a16:creationId xmlns:a16="http://schemas.microsoft.com/office/drawing/2014/main" id="{92FD1037-3FD2-4536-815B-AC3218BE9FD2}"/>
              </a:ext>
            </a:extLst>
          </p:cNvPr>
          <p:cNvSpPr>
            <a:spLocks noGrp="1"/>
          </p:cNvSpPr>
          <p:nvPr>
            <p:ph type="pic" sz="quarter" idx="27" hasCustomPrompt="1"/>
          </p:nvPr>
        </p:nvSpPr>
        <p:spPr>
          <a:xfrm>
            <a:off x="6618578" y="1263260"/>
            <a:ext cx="731520" cy="731520"/>
          </a:xfrm>
          <a:prstGeom prst="rect">
            <a:avLst/>
          </a:prstGeom>
        </p:spPr>
        <p:txBody>
          <a:bodyPr anchor="ctr">
            <a:normAutofit/>
          </a:bodyPr>
          <a:lstStyle>
            <a:lvl1pPr marL="0" indent="0" algn="ctr">
              <a:buNone/>
              <a:defRPr sz="1100"/>
            </a:lvl1pPr>
          </a:lstStyle>
          <a:p>
            <a:r>
              <a:rPr lang="en-US"/>
              <a:t>[Image] or remove and place icon here</a:t>
            </a:r>
          </a:p>
        </p:txBody>
      </p:sp>
      <p:sp>
        <p:nvSpPr>
          <p:cNvPr id="39" name="Subtitle Top">
            <a:extLst>
              <a:ext uri="{FF2B5EF4-FFF2-40B4-BE49-F238E27FC236}">
                <a16:creationId xmlns:a16="http://schemas.microsoft.com/office/drawing/2014/main" id="{97AB4569-D69B-4F8F-A994-52A9BDA887F2}"/>
              </a:ext>
            </a:extLst>
          </p:cNvPr>
          <p:cNvSpPr>
            <a:spLocks noGrp="1"/>
          </p:cNvSpPr>
          <p:nvPr>
            <p:ph type="body" sz="quarter" idx="25" hasCustomPrompt="1"/>
          </p:nvPr>
        </p:nvSpPr>
        <p:spPr>
          <a:xfrm>
            <a:off x="7488891" y="1268670"/>
            <a:ext cx="4136218" cy="267545"/>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42" name="Text Placeholder 15">
            <a:extLst>
              <a:ext uri="{FF2B5EF4-FFF2-40B4-BE49-F238E27FC236}">
                <a16:creationId xmlns:a16="http://schemas.microsoft.com/office/drawing/2014/main" id="{9551F18A-01B5-45DB-A0D7-2828AD10567D}"/>
              </a:ext>
            </a:extLst>
          </p:cNvPr>
          <p:cNvSpPr>
            <a:spLocks noGrp="1"/>
          </p:cNvSpPr>
          <p:nvPr>
            <p:ph type="body" sz="quarter" idx="29" hasCustomPrompt="1"/>
          </p:nvPr>
        </p:nvSpPr>
        <p:spPr>
          <a:xfrm>
            <a:off x="7490161" y="1600127"/>
            <a:ext cx="4134800" cy="640080"/>
          </a:xfrm>
          <a:prstGeom prst="rect">
            <a:avLst/>
          </a:prstGeom>
        </p:spPr>
        <p:txBody>
          <a:bodyPr/>
          <a:lstStyle>
            <a:lvl1pPr>
              <a:lnSpc>
                <a:spcPct val="100000"/>
              </a:lnSpc>
              <a:spcBef>
                <a:spcPts val="0"/>
              </a:spcBef>
              <a:spcAft>
                <a:spcPts val="200"/>
              </a:spcAft>
              <a:defRPr sz="1400">
                <a:solidFill>
                  <a:schemeClr val="tx1"/>
                </a:solidFill>
              </a:defRPr>
            </a:lvl1pPr>
            <a:lvl2pPr>
              <a:lnSpc>
                <a:spcPct val="100000"/>
              </a:lnSpc>
              <a:spcBef>
                <a:spcPts val="0"/>
              </a:spcBef>
              <a:spcAft>
                <a:spcPts val="200"/>
              </a:spcAft>
              <a:defRPr sz="1200">
                <a:solidFill>
                  <a:schemeClr val="tx1"/>
                </a:solidFill>
              </a:defRPr>
            </a:lvl2pPr>
            <a:lvl3pPr>
              <a:lnSpc>
                <a:spcPct val="100000"/>
              </a:lnSpc>
              <a:spcBef>
                <a:spcPts val="0"/>
              </a:spcBef>
              <a:spcAft>
                <a:spcPts val="200"/>
              </a:spcAft>
              <a:defRPr sz="1200">
                <a:solidFill>
                  <a:schemeClr val="tx1"/>
                </a:solidFill>
              </a:defRPr>
            </a:lvl3pPr>
            <a:lvl4pPr>
              <a:defRPr sz="1200"/>
            </a:lvl4pPr>
            <a:lvl5pPr>
              <a:defRPr sz="1200"/>
            </a:lvl5pPr>
          </a:lstStyle>
          <a:p>
            <a:pPr lvl="0"/>
            <a:r>
              <a:rPr lang="en-US"/>
              <a:t>[Click to add text]</a:t>
            </a:r>
          </a:p>
          <a:p>
            <a:pPr lvl="1"/>
            <a:r>
              <a:rPr lang="en-US"/>
              <a:t>Second level</a:t>
            </a:r>
          </a:p>
          <a:p>
            <a:pPr lvl="2"/>
            <a:r>
              <a:rPr lang="en-US"/>
              <a:t>Third level</a:t>
            </a:r>
          </a:p>
        </p:txBody>
      </p:sp>
      <p:sp>
        <p:nvSpPr>
          <p:cNvPr id="36" name="Picture Placeholder Middle Top">
            <a:extLst>
              <a:ext uri="{FF2B5EF4-FFF2-40B4-BE49-F238E27FC236}">
                <a16:creationId xmlns:a16="http://schemas.microsoft.com/office/drawing/2014/main" id="{DA019EA3-E52A-49F1-93F2-060A66C348AB}"/>
              </a:ext>
            </a:extLst>
          </p:cNvPr>
          <p:cNvSpPr>
            <a:spLocks noGrp="1"/>
          </p:cNvSpPr>
          <p:nvPr>
            <p:ph type="pic" sz="quarter" idx="21" hasCustomPrompt="1"/>
          </p:nvPr>
        </p:nvSpPr>
        <p:spPr>
          <a:xfrm>
            <a:off x="6618578" y="2486303"/>
            <a:ext cx="731520" cy="731520"/>
          </a:xfrm>
          <a:prstGeom prst="rect">
            <a:avLst/>
          </a:prstGeom>
        </p:spPr>
        <p:txBody>
          <a:bodyPr anchor="ctr">
            <a:normAutofit/>
          </a:bodyPr>
          <a:lstStyle>
            <a:lvl1pPr marL="0" indent="0" algn="ctr">
              <a:buNone/>
              <a:defRPr sz="1100"/>
            </a:lvl1pPr>
          </a:lstStyle>
          <a:p>
            <a:r>
              <a:rPr lang="en-US"/>
              <a:t>[Image] or remove and place icon here</a:t>
            </a:r>
          </a:p>
        </p:txBody>
      </p:sp>
      <p:sp>
        <p:nvSpPr>
          <p:cNvPr id="33" name="Subtitle Middle Top">
            <a:extLst>
              <a:ext uri="{FF2B5EF4-FFF2-40B4-BE49-F238E27FC236}">
                <a16:creationId xmlns:a16="http://schemas.microsoft.com/office/drawing/2014/main" id="{0B17B252-9B3F-45FC-90E8-5D155B6782BA}"/>
              </a:ext>
            </a:extLst>
          </p:cNvPr>
          <p:cNvSpPr>
            <a:spLocks noGrp="1"/>
          </p:cNvSpPr>
          <p:nvPr>
            <p:ph type="body" sz="quarter" idx="16" hasCustomPrompt="1"/>
          </p:nvPr>
        </p:nvSpPr>
        <p:spPr>
          <a:xfrm>
            <a:off x="7488891" y="2486303"/>
            <a:ext cx="4136218" cy="267545"/>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43" name="Text Placeholder 25">
            <a:extLst>
              <a:ext uri="{FF2B5EF4-FFF2-40B4-BE49-F238E27FC236}">
                <a16:creationId xmlns:a16="http://schemas.microsoft.com/office/drawing/2014/main" id="{8A12E103-382A-4153-B839-D4D1429F9D4D}"/>
              </a:ext>
            </a:extLst>
          </p:cNvPr>
          <p:cNvSpPr>
            <a:spLocks noGrp="1"/>
          </p:cNvSpPr>
          <p:nvPr>
            <p:ph type="body" sz="quarter" idx="30" hasCustomPrompt="1"/>
          </p:nvPr>
        </p:nvSpPr>
        <p:spPr>
          <a:xfrm>
            <a:off x="7490161" y="2819326"/>
            <a:ext cx="4134800" cy="640080"/>
          </a:xfrm>
          <a:prstGeom prst="rect">
            <a:avLst/>
          </a:prstGeom>
        </p:spPr>
        <p:txBody>
          <a:bodyPr/>
          <a:lstStyle>
            <a:lvl1pPr marL="169863" indent="-169863">
              <a:lnSpc>
                <a:spcPct val="100000"/>
              </a:lnSpc>
              <a:spcBef>
                <a:spcPts val="0"/>
              </a:spcBef>
              <a:spcAft>
                <a:spcPts val="200"/>
              </a:spcAft>
              <a:defRPr lang="en-US" sz="1400" kern="1200" dirty="0">
                <a:solidFill>
                  <a:schemeClr val="tx1"/>
                </a:solidFill>
                <a:latin typeface="+mn-lt"/>
                <a:ea typeface="+mn-ea"/>
                <a:cs typeface="+mn-cs"/>
              </a:defRPr>
            </a:lvl1pPr>
            <a:lvl2pPr>
              <a:lnSpc>
                <a:spcPct val="100000"/>
              </a:lnSpc>
              <a:spcBef>
                <a:spcPts val="0"/>
              </a:spcBef>
              <a:spcAft>
                <a:spcPts val="200"/>
              </a:spcAft>
              <a:defRPr sz="1200">
                <a:solidFill>
                  <a:schemeClr val="tx1"/>
                </a:solidFill>
              </a:defRPr>
            </a:lvl2pPr>
            <a:lvl3pPr>
              <a:lnSpc>
                <a:spcPct val="100000"/>
              </a:lnSpc>
              <a:spcBef>
                <a:spcPts val="0"/>
              </a:spcBef>
              <a:spcAft>
                <a:spcPts val="200"/>
              </a:spcAft>
              <a:defRPr sz="1200">
                <a:solidFill>
                  <a:schemeClr val="tx1"/>
                </a:solidFill>
              </a:defRPr>
            </a:lvl3pPr>
            <a:lvl4pPr>
              <a:lnSpc>
                <a:spcPct val="100000"/>
              </a:lnSpc>
              <a:spcBef>
                <a:spcPts val="0"/>
              </a:spcBef>
              <a:spcAft>
                <a:spcPts val="200"/>
              </a:spcAft>
              <a:defRPr sz="1200">
                <a:solidFill>
                  <a:schemeClr val="tx1"/>
                </a:solidFill>
              </a:defRPr>
            </a:lvl4pPr>
            <a:lvl5pPr>
              <a:defRPr sz="1200"/>
            </a:lvl5pPr>
          </a:lstStyle>
          <a:p>
            <a:pPr marL="169863" lvl="0" indent="-169863" algn="l" defTabSz="914400" rtl="0" eaLnBrk="1" latinLnBrk="0" hangingPunct="1">
              <a:lnSpc>
                <a:spcPct val="90000"/>
              </a:lnSpc>
              <a:spcBef>
                <a:spcPts val="1000"/>
              </a:spcBef>
              <a:buFont typeface="Arial" panose="020B0604020202020204" pitchFamily="34" charset="0"/>
              <a:buChar char="•"/>
            </a:pPr>
            <a:r>
              <a:rPr lang="en-US"/>
              <a:t>[Click to add text]</a:t>
            </a:r>
          </a:p>
          <a:p>
            <a:pPr lvl="1"/>
            <a:r>
              <a:rPr lang="en-US"/>
              <a:t>Second level</a:t>
            </a:r>
          </a:p>
          <a:p>
            <a:pPr lvl="2"/>
            <a:r>
              <a:rPr lang="en-US"/>
              <a:t>Third level</a:t>
            </a:r>
          </a:p>
          <a:p>
            <a:pPr lvl="3"/>
            <a:endParaRPr lang="en-US"/>
          </a:p>
        </p:txBody>
      </p:sp>
      <p:sp>
        <p:nvSpPr>
          <p:cNvPr id="37" name="Picture Placeholder  Middle Bottom">
            <a:extLst>
              <a:ext uri="{FF2B5EF4-FFF2-40B4-BE49-F238E27FC236}">
                <a16:creationId xmlns:a16="http://schemas.microsoft.com/office/drawing/2014/main" id="{9A48FFB8-D57B-414B-8D41-DADB303CDAA1}"/>
              </a:ext>
            </a:extLst>
          </p:cNvPr>
          <p:cNvSpPr>
            <a:spLocks noGrp="1"/>
          </p:cNvSpPr>
          <p:nvPr>
            <p:ph type="pic" sz="quarter" idx="22" hasCustomPrompt="1"/>
          </p:nvPr>
        </p:nvSpPr>
        <p:spPr>
          <a:xfrm>
            <a:off x="6618578" y="3709346"/>
            <a:ext cx="731520" cy="731520"/>
          </a:xfrm>
          <a:prstGeom prst="rect">
            <a:avLst/>
          </a:prstGeom>
        </p:spPr>
        <p:txBody>
          <a:bodyPr anchor="ctr">
            <a:normAutofit/>
          </a:bodyPr>
          <a:lstStyle>
            <a:lvl1pPr marL="0" indent="0" algn="ctr">
              <a:buNone/>
              <a:defRPr sz="1100"/>
            </a:lvl1pPr>
          </a:lstStyle>
          <a:p>
            <a:r>
              <a:rPr lang="en-US"/>
              <a:t>[Image] or remove and place icon here</a:t>
            </a:r>
          </a:p>
        </p:txBody>
      </p:sp>
      <p:sp>
        <p:nvSpPr>
          <p:cNvPr id="34" name="Subtitle Middle Bottom">
            <a:extLst>
              <a:ext uri="{FF2B5EF4-FFF2-40B4-BE49-F238E27FC236}">
                <a16:creationId xmlns:a16="http://schemas.microsoft.com/office/drawing/2014/main" id="{3889D5BC-1AD8-46EC-A794-4E8C8AF5902C}"/>
              </a:ext>
            </a:extLst>
          </p:cNvPr>
          <p:cNvSpPr>
            <a:spLocks noGrp="1"/>
          </p:cNvSpPr>
          <p:nvPr>
            <p:ph type="body" sz="quarter" idx="17" hasCustomPrompt="1"/>
          </p:nvPr>
        </p:nvSpPr>
        <p:spPr>
          <a:xfrm>
            <a:off x="7488891" y="3709346"/>
            <a:ext cx="4136218" cy="267545"/>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44" name="Text Placeholder 27">
            <a:extLst>
              <a:ext uri="{FF2B5EF4-FFF2-40B4-BE49-F238E27FC236}">
                <a16:creationId xmlns:a16="http://schemas.microsoft.com/office/drawing/2014/main" id="{725EE04E-AEA3-46A6-A10F-A0084416FDC6}"/>
              </a:ext>
            </a:extLst>
          </p:cNvPr>
          <p:cNvSpPr>
            <a:spLocks noGrp="1"/>
          </p:cNvSpPr>
          <p:nvPr>
            <p:ph type="body" sz="quarter" idx="31" hasCustomPrompt="1"/>
          </p:nvPr>
        </p:nvSpPr>
        <p:spPr>
          <a:xfrm>
            <a:off x="7491749" y="4043634"/>
            <a:ext cx="4133026" cy="640080"/>
          </a:xfrm>
          <a:prstGeom prst="rect">
            <a:avLst/>
          </a:prstGeom>
        </p:spPr>
        <p:txBody>
          <a:bodyPr/>
          <a:lstStyle>
            <a:lvl1pPr marL="169863" indent="-169863">
              <a:lnSpc>
                <a:spcPct val="100000"/>
              </a:lnSpc>
              <a:spcBef>
                <a:spcPts val="0"/>
              </a:spcBef>
              <a:spcAft>
                <a:spcPts val="200"/>
              </a:spcAft>
              <a:defRPr lang="en-US" sz="1400" kern="1200" dirty="0">
                <a:solidFill>
                  <a:schemeClr val="tx1"/>
                </a:solidFill>
                <a:latin typeface="+mn-lt"/>
                <a:ea typeface="+mn-ea"/>
                <a:cs typeface="+mn-cs"/>
              </a:defRPr>
            </a:lvl1pPr>
            <a:lvl2pPr>
              <a:lnSpc>
                <a:spcPct val="100000"/>
              </a:lnSpc>
              <a:spcBef>
                <a:spcPts val="0"/>
              </a:spcBef>
              <a:spcAft>
                <a:spcPts val="200"/>
              </a:spcAft>
              <a:defRPr sz="1200">
                <a:solidFill>
                  <a:schemeClr val="tx1"/>
                </a:solidFill>
              </a:defRPr>
            </a:lvl2pPr>
            <a:lvl3pPr>
              <a:lnSpc>
                <a:spcPct val="100000"/>
              </a:lnSpc>
              <a:spcBef>
                <a:spcPts val="0"/>
              </a:spcBef>
              <a:spcAft>
                <a:spcPts val="200"/>
              </a:spcAft>
              <a:defRPr sz="1200">
                <a:solidFill>
                  <a:schemeClr val="tx1"/>
                </a:solidFill>
              </a:defRPr>
            </a:lvl3pPr>
            <a:lvl4pPr>
              <a:defRPr sz="1200"/>
            </a:lvl4pPr>
            <a:lvl5pPr>
              <a:defRPr sz="1200"/>
            </a:lvl5pPr>
          </a:lstStyle>
          <a:p>
            <a:pPr marL="169863" lvl="0" indent="-169863" algn="l" defTabSz="914400" rtl="0" eaLnBrk="1" latinLnBrk="0" hangingPunct="1">
              <a:lnSpc>
                <a:spcPct val="90000"/>
              </a:lnSpc>
              <a:spcBef>
                <a:spcPts val="1000"/>
              </a:spcBef>
              <a:buFont typeface="Arial" panose="020B0604020202020204" pitchFamily="34" charset="0"/>
              <a:buChar char="•"/>
            </a:pPr>
            <a:r>
              <a:rPr lang="en-US"/>
              <a:t>[Click to add text]</a:t>
            </a:r>
          </a:p>
          <a:p>
            <a:pPr lvl="1"/>
            <a:r>
              <a:rPr lang="en-US"/>
              <a:t>Second level</a:t>
            </a:r>
          </a:p>
          <a:p>
            <a:pPr lvl="2"/>
            <a:r>
              <a:rPr lang="en-US"/>
              <a:t>Third level</a:t>
            </a:r>
          </a:p>
        </p:txBody>
      </p:sp>
      <p:sp>
        <p:nvSpPr>
          <p:cNvPr id="38" name="Picture Placeholder  Bottom">
            <a:extLst>
              <a:ext uri="{FF2B5EF4-FFF2-40B4-BE49-F238E27FC236}">
                <a16:creationId xmlns:a16="http://schemas.microsoft.com/office/drawing/2014/main" id="{F24D806E-A553-4B1F-8117-9C5C176E53F9}"/>
              </a:ext>
            </a:extLst>
          </p:cNvPr>
          <p:cNvSpPr>
            <a:spLocks noGrp="1"/>
          </p:cNvSpPr>
          <p:nvPr>
            <p:ph type="pic" sz="quarter" idx="23" hasCustomPrompt="1"/>
          </p:nvPr>
        </p:nvSpPr>
        <p:spPr>
          <a:xfrm>
            <a:off x="6616401" y="4932390"/>
            <a:ext cx="731520" cy="731520"/>
          </a:xfrm>
          <a:prstGeom prst="rect">
            <a:avLst/>
          </a:prstGeom>
        </p:spPr>
        <p:txBody>
          <a:bodyPr anchor="ctr">
            <a:normAutofit/>
          </a:bodyPr>
          <a:lstStyle>
            <a:lvl1pPr marL="0" indent="0" algn="ctr">
              <a:buNone/>
              <a:defRPr sz="1100"/>
            </a:lvl1pPr>
          </a:lstStyle>
          <a:p>
            <a:r>
              <a:rPr lang="en-US"/>
              <a:t>[Image] or remove and place icon here</a:t>
            </a:r>
          </a:p>
        </p:txBody>
      </p:sp>
      <p:sp>
        <p:nvSpPr>
          <p:cNvPr id="35" name="Subtitle Bottom">
            <a:extLst>
              <a:ext uri="{FF2B5EF4-FFF2-40B4-BE49-F238E27FC236}">
                <a16:creationId xmlns:a16="http://schemas.microsoft.com/office/drawing/2014/main" id="{91520921-926B-46E2-964C-7D28AF6717E1}"/>
              </a:ext>
            </a:extLst>
          </p:cNvPr>
          <p:cNvSpPr>
            <a:spLocks noGrp="1"/>
          </p:cNvSpPr>
          <p:nvPr>
            <p:ph type="body" sz="quarter" idx="19" hasCustomPrompt="1"/>
          </p:nvPr>
        </p:nvSpPr>
        <p:spPr>
          <a:xfrm>
            <a:off x="7491611" y="4932390"/>
            <a:ext cx="4133181" cy="267545"/>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45" name="Text Placeholder 29">
            <a:extLst>
              <a:ext uri="{FF2B5EF4-FFF2-40B4-BE49-F238E27FC236}">
                <a16:creationId xmlns:a16="http://schemas.microsoft.com/office/drawing/2014/main" id="{546919E3-2B90-44C9-BD96-96FD88323A76}"/>
              </a:ext>
            </a:extLst>
          </p:cNvPr>
          <p:cNvSpPr>
            <a:spLocks noGrp="1"/>
          </p:cNvSpPr>
          <p:nvPr>
            <p:ph type="body" sz="quarter" idx="32" hasCustomPrompt="1"/>
          </p:nvPr>
        </p:nvSpPr>
        <p:spPr>
          <a:xfrm>
            <a:off x="7480636" y="5267597"/>
            <a:ext cx="4133088" cy="640080"/>
          </a:xfrm>
          <a:prstGeom prst="rect">
            <a:avLst/>
          </a:prstGeom>
        </p:spPr>
        <p:txBody>
          <a:bodyPr/>
          <a:lstStyle>
            <a:lvl1pPr marL="169863" indent="-169863">
              <a:lnSpc>
                <a:spcPct val="100000"/>
              </a:lnSpc>
              <a:spcBef>
                <a:spcPts val="0"/>
              </a:spcBef>
              <a:spcAft>
                <a:spcPts val="200"/>
              </a:spcAft>
              <a:defRPr lang="en-US" sz="1400" kern="1200" dirty="0">
                <a:solidFill>
                  <a:schemeClr val="tx1"/>
                </a:solidFill>
                <a:latin typeface="+mn-lt"/>
                <a:ea typeface="+mn-ea"/>
                <a:cs typeface="+mn-cs"/>
              </a:defRPr>
            </a:lvl1pPr>
            <a:lvl2pPr>
              <a:lnSpc>
                <a:spcPct val="100000"/>
              </a:lnSpc>
              <a:spcBef>
                <a:spcPts val="0"/>
              </a:spcBef>
              <a:spcAft>
                <a:spcPts val="200"/>
              </a:spcAft>
              <a:defRPr sz="1200">
                <a:solidFill>
                  <a:schemeClr val="tx1"/>
                </a:solidFill>
              </a:defRPr>
            </a:lvl2pPr>
            <a:lvl3pPr>
              <a:lnSpc>
                <a:spcPct val="100000"/>
              </a:lnSpc>
              <a:spcBef>
                <a:spcPts val="0"/>
              </a:spcBef>
              <a:spcAft>
                <a:spcPts val="200"/>
              </a:spcAft>
              <a:defRPr sz="1200">
                <a:solidFill>
                  <a:schemeClr val="tx1"/>
                </a:solidFill>
              </a:defRPr>
            </a:lvl3pPr>
            <a:lvl4pPr>
              <a:defRPr sz="1200"/>
            </a:lvl4pPr>
            <a:lvl5pPr>
              <a:defRPr sz="1200"/>
            </a:lvl5pPr>
          </a:lstStyle>
          <a:p>
            <a:pPr marL="169863" lvl="0" indent="-169863" algn="l" defTabSz="914400" rtl="0" eaLnBrk="1" latinLnBrk="0" hangingPunct="1">
              <a:lnSpc>
                <a:spcPct val="90000"/>
              </a:lnSpc>
              <a:spcBef>
                <a:spcPts val="1000"/>
              </a:spcBef>
              <a:buFont typeface="Arial" panose="020B0604020202020204" pitchFamily="34" charset="0"/>
              <a:buChar char="•"/>
            </a:pPr>
            <a:r>
              <a:rPr lang="en-US"/>
              <a:t>[Click to add text]</a:t>
            </a:r>
          </a:p>
          <a:p>
            <a:pPr lvl="1"/>
            <a:r>
              <a:rPr lang="en-US"/>
              <a:t>Second level</a:t>
            </a:r>
          </a:p>
          <a:p>
            <a:pPr lvl="2"/>
            <a:r>
              <a:rPr lang="en-US"/>
              <a:t>Third level</a:t>
            </a:r>
          </a:p>
        </p:txBody>
      </p:sp>
      <p:sp>
        <p:nvSpPr>
          <p:cNvPr id="24" name="Rectangle 23">
            <a:extLst>
              <a:ext uri="{FF2B5EF4-FFF2-40B4-BE49-F238E27FC236}">
                <a16:creationId xmlns:a16="http://schemas.microsoft.com/office/drawing/2014/main" id="{CDB49F20-57DC-4680-8B56-AE164DBF60DC}"/>
              </a:ext>
              <a:ext uri="{C183D7F6-B498-43B3-948B-1728B52AA6E4}">
                <adec:decorative xmlns:adec="http://schemas.microsoft.com/office/drawing/2017/decorative" val="1"/>
              </a:ext>
            </a:extLst>
          </p:cNvPr>
          <p:cNvSpPr/>
          <p:nvPr userDrawn="1"/>
        </p:nvSpPr>
        <p:spPr>
          <a:xfrm>
            <a:off x="5272088" y="6575649"/>
            <a:ext cx="6129126" cy="200055"/>
          </a:xfrm>
          <a:prstGeom prst="rect">
            <a:avLst/>
          </a:prstGeom>
        </p:spPr>
        <p:txBody>
          <a:bodyPr wrap="square" anchor="b">
            <a:spAutoFit/>
          </a:bodyPr>
          <a:lstStyle/>
          <a:p>
            <a:pPr algn="r"/>
            <a:r>
              <a:rPr lang="en-US" sz="700">
                <a:solidFill>
                  <a:schemeClr val="tx1"/>
                </a:solidFill>
                <a:latin typeface="+mn-lt"/>
              </a:rPr>
              <a:t>© 2026 S&amp;P Global.</a:t>
            </a:r>
          </a:p>
        </p:txBody>
      </p:sp>
      <p:pic>
        <p:nvPicPr>
          <p:cNvPr id="101"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2714874545"/>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720" userDrawn="1">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cons 2 x 3 Columns">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387EB15F-F929-4285-B3D2-F12F7A3EDFE1}"/>
              </a:ext>
            </a:extLst>
          </p:cNvPr>
          <p:cNvSpPr>
            <a:spLocks noGrp="1"/>
          </p:cNvSpPr>
          <p:nvPr>
            <p:ph type="ftr" sz="quarter" idx="38"/>
          </p:nvPr>
        </p:nvSpPr>
        <p:spPr/>
        <p:txBody>
          <a:bodyPr/>
          <a:lstStyle/>
          <a:p>
            <a:r>
              <a:rPr lang="en-US"/>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p>
            <a:fld id="{5CFA18E4-D58E-4B28-B105-28D9665A8EBC}" type="slidenum">
              <a:rPr lang="en-US" smtClean="0"/>
              <a:pPr/>
              <a:t>‹#›</a:t>
            </a:fld>
            <a:endParaRPr lang="en-US"/>
          </a:p>
        </p:txBody>
      </p:sp>
      <p:sp>
        <p:nvSpPr>
          <p:cNvPr id="39" name="Title 6">
            <a:extLst>
              <a:ext uri="{FF2B5EF4-FFF2-40B4-BE49-F238E27FC236}">
                <a16:creationId xmlns:a16="http://schemas.microsoft.com/office/drawing/2014/main" id="{74FD5EE2-7E80-4B3F-9F2E-FB51310FF616}"/>
              </a:ext>
            </a:extLst>
          </p:cNvPr>
          <p:cNvSpPr>
            <a:spLocks noGrp="1"/>
          </p:cNvSpPr>
          <p:nvPr>
            <p:ph type="title" hasCustomPrompt="1"/>
          </p:nvPr>
        </p:nvSpPr>
        <p:spPr>
          <a:xfrm>
            <a:off x="567039" y="342900"/>
            <a:ext cx="11062709" cy="460551"/>
          </a:xfrm>
        </p:spPr>
        <p:txBody>
          <a:bodyPr/>
          <a:lstStyle/>
          <a:p>
            <a:r>
              <a:rPr lang="en-US"/>
              <a:t>[Headline]</a:t>
            </a:r>
          </a:p>
        </p:txBody>
      </p:sp>
      <p:sp>
        <p:nvSpPr>
          <p:cNvPr id="28" name="Sub-headline">
            <a:extLst>
              <a:ext uri="{FF2B5EF4-FFF2-40B4-BE49-F238E27FC236}">
                <a16:creationId xmlns:a16="http://schemas.microsoft.com/office/drawing/2014/main" id="{CEBFF992-B5B5-4920-8BF1-3F8A84AE6387}"/>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32" name="Picture Placeholder Left">
            <a:extLst>
              <a:ext uri="{FF2B5EF4-FFF2-40B4-BE49-F238E27FC236}">
                <a16:creationId xmlns:a16="http://schemas.microsoft.com/office/drawing/2014/main" id="{CF6F45C0-8397-41BE-B336-31CACBC93446}"/>
              </a:ext>
            </a:extLst>
          </p:cNvPr>
          <p:cNvSpPr>
            <a:spLocks noGrp="1"/>
          </p:cNvSpPr>
          <p:nvPr>
            <p:ph type="pic" sz="quarter" idx="21" hasCustomPrompt="1"/>
          </p:nvPr>
        </p:nvSpPr>
        <p:spPr>
          <a:xfrm>
            <a:off x="569217" y="1261872"/>
            <a:ext cx="850392" cy="850392"/>
          </a:xfrm>
          <a:prstGeom prst="rect">
            <a:avLst/>
          </a:prstGeom>
        </p:spPr>
        <p:txBody>
          <a:bodyPr anchor="ctr">
            <a:normAutofit/>
          </a:bodyPr>
          <a:lstStyle>
            <a:lvl1pPr marL="0" indent="0" algn="ctr">
              <a:buNone/>
              <a:defRPr sz="1100"/>
            </a:lvl1pPr>
          </a:lstStyle>
          <a:p>
            <a:r>
              <a:rPr lang="en-US"/>
              <a:t>[Image] or remove and place icon here</a:t>
            </a:r>
          </a:p>
        </p:txBody>
      </p:sp>
      <p:sp>
        <p:nvSpPr>
          <p:cNvPr id="29" name="Subtitle Left">
            <a:extLst>
              <a:ext uri="{FF2B5EF4-FFF2-40B4-BE49-F238E27FC236}">
                <a16:creationId xmlns:a16="http://schemas.microsoft.com/office/drawing/2014/main" id="{ED30F6A3-B5BC-40C0-8DCB-0F3F70EB0918}"/>
              </a:ext>
            </a:extLst>
          </p:cNvPr>
          <p:cNvSpPr>
            <a:spLocks noGrp="1"/>
          </p:cNvSpPr>
          <p:nvPr>
            <p:ph type="body" sz="quarter" idx="16" hasCustomPrompt="1"/>
          </p:nvPr>
        </p:nvSpPr>
        <p:spPr>
          <a:xfrm>
            <a:off x="1784838" y="1261872"/>
            <a:ext cx="3857010" cy="267545"/>
          </a:xfrm>
          <a:prstGeom prst="rect">
            <a:avLst/>
          </a:prstGeom>
        </p:spPr>
        <p:txBody>
          <a:bodyPr anchor="t">
            <a:noAutofit/>
          </a:bodyPr>
          <a:lstStyle>
            <a:lvl1pPr marL="0" indent="0">
              <a:buNone/>
              <a:defRPr sz="18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35" name="Text Placeholder 20">
            <a:extLst>
              <a:ext uri="{FF2B5EF4-FFF2-40B4-BE49-F238E27FC236}">
                <a16:creationId xmlns:a16="http://schemas.microsoft.com/office/drawing/2014/main" id="{F93BE80F-03ED-41A2-8709-8A7F3D16AC1C}"/>
              </a:ext>
            </a:extLst>
          </p:cNvPr>
          <p:cNvSpPr>
            <a:spLocks noGrp="1"/>
          </p:cNvSpPr>
          <p:nvPr>
            <p:ph type="body" sz="quarter" idx="24" hasCustomPrompt="1"/>
          </p:nvPr>
        </p:nvSpPr>
        <p:spPr>
          <a:xfrm>
            <a:off x="1784838" y="1587722"/>
            <a:ext cx="3857010" cy="928037"/>
          </a:xfrm>
          <a:prstGeom prst="rect">
            <a:avLst/>
          </a:prstGeom>
        </p:spPr>
        <p:txBody>
          <a:bodyPr/>
          <a:lstStyle>
            <a:lvl1pPr>
              <a:lnSpc>
                <a:spcPct val="100000"/>
              </a:lnSpc>
              <a:spcBef>
                <a:spcPts val="0"/>
              </a:spcBef>
              <a:spcAft>
                <a:spcPts val="200"/>
              </a:spcAft>
              <a:defRPr sz="1600"/>
            </a:lvl1pPr>
            <a:lvl2pPr>
              <a:lnSpc>
                <a:spcPct val="100000"/>
              </a:lnSpc>
              <a:spcBef>
                <a:spcPts val="0"/>
              </a:spcBef>
              <a:spcAft>
                <a:spcPts val="200"/>
              </a:spcAft>
              <a:defRPr sz="1400"/>
            </a:lvl2pPr>
            <a:lvl3pPr>
              <a:lnSpc>
                <a:spcPct val="100000"/>
              </a:lnSpc>
              <a:spcBef>
                <a:spcPts val="0"/>
              </a:spcBef>
              <a:spcAft>
                <a:spcPts val="200"/>
              </a:spcAft>
              <a:defRPr sz="1400"/>
            </a:lvl3pPr>
            <a:lvl4pPr>
              <a:defRPr sz="1200"/>
            </a:lvl4pPr>
            <a:lvl5pPr>
              <a:defRPr sz="12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000000"/>
                </a:solidFill>
                <a:effectLst/>
                <a:uLnTx/>
                <a:uFillTx/>
                <a:latin typeface="Arial"/>
                <a:ea typeface="+mn-ea"/>
                <a:cs typeface="+mn-cs"/>
              </a:rPr>
              <a:t>Third level</a:t>
            </a:r>
          </a:p>
        </p:txBody>
      </p:sp>
      <p:sp>
        <p:nvSpPr>
          <p:cNvPr id="33" name="Picture Placeholder  Middle">
            <a:extLst>
              <a:ext uri="{FF2B5EF4-FFF2-40B4-BE49-F238E27FC236}">
                <a16:creationId xmlns:a16="http://schemas.microsoft.com/office/drawing/2014/main" id="{259A6D79-8609-455C-B241-4E9D846D5FFB}"/>
              </a:ext>
            </a:extLst>
          </p:cNvPr>
          <p:cNvSpPr>
            <a:spLocks noGrp="1"/>
          </p:cNvSpPr>
          <p:nvPr>
            <p:ph type="pic" sz="quarter" idx="22" hasCustomPrompt="1"/>
          </p:nvPr>
        </p:nvSpPr>
        <p:spPr>
          <a:xfrm>
            <a:off x="569217" y="2716512"/>
            <a:ext cx="850392" cy="850392"/>
          </a:xfrm>
          <a:prstGeom prst="rect">
            <a:avLst/>
          </a:prstGeom>
        </p:spPr>
        <p:txBody>
          <a:bodyPr anchor="ctr">
            <a:normAutofit/>
          </a:bodyPr>
          <a:lstStyle>
            <a:lvl1pPr marL="0" indent="0" algn="ctr">
              <a:buNone/>
              <a:defRPr sz="1100"/>
            </a:lvl1pPr>
          </a:lstStyle>
          <a:p>
            <a:r>
              <a:rPr lang="en-US"/>
              <a:t>[Image] or remove and place icon here</a:t>
            </a:r>
          </a:p>
        </p:txBody>
      </p:sp>
      <p:sp>
        <p:nvSpPr>
          <p:cNvPr id="30" name="Subtitle Middle">
            <a:extLst>
              <a:ext uri="{FF2B5EF4-FFF2-40B4-BE49-F238E27FC236}">
                <a16:creationId xmlns:a16="http://schemas.microsoft.com/office/drawing/2014/main" id="{AD83F8F7-A173-4FA2-BE9F-FA907F37B675}"/>
              </a:ext>
            </a:extLst>
          </p:cNvPr>
          <p:cNvSpPr>
            <a:spLocks noGrp="1"/>
          </p:cNvSpPr>
          <p:nvPr>
            <p:ph type="body" sz="quarter" idx="17" hasCustomPrompt="1"/>
          </p:nvPr>
        </p:nvSpPr>
        <p:spPr>
          <a:xfrm>
            <a:off x="1784838" y="2716512"/>
            <a:ext cx="3857010" cy="267545"/>
          </a:xfrm>
          <a:prstGeom prst="rect">
            <a:avLst/>
          </a:prstGeom>
        </p:spPr>
        <p:txBody>
          <a:bodyPr anchor="t">
            <a:noAutofit/>
          </a:bodyPr>
          <a:lstStyle>
            <a:lvl1pPr marL="0" indent="0">
              <a:buNone/>
              <a:defRPr sz="18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36" name="Text Placeholder 22">
            <a:extLst>
              <a:ext uri="{FF2B5EF4-FFF2-40B4-BE49-F238E27FC236}">
                <a16:creationId xmlns:a16="http://schemas.microsoft.com/office/drawing/2014/main" id="{967F51AC-FAAC-41F8-8C78-8EF80FFF4FF8}"/>
              </a:ext>
            </a:extLst>
          </p:cNvPr>
          <p:cNvSpPr>
            <a:spLocks noGrp="1"/>
          </p:cNvSpPr>
          <p:nvPr>
            <p:ph type="body" sz="quarter" idx="25" hasCustomPrompt="1"/>
          </p:nvPr>
        </p:nvSpPr>
        <p:spPr>
          <a:xfrm>
            <a:off x="1784838" y="3026645"/>
            <a:ext cx="3857010" cy="928036"/>
          </a:xfrm>
          <a:prstGeom prst="rect">
            <a:avLst/>
          </a:prstGeom>
        </p:spPr>
        <p:txBody>
          <a:bodyPr/>
          <a:lstStyle>
            <a:lvl1pPr>
              <a:lnSpc>
                <a:spcPct val="100000"/>
              </a:lnSpc>
              <a:spcBef>
                <a:spcPts val="0"/>
              </a:spcBef>
              <a:spcAft>
                <a:spcPts val="200"/>
              </a:spcAft>
              <a:defRPr sz="1600"/>
            </a:lvl1pPr>
            <a:lvl2pPr>
              <a:lnSpc>
                <a:spcPct val="100000"/>
              </a:lnSpc>
              <a:spcBef>
                <a:spcPts val="0"/>
              </a:spcBef>
              <a:spcAft>
                <a:spcPts val="200"/>
              </a:spcAft>
              <a:defRPr sz="1400"/>
            </a:lvl2pPr>
            <a:lvl3pPr>
              <a:lnSpc>
                <a:spcPct val="100000"/>
              </a:lnSpc>
              <a:spcBef>
                <a:spcPts val="0"/>
              </a:spcBef>
              <a:spcAft>
                <a:spcPts val="200"/>
              </a:spcAft>
              <a:defRPr sz="1400"/>
            </a:lvl3pPr>
            <a:lvl4pPr>
              <a:defRPr sz="1200"/>
            </a:lvl4pPr>
            <a:lvl5pPr>
              <a:defRPr sz="12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000000"/>
                </a:solidFill>
                <a:effectLst/>
                <a:uLnTx/>
                <a:uFillTx/>
                <a:latin typeface="Arial"/>
                <a:ea typeface="+mn-ea"/>
                <a:cs typeface="+mn-cs"/>
              </a:rPr>
              <a:t>Third level</a:t>
            </a:r>
          </a:p>
        </p:txBody>
      </p:sp>
      <p:sp>
        <p:nvSpPr>
          <p:cNvPr id="21" name="Picture Placeholder  Middle">
            <a:extLst>
              <a:ext uri="{FF2B5EF4-FFF2-40B4-BE49-F238E27FC236}">
                <a16:creationId xmlns:a16="http://schemas.microsoft.com/office/drawing/2014/main" id="{ACB6CBE9-656B-4931-8DAE-8958D93E7422}"/>
              </a:ext>
            </a:extLst>
          </p:cNvPr>
          <p:cNvSpPr>
            <a:spLocks noGrp="1"/>
          </p:cNvSpPr>
          <p:nvPr>
            <p:ph type="pic" sz="quarter" idx="33" hasCustomPrompt="1"/>
          </p:nvPr>
        </p:nvSpPr>
        <p:spPr>
          <a:xfrm>
            <a:off x="567039" y="4154799"/>
            <a:ext cx="850392" cy="850392"/>
          </a:xfrm>
          <a:prstGeom prst="rect">
            <a:avLst/>
          </a:prstGeom>
        </p:spPr>
        <p:txBody>
          <a:bodyPr anchor="ctr">
            <a:normAutofit/>
          </a:bodyPr>
          <a:lstStyle>
            <a:lvl1pPr marL="0" indent="0" algn="ctr">
              <a:buNone/>
              <a:defRPr sz="1100"/>
            </a:lvl1pPr>
          </a:lstStyle>
          <a:p>
            <a:r>
              <a:rPr lang="en-US"/>
              <a:t>[Image] or remove and place icon here</a:t>
            </a:r>
          </a:p>
        </p:txBody>
      </p:sp>
      <p:sp>
        <p:nvSpPr>
          <p:cNvPr id="20" name="Subtitle Middle">
            <a:extLst>
              <a:ext uri="{FF2B5EF4-FFF2-40B4-BE49-F238E27FC236}">
                <a16:creationId xmlns:a16="http://schemas.microsoft.com/office/drawing/2014/main" id="{FACF049B-4486-44B8-A830-D469FA5F6CDC}"/>
              </a:ext>
            </a:extLst>
          </p:cNvPr>
          <p:cNvSpPr>
            <a:spLocks noGrp="1"/>
          </p:cNvSpPr>
          <p:nvPr>
            <p:ph type="body" sz="quarter" idx="32" hasCustomPrompt="1"/>
          </p:nvPr>
        </p:nvSpPr>
        <p:spPr>
          <a:xfrm>
            <a:off x="1782660" y="4154799"/>
            <a:ext cx="3857010" cy="267545"/>
          </a:xfrm>
          <a:prstGeom prst="rect">
            <a:avLst/>
          </a:prstGeom>
        </p:spPr>
        <p:txBody>
          <a:bodyPr anchor="t">
            <a:noAutofit/>
          </a:bodyPr>
          <a:lstStyle>
            <a:lvl1pPr marL="0" indent="0">
              <a:buNone/>
              <a:defRPr sz="18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22" name="Text Placeholder 22">
            <a:extLst>
              <a:ext uri="{FF2B5EF4-FFF2-40B4-BE49-F238E27FC236}">
                <a16:creationId xmlns:a16="http://schemas.microsoft.com/office/drawing/2014/main" id="{564520D8-CDA7-4278-8769-E3C18C1F19A7}"/>
              </a:ext>
            </a:extLst>
          </p:cNvPr>
          <p:cNvSpPr>
            <a:spLocks noGrp="1"/>
          </p:cNvSpPr>
          <p:nvPr>
            <p:ph type="body" sz="quarter" idx="34" hasCustomPrompt="1"/>
          </p:nvPr>
        </p:nvSpPr>
        <p:spPr>
          <a:xfrm>
            <a:off x="1782660" y="4464932"/>
            <a:ext cx="3857010" cy="928036"/>
          </a:xfrm>
          <a:prstGeom prst="rect">
            <a:avLst/>
          </a:prstGeom>
        </p:spPr>
        <p:txBody>
          <a:bodyPr/>
          <a:lstStyle>
            <a:lvl1pPr>
              <a:lnSpc>
                <a:spcPct val="100000"/>
              </a:lnSpc>
              <a:spcBef>
                <a:spcPts val="0"/>
              </a:spcBef>
              <a:spcAft>
                <a:spcPts val="200"/>
              </a:spcAft>
              <a:defRPr sz="1600"/>
            </a:lvl1pPr>
            <a:lvl2pPr>
              <a:lnSpc>
                <a:spcPct val="100000"/>
              </a:lnSpc>
              <a:spcBef>
                <a:spcPts val="0"/>
              </a:spcBef>
              <a:spcAft>
                <a:spcPts val="200"/>
              </a:spcAft>
              <a:defRPr sz="1400"/>
            </a:lvl2pPr>
            <a:lvl3pPr>
              <a:lnSpc>
                <a:spcPct val="100000"/>
              </a:lnSpc>
              <a:spcBef>
                <a:spcPts val="0"/>
              </a:spcBef>
              <a:spcAft>
                <a:spcPts val="200"/>
              </a:spcAft>
              <a:defRPr sz="1400"/>
            </a:lvl3pPr>
            <a:lvl4pPr>
              <a:defRPr sz="1200"/>
            </a:lvl4pPr>
            <a:lvl5pPr>
              <a:defRPr sz="12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000000"/>
                </a:solidFill>
                <a:effectLst/>
                <a:uLnTx/>
                <a:uFillTx/>
                <a:latin typeface="Arial"/>
                <a:ea typeface="+mn-ea"/>
                <a:cs typeface="+mn-cs"/>
              </a:rPr>
              <a:t>Third level</a:t>
            </a:r>
          </a:p>
        </p:txBody>
      </p:sp>
      <p:sp>
        <p:nvSpPr>
          <p:cNvPr id="16" name="Picture Placeholder Left">
            <a:extLst>
              <a:ext uri="{FF2B5EF4-FFF2-40B4-BE49-F238E27FC236}">
                <a16:creationId xmlns:a16="http://schemas.microsoft.com/office/drawing/2014/main" id="{009A490E-8C91-4D1E-BD53-4E7033E185C0}"/>
              </a:ext>
            </a:extLst>
          </p:cNvPr>
          <p:cNvSpPr>
            <a:spLocks noGrp="1"/>
          </p:cNvSpPr>
          <p:nvPr>
            <p:ph type="pic" sz="quarter" idx="28" hasCustomPrompt="1"/>
          </p:nvPr>
        </p:nvSpPr>
        <p:spPr>
          <a:xfrm>
            <a:off x="6550152" y="1261872"/>
            <a:ext cx="850392" cy="850392"/>
          </a:xfrm>
          <a:prstGeom prst="rect">
            <a:avLst/>
          </a:prstGeom>
        </p:spPr>
        <p:txBody>
          <a:bodyPr anchor="ctr">
            <a:normAutofit/>
          </a:bodyPr>
          <a:lstStyle>
            <a:lvl1pPr marL="0" indent="0" algn="ctr">
              <a:buNone/>
              <a:defRPr sz="1100"/>
            </a:lvl1pPr>
          </a:lstStyle>
          <a:p>
            <a:r>
              <a:rPr lang="en-US"/>
              <a:t>[Image] or remove and place icon here</a:t>
            </a:r>
          </a:p>
        </p:txBody>
      </p:sp>
      <p:sp>
        <p:nvSpPr>
          <p:cNvPr id="14" name="Subtitle Left">
            <a:extLst>
              <a:ext uri="{FF2B5EF4-FFF2-40B4-BE49-F238E27FC236}">
                <a16:creationId xmlns:a16="http://schemas.microsoft.com/office/drawing/2014/main" id="{4EB342BF-6CAA-4B82-AF57-F25F0E8E4DE8}"/>
              </a:ext>
            </a:extLst>
          </p:cNvPr>
          <p:cNvSpPr>
            <a:spLocks noGrp="1"/>
          </p:cNvSpPr>
          <p:nvPr>
            <p:ph type="body" sz="quarter" idx="26" hasCustomPrompt="1"/>
          </p:nvPr>
        </p:nvSpPr>
        <p:spPr>
          <a:xfrm>
            <a:off x="7765773" y="1261872"/>
            <a:ext cx="3857010" cy="267545"/>
          </a:xfrm>
          <a:prstGeom prst="rect">
            <a:avLst/>
          </a:prstGeom>
        </p:spPr>
        <p:txBody>
          <a:bodyPr anchor="t">
            <a:noAutofit/>
          </a:bodyPr>
          <a:lstStyle>
            <a:lvl1pPr marL="0" indent="0">
              <a:buNone/>
              <a:defRPr sz="18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18" name="Text Placeholder 20">
            <a:extLst>
              <a:ext uri="{FF2B5EF4-FFF2-40B4-BE49-F238E27FC236}">
                <a16:creationId xmlns:a16="http://schemas.microsoft.com/office/drawing/2014/main" id="{1CB46CF6-6609-40E4-9F18-AAD3D6C5AAB0}"/>
              </a:ext>
            </a:extLst>
          </p:cNvPr>
          <p:cNvSpPr>
            <a:spLocks noGrp="1"/>
          </p:cNvSpPr>
          <p:nvPr>
            <p:ph type="body" sz="quarter" idx="30" hasCustomPrompt="1"/>
          </p:nvPr>
        </p:nvSpPr>
        <p:spPr>
          <a:xfrm>
            <a:off x="7765773" y="1587722"/>
            <a:ext cx="3857010" cy="928037"/>
          </a:xfrm>
          <a:prstGeom prst="rect">
            <a:avLst/>
          </a:prstGeom>
        </p:spPr>
        <p:txBody>
          <a:bodyPr/>
          <a:lstStyle>
            <a:lvl1pPr>
              <a:lnSpc>
                <a:spcPct val="100000"/>
              </a:lnSpc>
              <a:spcBef>
                <a:spcPts val="0"/>
              </a:spcBef>
              <a:spcAft>
                <a:spcPts val="200"/>
              </a:spcAft>
              <a:defRPr sz="1600"/>
            </a:lvl1pPr>
            <a:lvl2pPr>
              <a:lnSpc>
                <a:spcPct val="100000"/>
              </a:lnSpc>
              <a:spcBef>
                <a:spcPts val="0"/>
              </a:spcBef>
              <a:spcAft>
                <a:spcPts val="200"/>
              </a:spcAft>
              <a:defRPr sz="1400"/>
            </a:lvl2pPr>
            <a:lvl3pPr>
              <a:lnSpc>
                <a:spcPct val="100000"/>
              </a:lnSpc>
              <a:spcBef>
                <a:spcPts val="0"/>
              </a:spcBef>
              <a:spcAft>
                <a:spcPts val="200"/>
              </a:spcAft>
              <a:defRPr sz="1400"/>
            </a:lvl3pPr>
            <a:lvl4pPr>
              <a:defRPr sz="1200"/>
            </a:lvl4pPr>
            <a:lvl5pPr>
              <a:defRPr sz="12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000000"/>
                </a:solidFill>
                <a:effectLst/>
                <a:uLnTx/>
                <a:uFillTx/>
                <a:latin typeface="Arial"/>
                <a:ea typeface="+mn-ea"/>
                <a:cs typeface="+mn-cs"/>
              </a:rPr>
              <a:t>Third level</a:t>
            </a:r>
          </a:p>
        </p:txBody>
      </p:sp>
      <p:sp>
        <p:nvSpPr>
          <p:cNvPr id="17" name="Picture Placeholder  Middle">
            <a:extLst>
              <a:ext uri="{FF2B5EF4-FFF2-40B4-BE49-F238E27FC236}">
                <a16:creationId xmlns:a16="http://schemas.microsoft.com/office/drawing/2014/main" id="{B3525E34-70EA-44E1-8FED-6D35963A97D0}"/>
              </a:ext>
            </a:extLst>
          </p:cNvPr>
          <p:cNvSpPr>
            <a:spLocks noGrp="1"/>
          </p:cNvSpPr>
          <p:nvPr>
            <p:ph type="pic" sz="quarter" idx="29" hasCustomPrompt="1"/>
          </p:nvPr>
        </p:nvSpPr>
        <p:spPr>
          <a:xfrm>
            <a:off x="6550152" y="2716512"/>
            <a:ext cx="850392" cy="850392"/>
          </a:xfrm>
          <a:prstGeom prst="rect">
            <a:avLst/>
          </a:prstGeom>
        </p:spPr>
        <p:txBody>
          <a:bodyPr anchor="ctr">
            <a:normAutofit/>
          </a:bodyPr>
          <a:lstStyle>
            <a:lvl1pPr marL="0" indent="0" algn="ctr">
              <a:buNone/>
              <a:defRPr sz="1100"/>
            </a:lvl1pPr>
          </a:lstStyle>
          <a:p>
            <a:r>
              <a:rPr lang="en-US"/>
              <a:t>[Image] or remove and place icon here</a:t>
            </a:r>
          </a:p>
        </p:txBody>
      </p:sp>
      <p:sp>
        <p:nvSpPr>
          <p:cNvPr id="15" name="Subtitle Middle">
            <a:extLst>
              <a:ext uri="{FF2B5EF4-FFF2-40B4-BE49-F238E27FC236}">
                <a16:creationId xmlns:a16="http://schemas.microsoft.com/office/drawing/2014/main" id="{792A9CBD-D504-44CD-993E-28D5A82AB143}"/>
              </a:ext>
            </a:extLst>
          </p:cNvPr>
          <p:cNvSpPr>
            <a:spLocks noGrp="1"/>
          </p:cNvSpPr>
          <p:nvPr>
            <p:ph type="body" sz="quarter" idx="27" hasCustomPrompt="1"/>
          </p:nvPr>
        </p:nvSpPr>
        <p:spPr>
          <a:xfrm>
            <a:off x="7765773" y="2716512"/>
            <a:ext cx="3857010" cy="267545"/>
          </a:xfrm>
          <a:prstGeom prst="rect">
            <a:avLst/>
          </a:prstGeom>
        </p:spPr>
        <p:txBody>
          <a:bodyPr anchor="t">
            <a:noAutofit/>
          </a:bodyPr>
          <a:lstStyle>
            <a:lvl1pPr marL="0" indent="0">
              <a:buNone/>
              <a:defRPr sz="18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19" name="Text Placeholder 22">
            <a:extLst>
              <a:ext uri="{FF2B5EF4-FFF2-40B4-BE49-F238E27FC236}">
                <a16:creationId xmlns:a16="http://schemas.microsoft.com/office/drawing/2014/main" id="{9AD166B1-99E0-49B7-9424-A1B505123279}"/>
              </a:ext>
            </a:extLst>
          </p:cNvPr>
          <p:cNvSpPr>
            <a:spLocks noGrp="1"/>
          </p:cNvSpPr>
          <p:nvPr>
            <p:ph type="body" sz="quarter" idx="31" hasCustomPrompt="1"/>
          </p:nvPr>
        </p:nvSpPr>
        <p:spPr>
          <a:xfrm>
            <a:off x="7765773" y="3026645"/>
            <a:ext cx="3857010" cy="928036"/>
          </a:xfrm>
          <a:prstGeom prst="rect">
            <a:avLst/>
          </a:prstGeom>
        </p:spPr>
        <p:txBody>
          <a:bodyPr/>
          <a:lstStyle>
            <a:lvl1pPr>
              <a:lnSpc>
                <a:spcPct val="100000"/>
              </a:lnSpc>
              <a:spcBef>
                <a:spcPts val="0"/>
              </a:spcBef>
              <a:spcAft>
                <a:spcPts val="200"/>
              </a:spcAft>
              <a:defRPr sz="1600"/>
            </a:lvl1pPr>
            <a:lvl2pPr>
              <a:lnSpc>
                <a:spcPct val="100000"/>
              </a:lnSpc>
              <a:spcBef>
                <a:spcPts val="0"/>
              </a:spcBef>
              <a:spcAft>
                <a:spcPts val="200"/>
              </a:spcAft>
              <a:defRPr sz="1400"/>
            </a:lvl2pPr>
            <a:lvl3pPr>
              <a:lnSpc>
                <a:spcPct val="100000"/>
              </a:lnSpc>
              <a:spcBef>
                <a:spcPts val="0"/>
              </a:spcBef>
              <a:spcAft>
                <a:spcPts val="200"/>
              </a:spcAft>
              <a:defRPr sz="1400"/>
            </a:lvl3pPr>
            <a:lvl4pPr>
              <a:defRPr sz="1200"/>
            </a:lvl4pPr>
            <a:lvl5pPr>
              <a:defRPr sz="12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000000"/>
                </a:solidFill>
                <a:effectLst/>
                <a:uLnTx/>
                <a:uFillTx/>
                <a:latin typeface="Arial"/>
                <a:ea typeface="+mn-ea"/>
                <a:cs typeface="+mn-cs"/>
              </a:rPr>
              <a:t>Third level</a:t>
            </a:r>
          </a:p>
        </p:txBody>
      </p:sp>
      <p:sp>
        <p:nvSpPr>
          <p:cNvPr id="24" name="Picture Placeholder  Middle">
            <a:extLst>
              <a:ext uri="{FF2B5EF4-FFF2-40B4-BE49-F238E27FC236}">
                <a16:creationId xmlns:a16="http://schemas.microsoft.com/office/drawing/2014/main" id="{C87162C6-1D5F-4F74-AD00-7AF87B19835D}"/>
              </a:ext>
            </a:extLst>
          </p:cNvPr>
          <p:cNvSpPr>
            <a:spLocks noGrp="1"/>
          </p:cNvSpPr>
          <p:nvPr>
            <p:ph type="pic" sz="quarter" idx="36" hasCustomPrompt="1"/>
          </p:nvPr>
        </p:nvSpPr>
        <p:spPr>
          <a:xfrm>
            <a:off x="6547974" y="4154799"/>
            <a:ext cx="850392" cy="850392"/>
          </a:xfrm>
          <a:prstGeom prst="rect">
            <a:avLst/>
          </a:prstGeom>
        </p:spPr>
        <p:txBody>
          <a:bodyPr anchor="ctr">
            <a:normAutofit/>
          </a:bodyPr>
          <a:lstStyle>
            <a:lvl1pPr marL="0" indent="0" algn="ctr">
              <a:buNone/>
              <a:defRPr sz="1100"/>
            </a:lvl1pPr>
          </a:lstStyle>
          <a:p>
            <a:r>
              <a:rPr lang="en-US"/>
              <a:t>[Image] or remove and place icon here</a:t>
            </a:r>
          </a:p>
        </p:txBody>
      </p:sp>
      <p:sp>
        <p:nvSpPr>
          <p:cNvPr id="23" name="Subtitle Middle">
            <a:extLst>
              <a:ext uri="{FF2B5EF4-FFF2-40B4-BE49-F238E27FC236}">
                <a16:creationId xmlns:a16="http://schemas.microsoft.com/office/drawing/2014/main" id="{498C1007-D958-4823-AF07-A11D5ED562D1}"/>
              </a:ext>
            </a:extLst>
          </p:cNvPr>
          <p:cNvSpPr>
            <a:spLocks noGrp="1"/>
          </p:cNvSpPr>
          <p:nvPr>
            <p:ph type="body" sz="quarter" idx="35" hasCustomPrompt="1"/>
          </p:nvPr>
        </p:nvSpPr>
        <p:spPr>
          <a:xfrm>
            <a:off x="7763595" y="4154799"/>
            <a:ext cx="3857010" cy="267545"/>
          </a:xfrm>
          <a:prstGeom prst="rect">
            <a:avLst/>
          </a:prstGeom>
        </p:spPr>
        <p:txBody>
          <a:bodyPr anchor="t">
            <a:noAutofit/>
          </a:bodyPr>
          <a:lstStyle>
            <a:lvl1pPr marL="0" indent="0">
              <a:buNone/>
              <a:defRPr sz="18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25" name="Text Placeholder 22">
            <a:extLst>
              <a:ext uri="{FF2B5EF4-FFF2-40B4-BE49-F238E27FC236}">
                <a16:creationId xmlns:a16="http://schemas.microsoft.com/office/drawing/2014/main" id="{818AC8AF-5117-4C49-90A1-8427A7B5BDC7}"/>
              </a:ext>
            </a:extLst>
          </p:cNvPr>
          <p:cNvSpPr>
            <a:spLocks noGrp="1"/>
          </p:cNvSpPr>
          <p:nvPr>
            <p:ph type="body" sz="quarter" idx="37" hasCustomPrompt="1"/>
          </p:nvPr>
        </p:nvSpPr>
        <p:spPr>
          <a:xfrm>
            <a:off x="7763595" y="4464932"/>
            <a:ext cx="3857010" cy="928036"/>
          </a:xfrm>
          <a:prstGeom prst="rect">
            <a:avLst/>
          </a:prstGeom>
        </p:spPr>
        <p:txBody>
          <a:bodyPr/>
          <a:lstStyle>
            <a:lvl1pPr>
              <a:lnSpc>
                <a:spcPct val="100000"/>
              </a:lnSpc>
              <a:spcBef>
                <a:spcPts val="0"/>
              </a:spcBef>
              <a:spcAft>
                <a:spcPts val="200"/>
              </a:spcAft>
              <a:defRPr sz="1600"/>
            </a:lvl1pPr>
            <a:lvl2pPr>
              <a:lnSpc>
                <a:spcPct val="100000"/>
              </a:lnSpc>
              <a:spcBef>
                <a:spcPts val="0"/>
              </a:spcBef>
              <a:spcAft>
                <a:spcPts val="200"/>
              </a:spcAft>
              <a:defRPr sz="1400"/>
            </a:lvl2pPr>
            <a:lvl3pPr>
              <a:lnSpc>
                <a:spcPct val="100000"/>
              </a:lnSpc>
              <a:spcBef>
                <a:spcPts val="0"/>
              </a:spcBef>
              <a:spcAft>
                <a:spcPts val="200"/>
              </a:spcAft>
              <a:defRPr sz="1400"/>
            </a:lvl3pPr>
            <a:lvl4pPr>
              <a:defRPr sz="1200"/>
            </a:lvl4pPr>
            <a:lvl5pPr>
              <a:defRPr sz="12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000000"/>
                </a:solidFill>
                <a:effectLst/>
                <a:uLnTx/>
                <a:uFillTx/>
                <a:latin typeface="Arial"/>
                <a:ea typeface="+mn-ea"/>
                <a:cs typeface="+mn-cs"/>
              </a:rPr>
              <a:t>Third level</a:t>
            </a:r>
          </a:p>
        </p:txBody>
      </p:sp>
      <p:sp>
        <p:nvSpPr>
          <p:cNvPr id="27" name="Footnote">
            <a:extLst>
              <a:ext uri="{FF2B5EF4-FFF2-40B4-BE49-F238E27FC236}">
                <a16:creationId xmlns:a16="http://schemas.microsoft.com/office/drawing/2014/main" id="{0C1180AF-6FC1-48D4-9108-195B7C9E0F82}"/>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3916912561"/>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     ">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84C3E0C-55B5-4DE0-B5B2-69464524EA73}"/>
              </a:ext>
              <a:ext uri="{C183D7F6-B498-43B3-948B-1728B52AA6E4}">
                <adec:decorative xmlns:adec="http://schemas.microsoft.com/office/drawing/2017/decorative" val="0"/>
              </a:ext>
            </a:extLst>
          </p:cNvPr>
          <p:cNvSpPr/>
          <p:nvPr userDrawn="1"/>
        </p:nvSpPr>
        <p:spPr>
          <a:xfrm>
            <a:off x="0" y="0"/>
            <a:ext cx="12192000"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rtlCol="0" anchor="ctr"/>
          <a:lstStyle/>
          <a:p>
            <a:pPr algn="ctr"/>
            <a:r>
              <a:rPr lang="en-US" sz="14000" b="1">
                <a:solidFill>
                  <a:schemeClr val="tx1"/>
                </a:solidFill>
              </a:rPr>
              <a:t>CHARTS</a:t>
            </a:r>
          </a:p>
        </p:txBody>
      </p:sp>
    </p:spTree>
    <p:extLst>
      <p:ext uri="{BB962C8B-B14F-4D97-AF65-F5344CB8AC3E}">
        <p14:creationId xmlns:p14="http://schemas.microsoft.com/office/powerpoint/2010/main" val="425811459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ntent + Chart/Table 1">
    <p:bg>
      <p:bgPr>
        <a:solidFill>
          <a:schemeClr val="bg1"/>
        </a:solidFill>
        <a:effectLst/>
      </p:bgPr>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A3F1773C-83CC-4DD7-8A63-A2D075CD08C5}"/>
              </a:ext>
            </a:extLst>
          </p:cNvPr>
          <p:cNvSpPr>
            <a:spLocks noGrp="1"/>
          </p:cNvSpPr>
          <p:nvPr>
            <p:ph type="ftr" sz="quarter" idx="35"/>
          </p:nvPr>
        </p:nvSpPr>
        <p:spPr/>
        <p:txBody>
          <a:bodyPr/>
          <a:lstStyle/>
          <a:p>
            <a:r>
              <a:rPr lang="en-US"/>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p>
            <a:fld id="{5CFA18E4-D58E-4B28-B105-28D9665A8EBC}" type="slidenum">
              <a:rPr lang="en-US" smtClean="0"/>
              <a:pPr/>
              <a:t>‹#›</a:t>
            </a:fld>
            <a:endParaRPr lang="en-US"/>
          </a:p>
        </p:txBody>
      </p:sp>
      <p:sp>
        <p:nvSpPr>
          <p:cNvPr id="14" name="Title 6">
            <a:extLst>
              <a:ext uri="{FF2B5EF4-FFF2-40B4-BE49-F238E27FC236}">
                <a16:creationId xmlns:a16="http://schemas.microsoft.com/office/drawing/2014/main" id="{EAFD64F3-6468-4255-897C-C766A650F8BE}"/>
              </a:ext>
            </a:extLst>
          </p:cNvPr>
          <p:cNvSpPr>
            <a:spLocks noGrp="1"/>
          </p:cNvSpPr>
          <p:nvPr>
            <p:ph type="title" hasCustomPrompt="1"/>
          </p:nvPr>
        </p:nvSpPr>
        <p:spPr>
          <a:xfrm>
            <a:off x="567038" y="342900"/>
            <a:ext cx="5029200" cy="460551"/>
          </a:xfrm>
        </p:spPr>
        <p:txBody>
          <a:bodyPr/>
          <a:lstStyle>
            <a:lvl1pPr>
              <a:defRPr>
                <a:solidFill>
                  <a:schemeClr val="tx1"/>
                </a:solidFill>
              </a:defRPr>
            </a:lvl1pPr>
          </a:lstStyle>
          <a:p>
            <a:r>
              <a:rPr lang="en-US"/>
              <a:t>[Headline]</a:t>
            </a:r>
          </a:p>
        </p:txBody>
      </p:sp>
      <p:sp>
        <p:nvSpPr>
          <p:cNvPr id="13" name="Sub-headline">
            <a:extLst>
              <a:ext uri="{FF2B5EF4-FFF2-40B4-BE49-F238E27FC236}">
                <a16:creationId xmlns:a16="http://schemas.microsoft.com/office/drawing/2014/main" id="{F2F8395B-EC7C-49BC-8971-AA4EFB9AE789}"/>
              </a:ext>
            </a:extLst>
          </p:cNvPr>
          <p:cNvSpPr>
            <a:spLocks noGrp="1"/>
          </p:cNvSpPr>
          <p:nvPr>
            <p:ph type="body" sz="quarter" idx="18" hasCustomPrompt="1"/>
          </p:nvPr>
        </p:nvSpPr>
        <p:spPr>
          <a:xfrm>
            <a:off x="566928" y="899026"/>
            <a:ext cx="5029200" cy="278706"/>
          </a:xfrm>
          <a:prstGeom prst="rect">
            <a:avLst/>
          </a:prstGeom>
        </p:spPr>
        <p:txBody>
          <a:bodyPr/>
          <a:lstStyle>
            <a:lvl1pPr marL="0" indent="0">
              <a:buNone/>
              <a:defRPr sz="1800" b="0">
                <a:solidFill>
                  <a:schemeClr val="tx1"/>
                </a:solidFill>
                <a:latin typeface="+mn-lt"/>
              </a:defRPr>
            </a:lvl1pPr>
            <a:lvl2pPr marL="169863" indent="0">
              <a:buNone/>
              <a:defRPr/>
            </a:lvl2pPr>
          </a:lstStyle>
          <a:p>
            <a:pPr lvl="0"/>
            <a:r>
              <a:rPr lang="en-US"/>
              <a:t>[Sub-headline]</a:t>
            </a:r>
          </a:p>
        </p:txBody>
      </p:sp>
      <p:sp>
        <p:nvSpPr>
          <p:cNvPr id="12" name="Content Placeholder 2">
            <a:extLst>
              <a:ext uri="{FF2B5EF4-FFF2-40B4-BE49-F238E27FC236}">
                <a16:creationId xmlns:a16="http://schemas.microsoft.com/office/drawing/2014/main" id="{4AB153EC-A950-47EE-AB73-6EB5E4AEFEEB}"/>
              </a:ext>
            </a:extLst>
          </p:cNvPr>
          <p:cNvSpPr>
            <a:spLocks noGrp="1"/>
          </p:cNvSpPr>
          <p:nvPr>
            <p:ph sz="quarter" idx="36" hasCustomPrompt="1"/>
          </p:nvPr>
        </p:nvSpPr>
        <p:spPr>
          <a:xfrm>
            <a:off x="567038" y="1257300"/>
            <a:ext cx="5029200" cy="4343398"/>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0" name="Content Placeholder 17">
            <a:extLst>
              <a:ext uri="{FF2B5EF4-FFF2-40B4-BE49-F238E27FC236}">
                <a16:creationId xmlns:a16="http://schemas.microsoft.com/office/drawing/2014/main" id="{3D88D426-7BF0-4172-85D4-A6B8E9C24743}"/>
              </a:ext>
            </a:extLst>
          </p:cNvPr>
          <p:cNvSpPr>
            <a:spLocks noGrp="1"/>
          </p:cNvSpPr>
          <p:nvPr>
            <p:ph sz="quarter" idx="15" hasCustomPrompt="1"/>
          </p:nvPr>
        </p:nvSpPr>
        <p:spPr>
          <a:xfrm>
            <a:off x="6607174" y="342900"/>
            <a:ext cx="5027613" cy="5257800"/>
          </a:xfrm>
          <a:prstGeom prst="rect">
            <a:avLst/>
          </a:prstGeom>
        </p:spPr>
        <p:txBody>
          <a:bodyPr anchor="ctr"/>
          <a:lstStyle>
            <a:lvl1pPr marL="0" indent="0" algn="ctr">
              <a:buNone/>
              <a:defRPr/>
            </a:lvl1pPr>
          </a:lstStyle>
          <a:p>
            <a:pPr lvl="0"/>
            <a:r>
              <a:rPr lang="en-US"/>
              <a:t>[Click respective icon to insert CHART or TABLE </a:t>
            </a:r>
            <a:br>
              <a:rPr lang="en-US"/>
            </a:br>
            <a:r>
              <a:rPr lang="en-US"/>
              <a:t>– not text]</a:t>
            </a:r>
          </a:p>
        </p:txBody>
      </p:sp>
      <p:sp>
        <p:nvSpPr>
          <p:cNvPr id="11" name="Footnote">
            <a:extLst>
              <a:ext uri="{FF2B5EF4-FFF2-40B4-BE49-F238E27FC236}">
                <a16:creationId xmlns:a16="http://schemas.microsoft.com/office/drawing/2014/main" id="{E0FEE6F1-5ED6-4155-AB7C-9001D5E5229F}"/>
              </a:ext>
            </a:extLst>
          </p:cNvPr>
          <p:cNvSpPr>
            <a:spLocks noGrp="1"/>
          </p:cNvSpPr>
          <p:nvPr>
            <p:ph type="body" sz="quarter" idx="37"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3054613818"/>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hart - Horizontal 2">
    <p:spTree>
      <p:nvGrpSpPr>
        <p:cNvPr id="1" name=""/>
        <p:cNvGrpSpPr/>
        <p:nvPr/>
      </p:nvGrpSpPr>
      <p:grpSpPr>
        <a:xfrm>
          <a:off x="0" y="0"/>
          <a:ext cx="0" cy="0"/>
          <a:chOff x="0" y="0"/>
          <a:chExt cx="0" cy="0"/>
        </a:xfrm>
      </p:grpSpPr>
      <p:sp>
        <p:nvSpPr>
          <p:cNvPr id="10" name="Footer Placeholder 9">
            <a:extLst>
              <a:ext uri="{FF2B5EF4-FFF2-40B4-BE49-F238E27FC236}">
                <a16:creationId xmlns:a16="http://schemas.microsoft.com/office/drawing/2014/main" id="{3D43AD57-E17D-466E-83DC-D87227B6E10E}"/>
              </a:ext>
            </a:extLst>
          </p:cNvPr>
          <p:cNvSpPr>
            <a:spLocks noGrp="1"/>
          </p:cNvSpPr>
          <p:nvPr>
            <p:ph type="ftr" sz="quarter" idx="19"/>
          </p:nvPr>
        </p:nvSpPr>
        <p:spPr/>
        <p:txBody>
          <a:bodyPr/>
          <a:lstStyle/>
          <a:p>
            <a:r>
              <a:rPr lang="en-US"/>
              <a:t>Section name (optional) / Title / Month 20YY</a:t>
            </a:r>
          </a:p>
        </p:txBody>
      </p:sp>
      <p:sp>
        <p:nvSpPr>
          <p:cNvPr id="12" name="Slide Number Placeholder 11">
            <a:extLst>
              <a:ext uri="{FF2B5EF4-FFF2-40B4-BE49-F238E27FC236}">
                <a16:creationId xmlns:a16="http://schemas.microsoft.com/office/drawing/2014/main" id="{D6EBF3C5-CB54-4922-B264-70AF19B8E479}"/>
              </a:ext>
            </a:extLst>
          </p:cNvPr>
          <p:cNvSpPr>
            <a:spLocks noGrp="1"/>
          </p:cNvSpPr>
          <p:nvPr>
            <p:ph type="sldNum" sz="quarter" idx="20"/>
          </p:nvPr>
        </p:nvSpPr>
        <p:spPr/>
        <p:txBody>
          <a:bodyPr/>
          <a:lstStyle/>
          <a:p>
            <a:fld id="{5CFA18E4-D58E-4B28-B105-28D9665A8EBC}" type="slidenum">
              <a:rPr lang="en-US" smtClean="0"/>
              <a:pPr/>
              <a:t>‹#›</a:t>
            </a:fld>
            <a:endParaRPr lang="en-US"/>
          </a:p>
        </p:txBody>
      </p:sp>
      <p:sp>
        <p:nvSpPr>
          <p:cNvPr id="14" name="Title 6">
            <a:extLst>
              <a:ext uri="{FF2B5EF4-FFF2-40B4-BE49-F238E27FC236}">
                <a16:creationId xmlns:a16="http://schemas.microsoft.com/office/drawing/2014/main" id="{F825584D-1BC8-446F-BB3F-0C023D59BA81}"/>
              </a:ext>
            </a:extLst>
          </p:cNvPr>
          <p:cNvSpPr>
            <a:spLocks noGrp="1"/>
          </p:cNvSpPr>
          <p:nvPr>
            <p:ph type="title" hasCustomPrompt="1"/>
          </p:nvPr>
        </p:nvSpPr>
        <p:spPr>
          <a:xfrm>
            <a:off x="567039" y="342900"/>
            <a:ext cx="11062709" cy="460551"/>
          </a:xfrm>
        </p:spPr>
        <p:txBody>
          <a:bodyPr/>
          <a:lstStyle/>
          <a:p>
            <a:r>
              <a:rPr lang="en-US"/>
              <a:t>[Headline]</a:t>
            </a:r>
          </a:p>
        </p:txBody>
      </p:sp>
      <p:sp>
        <p:nvSpPr>
          <p:cNvPr id="17" name="Sub-headline">
            <a:extLst>
              <a:ext uri="{FF2B5EF4-FFF2-40B4-BE49-F238E27FC236}">
                <a16:creationId xmlns:a16="http://schemas.microsoft.com/office/drawing/2014/main" id="{6FA2FA71-8E88-4D67-B89E-0764EEEBCB20}"/>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8" name="Text Placeholder 7">
            <a:extLst>
              <a:ext uri="{FF2B5EF4-FFF2-40B4-BE49-F238E27FC236}">
                <a16:creationId xmlns:a16="http://schemas.microsoft.com/office/drawing/2014/main" id="{AF270F92-8761-4DFC-80DC-CAD3932D1E74}"/>
              </a:ext>
            </a:extLst>
          </p:cNvPr>
          <p:cNvSpPr>
            <a:spLocks noGrp="1"/>
          </p:cNvSpPr>
          <p:nvPr>
            <p:ph type="body" sz="quarter" idx="15" hasCustomPrompt="1"/>
          </p:nvPr>
        </p:nvSpPr>
        <p:spPr>
          <a:xfrm>
            <a:off x="567038" y="1261872"/>
            <a:ext cx="11067750" cy="846919"/>
          </a:xfrm>
        </p:spPr>
        <p:txBody>
          <a:bodyPr>
            <a:noAutofit/>
          </a:bodyPr>
          <a:lstStyle>
            <a:lvl1pPr marL="0" indent="0">
              <a:buFont typeface="Arial" panose="020B0604020202020204" pitchFamily="34" charset="0"/>
              <a:buChar char="​"/>
              <a:defRPr sz="1600"/>
            </a:lvl1pPr>
            <a:lvl2pPr marL="227013" indent="-227013">
              <a:defRPr sz="1600"/>
            </a:lvl2pPr>
            <a:lvl3pPr marL="460375" indent="-233363">
              <a:defRPr sz="1400"/>
            </a:lvl3pPr>
            <a:lvl4pPr marL="687388" indent="-227013">
              <a:defRPr sz="1200"/>
            </a:lvl4pPr>
            <a:lvl5pPr marL="914400" indent="-227013">
              <a:defRPr sz="1200"/>
            </a:lvl5pPr>
          </a:lstStyle>
          <a:p>
            <a:pPr lvl="0"/>
            <a:r>
              <a:rPr lang="en-US"/>
              <a:t>[Click to add statement]</a:t>
            </a:r>
          </a:p>
        </p:txBody>
      </p:sp>
      <p:sp>
        <p:nvSpPr>
          <p:cNvPr id="11" name="Content Placeholder 10">
            <a:extLst>
              <a:ext uri="{FF2B5EF4-FFF2-40B4-BE49-F238E27FC236}">
                <a16:creationId xmlns:a16="http://schemas.microsoft.com/office/drawing/2014/main" id="{B21224C6-E79E-4B9A-9D01-EC6502019D64}"/>
              </a:ext>
            </a:extLst>
          </p:cNvPr>
          <p:cNvSpPr>
            <a:spLocks noGrp="1"/>
          </p:cNvSpPr>
          <p:nvPr>
            <p:ph sz="quarter" idx="16" hasCustomPrompt="1"/>
          </p:nvPr>
        </p:nvSpPr>
        <p:spPr>
          <a:xfrm>
            <a:off x="567038" y="2286176"/>
            <a:ext cx="11067749" cy="3309952"/>
          </a:xfrm>
        </p:spPr>
        <p:txBody>
          <a:bodyPr anchor="ctr"/>
          <a:lstStyle>
            <a:lvl1pPr marL="0" indent="0" algn="ctr">
              <a:buNone/>
              <a:defRPr/>
            </a:lvl1pPr>
            <a:lvl2pPr marL="169863" indent="0">
              <a:buNone/>
              <a:defRPr/>
            </a:lvl2pPr>
          </a:lstStyle>
          <a:p>
            <a:pPr lvl="0"/>
            <a:r>
              <a:rPr lang="en-US"/>
              <a:t>[Click respective icon to add CHART or TABLE – not text]</a:t>
            </a:r>
          </a:p>
        </p:txBody>
      </p:sp>
      <p:sp>
        <p:nvSpPr>
          <p:cNvPr id="13" name="Footnote">
            <a:extLst>
              <a:ext uri="{FF2B5EF4-FFF2-40B4-BE49-F238E27FC236}">
                <a16:creationId xmlns:a16="http://schemas.microsoft.com/office/drawing/2014/main" id="{5E1F8941-2DB1-43B3-A8B3-04F898C347B0}"/>
              </a:ext>
            </a:extLst>
          </p:cNvPr>
          <p:cNvSpPr>
            <a:spLocks noGrp="1"/>
          </p:cNvSpPr>
          <p:nvPr>
            <p:ph type="body" sz="quarter" idx="21"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2299031544"/>
      </p:ext>
    </p:extLst>
  </p:cSld>
  <p:clrMapOvr>
    <a:masterClrMapping/>
  </p:clrMapOvr>
  <p:extLst>
    <p:ext uri="{DCECCB84-F9BA-43D5-87BE-67443E8EF086}">
      <p15:sldGuideLst xmlns:p15="http://schemas.microsoft.com/office/powerpoint/2012/main">
        <p15:guide id="1" orient="horz" pos="1440" userDrawn="1">
          <p15:clr>
            <a:srgbClr val="FBAE40"/>
          </p15:clr>
        </p15:guide>
        <p15:guide id="2" orient="horz" pos="792" userDrawn="1">
          <p15:clr>
            <a:srgbClr val="FBAE40"/>
          </p15:clr>
        </p15:guide>
        <p15:guide id="3" orient="horz" pos="3528" userDrawn="1">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hart + Statement 2">
    <p:spTree>
      <p:nvGrpSpPr>
        <p:cNvPr id="1" name=""/>
        <p:cNvGrpSpPr/>
        <p:nvPr/>
      </p:nvGrpSpPr>
      <p:grpSpPr>
        <a:xfrm>
          <a:off x="0" y="0"/>
          <a:ext cx="0" cy="0"/>
          <a:chOff x="0" y="0"/>
          <a:chExt cx="0" cy="0"/>
        </a:xfrm>
      </p:grpSpPr>
      <p:sp>
        <p:nvSpPr>
          <p:cNvPr id="10" name="Footer Placeholder 9">
            <a:extLst>
              <a:ext uri="{FF2B5EF4-FFF2-40B4-BE49-F238E27FC236}">
                <a16:creationId xmlns:a16="http://schemas.microsoft.com/office/drawing/2014/main" id="{3D43AD57-E17D-466E-83DC-D87227B6E10E}"/>
              </a:ext>
            </a:extLst>
          </p:cNvPr>
          <p:cNvSpPr>
            <a:spLocks noGrp="1"/>
          </p:cNvSpPr>
          <p:nvPr>
            <p:ph type="ftr" sz="quarter" idx="19"/>
          </p:nvPr>
        </p:nvSpPr>
        <p:spPr/>
        <p:txBody>
          <a:bodyPr/>
          <a:lstStyle/>
          <a:p>
            <a:r>
              <a:rPr lang="en-US"/>
              <a:t>Section name (optional) / Title / Month 20YY</a:t>
            </a:r>
          </a:p>
        </p:txBody>
      </p:sp>
      <p:sp>
        <p:nvSpPr>
          <p:cNvPr id="12" name="Slide Number Placeholder 11">
            <a:extLst>
              <a:ext uri="{FF2B5EF4-FFF2-40B4-BE49-F238E27FC236}">
                <a16:creationId xmlns:a16="http://schemas.microsoft.com/office/drawing/2014/main" id="{D6EBF3C5-CB54-4922-B264-70AF19B8E479}"/>
              </a:ext>
            </a:extLst>
          </p:cNvPr>
          <p:cNvSpPr>
            <a:spLocks noGrp="1"/>
          </p:cNvSpPr>
          <p:nvPr>
            <p:ph type="sldNum" sz="quarter" idx="20"/>
          </p:nvPr>
        </p:nvSpPr>
        <p:spPr/>
        <p:txBody>
          <a:bodyPr/>
          <a:lstStyle/>
          <a:p>
            <a:fld id="{5CFA18E4-D58E-4B28-B105-28D9665A8EBC}" type="slidenum">
              <a:rPr lang="en-US" smtClean="0"/>
              <a:pPr/>
              <a:t>‹#›</a:t>
            </a:fld>
            <a:endParaRPr lang="en-US"/>
          </a:p>
        </p:txBody>
      </p:sp>
      <p:sp>
        <p:nvSpPr>
          <p:cNvPr id="14" name="Title 6">
            <a:extLst>
              <a:ext uri="{FF2B5EF4-FFF2-40B4-BE49-F238E27FC236}">
                <a16:creationId xmlns:a16="http://schemas.microsoft.com/office/drawing/2014/main" id="{EC86FBA1-A5CB-4CA3-86CA-543F3C5C62AB}"/>
              </a:ext>
            </a:extLst>
          </p:cNvPr>
          <p:cNvSpPr>
            <a:spLocks noGrp="1"/>
          </p:cNvSpPr>
          <p:nvPr>
            <p:ph type="title" hasCustomPrompt="1"/>
          </p:nvPr>
        </p:nvSpPr>
        <p:spPr>
          <a:xfrm>
            <a:off x="567039" y="342900"/>
            <a:ext cx="11062709" cy="460551"/>
          </a:xfrm>
        </p:spPr>
        <p:txBody>
          <a:bodyPr/>
          <a:lstStyle/>
          <a:p>
            <a:r>
              <a:rPr lang="en-US"/>
              <a:t>[Headline]</a:t>
            </a:r>
          </a:p>
        </p:txBody>
      </p:sp>
      <p:sp>
        <p:nvSpPr>
          <p:cNvPr id="18" name="Sub-headline">
            <a:extLst>
              <a:ext uri="{FF2B5EF4-FFF2-40B4-BE49-F238E27FC236}">
                <a16:creationId xmlns:a16="http://schemas.microsoft.com/office/drawing/2014/main" id="{7A70C313-1E6D-4772-BFC4-2550335AB35E}"/>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8" name="Text Placeholder 7">
            <a:extLst>
              <a:ext uri="{FF2B5EF4-FFF2-40B4-BE49-F238E27FC236}">
                <a16:creationId xmlns:a16="http://schemas.microsoft.com/office/drawing/2014/main" id="{AF270F92-8761-4DFC-80DC-CAD3932D1E74}"/>
              </a:ext>
            </a:extLst>
          </p:cNvPr>
          <p:cNvSpPr>
            <a:spLocks noGrp="1"/>
          </p:cNvSpPr>
          <p:nvPr>
            <p:ph type="body" sz="quarter" idx="15" hasCustomPrompt="1"/>
          </p:nvPr>
        </p:nvSpPr>
        <p:spPr>
          <a:xfrm>
            <a:off x="567038" y="1261872"/>
            <a:ext cx="11067750" cy="833472"/>
          </a:xfrm>
        </p:spPr>
        <p:txBody>
          <a:bodyPr>
            <a:noAutofit/>
          </a:bodyPr>
          <a:lstStyle>
            <a:lvl1pPr marL="0" indent="0">
              <a:buFont typeface="Arial" panose="020B0604020202020204" pitchFamily="34" charset="0"/>
              <a:buChar char="​"/>
              <a:defRPr sz="1600"/>
            </a:lvl1pPr>
            <a:lvl2pPr marL="227013" indent="-227013">
              <a:defRPr sz="1600"/>
            </a:lvl2pPr>
            <a:lvl3pPr marL="460375" indent="-233363">
              <a:defRPr sz="1400"/>
            </a:lvl3pPr>
            <a:lvl4pPr marL="687388" indent="-227013">
              <a:defRPr sz="1200"/>
            </a:lvl4pPr>
            <a:lvl5pPr marL="914400" indent="-227013">
              <a:defRPr sz="1200"/>
            </a:lvl5pPr>
          </a:lstStyle>
          <a:p>
            <a:pPr lvl="0"/>
            <a:r>
              <a:rPr lang="en-US"/>
              <a:t>[Click to add statement]</a:t>
            </a:r>
          </a:p>
        </p:txBody>
      </p:sp>
      <p:sp>
        <p:nvSpPr>
          <p:cNvPr id="11" name="Content Placeholder 10">
            <a:extLst>
              <a:ext uri="{FF2B5EF4-FFF2-40B4-BE49-F238E27FC236}">
                <a16:creationId xmlns:a16="http://schemas.microsoft.com/office/drawing/2014/main" id="{B21224C6-E79E-4B9A-9D01-EC6502019D64}"/>
              </a:ext>
            </a:extLst>
          </p:cNvPr>
          <p:cNvSpPr>
            <a:spLocks noGrp="1"/>
          </p:cNvSpPr>
          <p:nvPr>
            <p:ph sz="quarter" idx="16" hasCustomPrompt="1"/>
          </p:nvPr>
        </p:nvSpPr>
        <p:spPr>
          <a:xfrm>
            <a:off x="567039" y="2286000"/>
            <a:ext cx="5528962" cy="3310128"/>
          </a:xfrm>
        </p:spPr>
        <p:txBody>
          <a:bodyPr anchor="ctr"/>
          <a:lstStyle>
            <a:lvl1pPr marL="0" indent="0" algn="ctr">
              <a:buNone/>
              <a:defRPr/>
            </a:lvl1pPr>
            <a:lvl2pPr marL="169863" indent="0">
              <a:buNone/>
              <a:defRPr/>
            </a:lvl2pPr>
          </a:lstStyle>
          <a:p>
            <a:pPr lvl="0"/>
            <a:r>
              <a:rPr lang="en-US"/>
              <a:t>[Click respective icon to add CHART or TABLE – not text]</a:t>
            </a:r>
          </a:p>
        </p:txBody>
      </p:sp>
      <p:sp>
        <p:nvSpPr>
          <p:cNvPr id="13" name="Footnote">
            <a:extLst>
              <a:ext uri="{FF2B5EF4-FFF2-40B4-BE49-F238E27FC236}">
                <a16:creationId xmlns:a16="http://schemas.microsoft.com/office/drawing/2014/main" id="{0D3DA49E-6BCF-4AC4-B935-9372CF029C86}"/>
              </a:ext>
            </a:extLst>
          </p:cNvPr>
          <p:cNvSpPr>
            <a:spLocks noGrp="1"/>
          </p:cNvSpPr>
          <p:nvPr>
            <p:ph type="body" sz="quarter" idx="21"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sp>
        <p:nvSpPr>
          <p:cNvPr id="9" name="Text Placeholder 8">
            <a:extLst>
              <a:ext uri="{FF2B5EF4-FFF2-40B4-BE49-F238E27FC236}">
                <a16:creationId xmlns:a16="http://schemas.microsoft.com/office/drawing/2014/main" id="{E7FA85A4-463C-4B14-BE65-A31A117ABFDD}"/>
              </a:ext>
            </a:extLst>
          </p:cNvPr>
          <p:cNvSpPr>
            <a:spLocks noGrp="1"/>
          </p:cNvSpPr>
          <p:nvPr>
            <p:ph type="body" sz="quarter" idx="17" hasCustomPrompt="1"/>
          </p:nvPr>
        </p:nvSpPr>
        <p:spPr>
          <a:xfrm>
            <a:off x="6607176" y="2286000"/>
            <a:ext cx="5027614" cy="3310128"/>
          </a:xfrm>
        </p:spPr>
        <p:txBody>
          <a:bodyPr/>
          <a:lstStyle>
            <a:lvl1pPr>
              <a:defRPr sz="1200"/>
            </a:lvl1pPr>
            <a:lvl2pPr>
              <a:defRPr sz="1200"/>
            </a:lvl2pPr>
            <a:lvl3pPr>
              <a:defRPr sz="1200"/>
            </a:lvl3pPr>
            <a:lvl4pPr>
              <a:defRPr sz="1200"/>
            </a:lvl4pPr>
            <a:lvl5pPr>
              <a:defRPr sz="1200"/>
            </a:lvl5p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2446454262"/>
      </p:ext>
    </p:extLst>
  </p:cSld>
  <p:clrMapOvr>
    <a:masterClrMapping/>
  </p:clrMapOvr>
  <p:extLst>
    <p:ext uri="{DCECCB84-F9BA-43D5-87BE-67443E8EF086}">
      <p15:sldGuideLst xmlns:p15="http://schemas.microsoft.com/office/powerpoint/2012/main">
        <p15:guide id="1" orient="horz" pos="1440" userDrawn="1">
          <p15:clr>
            <a:srgbClr val="FBAE40"/>
          </p15:clr>
        </p15:guide>
        <p15:guide id="2" orient="horz" pos="792" userDrawn="1">
          <p15:clr>
            <a:srgbClr val="FBAE40"/>
          </p15:clr>
        </p15:guide>
        <p15:guide id="3" orient="horz" pos="3528" userDrawn="1">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hart + Statement 3">
    <p:spTree>
      <p:nvGrpSpPr>
        <p:cNvPr id="1" name=""/>
        <p:cNvGrpSpPr/>
        <p:nvPr/>
      </p:nvGrpSpPr>
      <p:grpSpPr>
        <a:xfrm>
          <a:off x="0" y="0"/>
          <a:ext cx="0" cy="0"/>
          <a:chOff x="0" y="0"/>
          <a:chExt cx="0" cy="0"/>
        </a:xfrm>
      </p:grpSpPr>
      <p:sp>
        <p:nvSpPr>
          <p:cNvPr id="10" name="Footer Placeholder 9">
            <a:extLst>
              <a:ext uri="{FF2B5EF4-FFF2-40B4-BE49-F238E27FC236}">
                <a16:creationId xmlns:a16="http://schemas.microsoft.com/office/drawing/2014/main" id="{3D43AD57-E17D-466E-83DC-D87227B6E10E}"/>
              </a:ext>
            </a:extLst>
          </p:cNvPr>
          <p:cNvSpPr>
            <a:spLocks noGrp="1"/>
          </p:cNvSpPr>
          <p:nvPr>
            <p:ph type="ftr" sz="quarter" idx="19"/>
          </p:nvPr>
        </p:nvSpPr>
        <p:spPr/>
        <p:txBody>
          <a:bodyPr/>
          <a:lstStyle/>
          <a:p>
            <a:r>
              <a:rPr lang="en-US"/>
              <a:t>Section name (optional) / Title / Month 20YY</a:t>
            </a:r>
          </a:p>
        </p:txBody>
      </p:sp>
      <p:sp>
        <p:nvSpPr>
          <p:cNvPr id="12" name="Slide Number Placeholder 11">
            <a:extLst>
              <a:ext uri="{FF2B5EF4-FFF2-40B4-BE49-F238E27FC236}">
                <a16:creationId xmlns:a16="http://schemas.microsoft.com/office/drawing/2014/main" id="{D6EBF3C5-CB54-4922-B264-70AF19B8E479}"/>
              </a:ext>
            </a:extLst>
          </p:cNvPr>
          <p:cNvSpPr>
            <a:spLocks noGrp="1"/>
          </p:cNvSpPr>
          <p:nvPr>
            <p:ph type="sldNum" sz="quarter" idx="20"/>
          </p:nvPr>
        </p:nvSpPr>
        <p:spPr/>
        <p:txBody>
          <a:bodyPr/>
          <a:lstStyle/>
          <a:p>
            <a:fld id="{5CFA18E4-D58E-4B28-B105-28D9665A8EBC}" type="slidenum">
              <a:rPr lang="en-US" smtClean="0"/>
              <a:pPr/>
              <a:t>‹#›</a:t>
            </a:fld>
            <a:endParaRPr lang="en-US"/>
          </a:p>
        </p:txBody>
      </p:sp>
      <p:sp>
        <p:nvSpPr>
          <p:cNvPr id="14" name="Title 6">
            <a:extLst>
              <a:ext uri="{FF2B5EF4-FFF2-40B4-BE49-F238E27FC236}">
                <a16:creationId xmlns:a16="http://schemas.microsoft.com/office/drawing/2014/main" id="{6D4F9971-BA27-4DF9-9670-81370BC41F18}"/>
              </a:ext>
            </a:extLst>
          </p:cNvPr>
          <p:cNvSpPr>
            <a:spLocks noGrp="1"/>
          </p:cNvSpPr>
          <p:nvPr>
            <p:ph type="title" hasCustomPrompt="1"/>
          </p:nvPr>
        </p:nvSpPr>
        <p:spPr>
          <a:xfrm>
            <a:off x="567039" y="342900"/>
            <a:ext cx="11062709" cy="460551"/>
          </a:xfrm>
        </p:spPr>
        <p:txBody>
          <a:bodyPr/>
          <a:lstStyle/>
          <a:p>
            <a:r>
              <a:rPr lang="en-US"/>
              <a:t>[Headline]</a:t>
            </a:r>
          </a:p>
        </p:txBody>
      </p:sp>
      <p:sp>
        <p:nvSpPr>
          <p:cNvPr id="17" name="Sub-headline">
            <a:extLst>
              <a:ext uri="{FF2B5EF4-FFF2-40B4-BE49-F238E27FC236}">
                <a16:creationId xmlns:a16="http://schemas.microsoft.com/office/drawing/2014/main" id="{D4ED6766-5856-43C2-97F7-01E8EBA9AD15}"/>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8" name="Text Placeholder 7">
            <a:extLst>
              <a:ext uri="{FF2B5EF4-FFF2-40B4-BE49-F238E27FC236}">
                <a16:creationId xmlns:a16="http://schemas.microsoft.com/office/drawing/2014/main" id="{AF270F92-8761-4DFC-80DC-CAD3932D1E74}"/>
              </a:ext>
            </a:extLst>
          </p:cNvPr>
          <p:cNvSpPr>
            <a:spLocks noGrp="1"/>
          </p:cNvSpPr>
          <p:nvPr>
            <p:ph type="body" sz="quarter" idx="15" hasCustomPrompt="1"/>
          </p:nvPr>
        </p:nvSpPr>
        <p:spPr>
          <a:xfrm>
            <a:off x="567038" y="1261872"/>
            <a:ext cx="5029200" cy="1380779"/>
          </a:xfrm>
        </p:spPr>
        <p:txBody>
          <a:bodyPr>
            <a:noAutofit/>
          </a:bodyPr>
          <a:lstStyle>
            <a:lvl1pPr marL="0" indent="0">
              <a:buFont typeface="Arial" panose="020B0604020202020204" pitchFamily="34" charset="0"/>
              <a:buChar char="​"/>
              <a:defRPr sz="1600"/>
            </a:lvl1pPr>
            <a:lvl2pPr marL="227013" indent="-227013">
              <a:defRPr sz="1600"/>
            </a:lvl2pPr>
            <a:lvl3pPr marL="460375" indent="-233363">
              <a:defRPr sz="1400"/>
            </a:lvl3pPr>
            <a:lvl4pPr marL="687388" indent="-227013">
              <a:defRPr sz="1200"/>
            </a:lvl4pPr>
            <a:lvl5pPr marL="914400" indent="-227013">
              <a:defRPr sz="1200"/>
            </a:lvl5pPr>
          </a:lstStyle>
          <a:p>
            <a:pPr lvl="0"/>
            <a:r>
              <a:rPr lang="en-US"/>
              <a:t>[Click to add statement]</a:t>
            </a:r>
          </a:p>
        </p:txBody>
      </p:sp>
      <p:sp>
        <p:nvSpPr>
          <p:cNvPr id="9" name="Text Placeholder 8">
            <a:extLst>
              <a:ext uri="{FF2B5EF4-FFF2-40B4-BE49-F238E27FC236}">
                <a16:creationId xmlns:a16="http://schemas.microsoft.com/office/drawing/2014/main" id="{E7FA85A4-463C-4B14-BE65-A31A117ABFDD}"/>
              </a:ext>
            </a:extLst>
          </p:cNvPr>
          <p:cNvSpPr>
            <a:spLocks noGrp="1"/>
          </p:cNvSpPr>
          <p:nvPr>
            <p:ph type="body" sz="quarter" idx="17" hasCustomPrompt="1"/>
          </p:nvPr>
        </p:nvSpPr>
        <p:spPr>
          <a:xfrm>
            <a:off x="567038" y="2828182"/>
            <a:ext cx="5029200" cy="2772518"/>
          </a:xfrm>
        </p:spPr>
        <p:txBody>
          <a:bodyPr/>
          <a:lstStyle>
            <a:lvl1pPr>
              <a:defRPr sz="1200"/>
            </a:lvl1pPr>
            <a:lvl2pPr>
              <a:defRPr sz="1200"/>
            </a:lvl2pPr>
            <a:lvl3pPr>
              <a:defRPr sz="1200"/>
            </a:lvl3pPr>
            <a:lvl4pPr>
              <a:defRPr sz="1200"/>
            </a:lvl4pPr>
            <a:lvl5pPr>
              <a:defRPr sz="1200"/>
            </a:lvl5p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11" name="Content Placeholder 10">
            <a:extLst>
              <a:ext uri="{FF2B5EF4-FFF2-40B4-BE49-F238E27FC236}">
                <a16:creationId xmlns:a16="http://schemas.microsoft.com/office/drawing/2014/main" id="{B21224C6-E79E-4B9A-9D01-EC6502019D64}"/>
              </a:ext>
            </a:extLst>
          </p:cNvPr>
          <p:cNvSpPr>
            <a:spLocks noGrp="1"/>
          </p:cNvSpPr>
          <p:nvPr>
            <p:ph sz="quarter" idx="16" hasCustomPrompt="1"/>
          </p:nvPr>
        </p:nvSpPr>
        <p:spPr>
          <a:xfrm>
            <a:off x="6607175" y="1261872"/>
            <a:ext cx="5024651" cy="4937760"/>
          </a:xfrm>
          <a:noFill/>
        </p:spPr>
        <p:txBody>
          <a:bodyPr anchor="ctr"/>
          <a:lstStyle>
            <a:lvl1pPr marL="0" indent="0" algn="ctr">
              <a:buNone/>
              <a:defRPr/>
            </a:lvl1pPr>
            <a:lvl2pPr marL="169863" indent="0">
              <a:buNone/>
              <a:defRPr/>
            </a:lvl2pPr>
          </a:lstStyle>
          <a:p>
            <a:pPr lvl="0"/>
            <a:r>
              <a:rPr lang="en-US"/>
              <a:t>[Click respective icon to add CHART or TABLE </a:t>
            </a:r>
            <a:br>
              <a:rPr lang="en-US"/>
            </a:br>
            <a:r>
              <a:rPr lang="en-US"/>
              <a:t>– not text]</a:t>
            </a:r>
          </a:p>
        </p:txBody>
      </p:sp>
      <p:sp>
        <p:nvSpPr>
          <p:cNvPr id="16" name="Footnote">
            <a:extLst>
              <a:ext uri="{FF2B5EF4-FFF2-40B4-BE49-F238E27FC236}">
                <a16:creationId xmlns:a16="http://schemas.microsoft.com/office/drawing/2014/main" id="{49C5F243-305C-4A83-8B6C-457510264654}"/>
              </a:ext>
            </a:extLst>
          </p:cNvPr>
          <p:cNvSpPr>
            <a:spLocks noGrp="1"/>
          </p:cNvSpPr>
          <p:nvPr>
            <p:ph type="body" sz="quarter" idx="21" hasCustomPrompt="1"/>
          </p:nvPr>
        </p:nvSpPr>
        <p:spPr>
          <a:xfrm>
            <a:off x="567039" y="5687045"/>
            <a:ext cx="5029200"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600499690"/>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   ">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84C3E0C-55B5-4DE0-B5B2-69464524EA73}"/>
              </a:ext>
            </a:extLst>
          </p:cNvPr>
          <p:cNvSpPr/>
          <p:nvPr userDrawn="1"/>
        </p:nvSpPr>
        <p:spPr>
          <a:xfrm>
            <a:off x="0" y="0"/>
            <a:ext cx="12192000"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4000" b="1">
                <a:solidFill>
                  <a:schemeClr val="tx1"/>
                </a:solidFill>
              </a:rPr>
              <a:t>STATEMENTS</a:t>
            </a:r>
          </a:p>
        </p:txBody>
      </p:sp>
    </p:spTree>
    <p:extLst>
      <p:ext uri="{BB962C8B-B14F-4D97-AF65-F5344CB8AC3E}">
        <p14:creationId xmlns:p14="http://schemas.microsoft.com/office/powerpoint/2010/main" val="352199481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Statement Photo">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3FAE9242-AE57-42CB-99F5-9AFC9B96251A}"/>
              </a:ext>
            </a:extLst>
          </p:cNvPr>
          <p:cNvSpPr>
            <a:spLocks noGrp="1"/>
          </p:cNvSpPr>
          <p:nvPr>
            <p:ph type="sldNum" sz="quarter" idx="12"/>
          </p:nvPr>
        </p:nvSpPr>
        <p:spPr/>
        <p:txBody>
          <a:bodyPr/>
          <a:lstStyle>
            <a:lvl1pPr>
              <a:defRPr>
                <a:solidFill>
                  <a:schemeClr val="bg1"/>
                </a:solidFill>
              </a:defRPr>
            </a:lvl1pPr>
          </a:lstStyle>
          <a:p>
            <a:fld id="{5CFA18E4-D58E-4B28-B105-28D9665A8EBC}" type="slidenum">
              <a:rPr lang="en-US" smtClean="0"/>
              <a:pPr/>
              <a:t>‹#›</a:t>
            </a:fld>
            <a:endParaRPr lang="en-US"/>
          </a:p>
        </p:txBody>
      </p:sp>
      <p:sp>
        <p:nvSpPr>
          <p:cNvPr id="8" name="Picture Placeholder 7">
            <a:extLst>
              <a:ext uri="{FF2B5EF4-FFF2-40B4-BE49-F238E27FC236}">
                <a16:creationId xmlns:a16="http://schemas.microsoft.com/office/drawing/2014/main" id="{BF7B47CD-8901-46EE-AB48-D0A3C468D400}"/>
              </a:ext>
              <a:ext uri="{C183D7F6-B498-43B3-948B-1728B52AA6E4}">
                <adec:decorative xmlns:adec="http://schemas.microsoft.com/office/drawing/2017/decorative" val="0"/>
              </a:ext>
            </a:extLst>
          </p:cNvPr>
          <p:cNvSpPr>
            <a:spLocks noGrp="1"/>
          </p:cNvSpPr>
          <p:nvPr>
            <p:ph type="pic" sz="quarter" idx="13" hasCustomPrompt="1"/>
          </p:nvPr>
        </p:nvSpPr>
        <p:spPr>
          <a:xfrm>
            <a:off x="0" y="0"/>
            <a:ext cx="12192000" cy="6858000"/>
          </a:xfrm>
          <a:prstGeom prst="rect">
            <a:avLst/>
          </a:prstGeom>
          <a:noFill/>
        </p:spPr>
        <p:txBody>
          <a:bodyPr anchor="ctr"/>
          <a:lstStyle>
            <a:lvl1pPr marL="0" indent="0" algn="ctr">
              <a:buNone/>
              <a:defRPr/>
            </a:lvl1pPr>
          </a:lstStyle>
          <a:p>
            <a:r>
              <a:rPr lang="en-US"/>
              <a:t>[Click to insert photo and then “Send to back” to place photo in background and add statement text]</a:t>
            </a:r>
          </a:p>
        </p:txBody>
      </p:sp>
      <p:sp>
        <p:nvSpPr>
          <p:cNvPr id="6" name="Rectangle 5">
            <a:extLst>
              <a:ext uri="{FF2B5EF4-FFF2-40B4-BE49-F238E27FC236}">
                <a16:creationId xmlns:a16="http://schemas.microsoft.com/office/drawing/2014/main" id="{B578FD19-AE96-4C05-B985-606DD59F77A9}"/>
              </a:ext>
              <a:ext uri="{C183D7F6-B498-43B3-948B-1728B52AA6E4}">
                <adec:decorative xmlns:adec="http://schemas.microsoft.com/office/drawing/2017/decorative" val="1"/>
              </a:ext>
            </a:extLst>
          </p:cNvPr>
          <p:cNvSpPr/>
          <p:nvPr userDrawn="1"/>
        </p:nvSpPr>
        <p:spPr>
          <a:xfrm>
            <a:off x="5272088" y="6575649"/>
            <a:ext cx="6129126" cy="200055"/>
          </a:xfrm>
          <a:prstGeom prst="rect">
            <a:avLst/>
          </a:prstGeom>
        </p:spPr>
        <p:txBody>
          <a:bodyPr wrap="square" anchor="b">
            <a:spAutoFit/>
          </a:bodyPr>
          <a:lstStyle/>
          <a:p>
            <a:pPr algn="r"/>
            <a:r>
              <a:rPr lang="en-US" sz="700">
                <a:solidFill>
                  <a:schemeClr val="bg1"/>
                </a:solidFill>
                <a:latin typeface="+mn-lt"/>
              </a:rPr>
              <a:t>© 2026 S&amp;P Global.</a:t>
            </a:r>
          </a:p>
        </p:txBody>
      </p:sp>
      <p:pic>
        <p:nvPicPr>
          <p:cNvPr id="101" name="Image 0" descr="https://snp-mediaportal.qbank.se/assets/deployedFiles/a26f9ea4d6285a32e0deb120994276e6.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5652105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Statement Black">
    <p:bg>
      <p:bgRef idx="1001">
        <a:schemeClr val="bg1"/>
      </p:bgRef>
    </p:bg>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CC8E1BF1-FE4A-46AB-98F2-7D703B37EFBB}"/>
              </a:ext>
            </a:extLst>
          </p:cNvPr>
          <p:cNvSpPr>
            <a:spLocks noGrp="1"/>
          </p:cNvSpPr>
          <p:nvPr>
            <p:ph type="sldNum" sz="quarter" idx="12"/>
          </p:nvPr>
        </p:nvSpPr>
        <p:spPr/>
        <p:txBody>
          <a:bodyPr/>
          <a:lstStyle/>
          <a:p>
            <a:fld id="{5CFA18E4-D58E-4B28-B105-28D9665A8EBC}" type="slidenum">
              <a:rPr lang="en-US" smtClean="0"/>
              <a:pPr/>
              <a:t>‹#›</a:t>
            </a:fld>
            <a:endParaRPr lang="en-US"/>
          </a:p>
        </p:txBody>
      </p:sp>
      <p:sp>
        <p:nvSpPr>
          <p:cNvPr id="7" name="Text Placeholder 6">
            <a:extLst>
              <a:ext uri="{FF2B5EF4-FFF2-40B4-BE49-F238E27FC236}">
                <a16:creationId xmlns:a16="http://schemas.microsoft.com/office/drawing/2014/main" id="{1AB13624-E523-41DF-BB78-1DA6E2F42586}"/>
              </a:ext>
            </a:extLst>
          </p:cNvPr>
          <p:cNvSpPr>
            <a:spLocks noGrp="1"/>
          </p:cNvSpPr>
          <p:nvPr>
            <p:ph type="body" sz="quarter" idx="13" hasCustomPrompt="1"/>
          </p:nvPr>
        </p:nvSpPr>
        <p:spPr>
          <a:xfrm>
            <a:off x="567038" y="647699"/>
            <a:ext cx="11064240" cy="5046659"/>
          </a:xfrm>
          <a:prstGeom prst="rect">
            <a:avLst/>
          </a:prstGeom>
        </p:spPr>
        <p:txBody>
          <a:bodyPr anchor="ctr">
            <a:normAutofit/>
          </a:bodyPr>
          <a:lstStyle>
            <a:lvl1pPr marL="0" indent="0">
              <a:buNone/>
              <a:defRPr sz="3600">
                <a:latin typeface="+mj-lt"/>
                <a:cs typeface="+mj-cs"/>
              </a:defRPr>
            </a:lvl1pPr>
            <a:lvl2pPr marL="0" indent="0">
              <a:buNone/>
              <a:defRPr/>
            </a:lvl2pPr>
            <a:lvl3pPr marL="0" indent="0">
              <a:buNone/>
              <a:defRPr/>
            </a:lvl3pPr>
            <a:lvl4pPr marL="0" indent="0">
              <a:buNone/>
              <a:defRPr/>
            </a:lvl4pPr>
            <a:lvl5pPr marL="0" indent="0">
              <a:buNone/>
              <a:defRPr/>
            </a:lvl5pPr>
          </a:lstStyle>
          <a:p>
            <a:pPr lvl="0"/>
            <a:r>
              <a:rPr lang="en-US"/>
              <a:t>[Add statement]</a:t>
            </a:r>
          </a:p>
        </p:txBody>
      </p:sp>
      <p:sp>
        <p:nvSpPr>
          <p:cNvPr id="64" name="Rectangle 63">
            <a:extLst>
              <a:ext uri="{FF2B5EF4-FFF2-40B4-BE49-F238E27FC236}">
                <a16:creationId xmlns:a16="http://schemas.microsoft.com/office/drawing/2014/main" id="{0AF2750B-AD6E-4AB7-BC8F-49A352652125}"/>
              </a:ext>
              <a:ext uri="{C183D7F6-B498-43B3-948B-1728B52AA6E4}">
                <adec:decorative xmlns:adec="http://schemas.microsoft.com/office/drawing/2017/decorative" val="1"/>
              </a:ext>
            </a:extLst>
          </p:cNvPr>
          <p:cNvSpPr/>
          <p:nvPr userDrawn="1"/>
        </p:nvSpPr>
        <p:spPr>
          <a:xfrm>
            <a:off x="5272088" y="6575649"/>
            <a:ext cx="6129126" cy="200055"/>
          </a:xfrm>
          <a:prstGeom prst="rect">
            <a:avLst/>
          </a:prstGeom>
        </p:spPr>
        <p:txBody>
          <a:bodyPr wrap="square" anchor="b">
            <a:spAutoFit/>
          </a:bodyPr>
          <a:lstStyle/>
          <a:p>
            <a:pPr algn="r"/>
            <a:r>
              <a:rPr lang="en-US" sz="700">
                <a:latin typeface="+mn-lt"/>
              </a:rPr>
              <a:t>© 2026 S&amp;P Global.</a:t>
            </a:r>
          </a:p>
        </p:txBody>
      </p:sp>
      <p:pic>
        <p:nvPicPr>
          <p:cNvPr id="100" name="Image 0" descr="https://snp-mediaportal.qbank.se/assets/deployedFiles/fd6ac17e8cb753e1865b09a3b5a17939.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2574927552"/>
      </p:ext>
    </p:extLst>
  </p:cSld>
  <p:clrMapOvr>
    <a:overrideClrMapping bg1="dk1" tx1="lt1" bg2="dk2" tx2="lt2" accent1="accent1" accent2="accent2" accent3="accent3" accent4="accent4" accent5="accent5" accent6="accent6" hlink="hlink" folHlink="folHlink"/>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Statement White">
    <p:bg>
      <p:bgRef idx="1001">
        <a:schemeClr val="bg1"/>
      </p:bgRef>
    </p:bg>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CC8E1BF1-FE4A-46AB-98F2-7D703B37EFBB}"/>
              </a:ext>
            </a:extLst>
          </p:cNvPr>
          <p:cNvSpPr>
            <a:spLocks noGrp="1"/>
          </p:cNvSpPr>
          <p:nvPr>
            <p:ph type="sldNum" sz="quarter" idx="12"/>
          </p:nvPr>
        </p:nvSpPr>
        <p:spPr/>
        <p:txBody>
          <a:bodyPr/>
          <a:lstStyle/>
          <a:p>
            <a:fld id="{5CFA18E4-D58E-4B28-B105-28D9665A8EBC}" type="slidenum">
              <a:rPr lang="en-US" smtClean="0"/>
              <a:pPr/>
              <a:t>‹#›</a:t>
            </a:fld>
            <a:endParaRPr lang="en-US"/>
          </a:p>
        </p:txBody>
      </p:sp>
      <p:sp>
        <p:nvSpPr>
          <p:cNvPr id="11" name="Text Placeholder 6">
            <a:extLst>
              <a:ext uri="{FF2B5EF4-FFF2-40B4-BE49-F238E27FC236}">
                <a16:creationId xmlns:a16="http://schemas.microsoft.com/office/drawing/2014/main" id="{E728C08C-0481-418C-8998-03197761BCAE}"/>
              </a:ext>
            </a:extLst>
          </p:cNvPr>
          <p:cNvSpPr>
            <a:spLocks noGrp="1"/>
          </p:cNvSpPr>
          <p:nvPr>
            <p:ph type="body" sz="quarter" idx="13" hasCustomPrompt="1"/>
          </p:nvPr>
        </p:nvSpPr>
        <p:spPr>
          <a:xfrm>
            <a:off x="567038" y="647699"/>
            <a:ext cx="11064240" cy="5046659"/>
          </a:xfrm>
          <a:prstGeom prst="rect">
            <a:avLst/>
          </a:prstGeom>
        </p:spPr>
        <p:txBody>
          <a:bodyPr anchor="ctr">
            <a:normAutofit/>
          </a:bodyPr>
          <a:lstStyle>
            <a:lvl1pPr marL="0" indent="0">
              <a:buNone/>
              <a:defRPr sz="3600">
                <a:latin typeface="+mj-lt"/>
                <a:cs typeface="+mj-cs"/>
              </a:defRPr>
            </a:lvl1pPr>
            <a:lvl2pPr marL="0" indent="0">
              <a:buNone/>
              <a:defRPr/>
            </a:lvl2pPr>
            <a:lvl3pPr marL="0" indent="0">
              <a:buNone/>
              <a:defRPr/>
            </a:lvl3pPr>
            <a:lvl4pPr marL="0" indent="0">
              <a:buNone/>
              <a:defRPr/>
            </a:lvl4pPr>
            <a:lvl5pPr marL="0" indent="0">
              <a:buNone/>
              <a:defRPr/>
            </a:lvl5pPr>
          </a:lstStyle>
          <a:p>
            <a:pPr lvl="0"/>
            <a:r>
              <a:rPr lang="en-US"/>
              <a:t>[Add statement]</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4027313836"/>
      </p:ext>
    </p:extLst>
  </p:cSld>
  <p:clrMapOvr>
    <a:overrideClrMapping bg1="lt1" tx1="dk1" bg2="lt2" tx2="dk2" accent1="accent1" accent2="accent2" accent3="accent3" accent4="accent4" accent5="accent5" accent6="accent6" hlink="hlink" folHlink="folHlink"/>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
    <p:bg>
      <p:bgPr>
        <a:solidFill>
          <a:schemeClr val="bg2"/>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84C3E0C-55B5-4DE0-B5B2-69464524EA73}"/>
              </a:ext>
              <a:ext uri="{C183D7F6-B498-43B3-948B-1728B52AA6E4}">
                <adec:decorative xmlns:adec="http://schemas.microsoft.com/office/drawing/2017/decorative" val="0"/>
              </a:ext>
            </a:extLst>
          </p:cNvPr>
          <p:cNvSpPr/>
          <p:nvPr userDrawn="1"/>
        </p:nvSpPr>
        <p:spPr>
          <a:xfrm>
            <a:off x="0" y="0"/>
            <a:ext cx="12192000"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rtlCol="0" anchor="ctr"/>
          <a:lstStyle/>
          <a:p>
            <a:pPr algn="ctr"/>
            <a:r>
              <a:rPr lang="en-US" sz="14000" b="1">
                <a:solidFill>
                  <a:schemeClr val="tx1"/>
                </a:solidFill>
              </a:rPr>
              <a:t>DIVIDERS</a:t>
            </a:r>
          </a:p>
        </p:txBody>
      </p:sp>
    </p:spTree>
    <p:extLst>
      <p:ext uri="{BB962C8B-B14F-4D97-AF65-F5344CB8AC3E}">
        <p14:creationId xmlns:p14="http://schemas.microsoft.com/office/powerpoint/2010/main" val="369888862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Section Header">
    <p:bg>
      <p:bgPr>
        <a:solidFill>
          <a:schemeClr val="bg1"/>
        </a:solidFill>
        <a:effectLst/>
      </p:bgPr>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09B2BB06-A918-4461-A3C3-E0F62881116D}"/>
              </a:ext>
            </a:extLst>
          </p:cNvPr>
          <p:cNvSpPr>
            <a:spLocks noGrp="1"/>
          </p:cNvSpPr>
          <p:nvPr>
            <p:ph type="ftr" sz="quarter" idx="16"/>
          </p:nvPr>
        </p:nvSpPr>
        <p:spPr/>
        <p:txBody>
          <a:bodyPr/>
          <a:lstStyle/>
          <a:p>
            <a:r>
              <a:rPr lang="en-US"/>
              <a:t>Section name (optional) / Title / Month 20YY</a:t>
            </a:r>
          </a:p>
        </p:txBody>
      </p:sp>
      <p:sp>
        <p:nvSpPr>
          <p:cNvPr id="6" name="Slide Number Placeholder 5"/>
          <p:cNvSpPr>
            <a:spLocks noGrp="1"/>
          </p:cNvSpPr>
          <p:nvPr>
            <p:ph type="sldNum" sz="quarter" idx="12"/>
          </p:nvPr>
        </p:nvSpPr>
        <p:spPr/>
        <p:txBody>
          <a:bodyPr/>
          <a:lstStyle/>
          <a:p>
            <a:fld id="{5CFA18E4-D58E-4B28-B105-28D9665A8EBC}" type="slidenum">
              <a:rPr lang="en-US" smtClean="0"/>
              <a:t>‹#›</a:t>
            </a:fld>
            <a:endParaRPr lang="en-US"/>
          </a:p>
        </p:txBody>
      </p:sp>
      <p:sp>
        <p:nvSpPr>
          <p:cNvPr id="68" name="Title 1">
            <a:extLst>
              <a:ext uri="{FF2B5EF4-FFF2-40B4-BE49-F238E27FC236}">
                <a16:creationId xmlns:a16="http://schemas.microsoft.com/office/drawing/2014/main" id="{64E68955-1F47-48A6-A186-3CE836A9C055}"/>
              </a:ext>
            </a:extLst>
          </p:cNvPr>
          <p:cNvSpPr>
            <a:spLocks noGrp="1"/>
          </p:cNvSpPr>
          <p:nvPr>
            <p:ph type="title" hasCustomPrompt="1"/>
          </p:nvPr>
        </p:nvSpPr>
        <p:spPr>
          <a:xfrm>
            <a:off x="558798" y="456344"/>
            <a:ext cx="5214685" cy="4768897"/>
          </a:xfrm>
          <a:prstGeom prst="rect">
            <a:avLst/>
          </a:prstGeom>
        </p:spPr>
        <p:txBody>
          <a:bodyPr anchor="ctr">
            <a:normAutofit/>
          </a:bodyPr>
          <a:lstStyle>
            <a:lvl1pPr>
              <a:defRPr sz="4000"/>
            </a:lvl1pPr>
          </a:lstStyle>
          <a:p>
            <a:r>
              <a:rPr lang="en-US"/>
              <a:t>[Add divider slide title]</a:t>
            </a:r>
          </a:p>
        </p:txBody>
      </p:sp>
      <p:sp>
        <p:nvSpPr>
          <p:cNvPr id="8" name="Text Placeholder 6">
            <a:extLst>
              <a:ext uri="{FF2B5EF4-FFF2-40B4-BE49-F238E27FC236}">
                <a16:creationId xmlns:a16="http://schemas.microsoft.com/office/drawing/2014/main" id="{D2621E20-CD29-4C8E-8931-671EA0A0A209}"/>
              </a:ext>
            </a:extLst>
          </p:cNvPr>
          <p:cNvSpPr>
            <a:spLocks noGrp="1"/>
          </p:cNvSpPr>
          <p:nvPr>
            <p:ph type="body" sz="quarter" idx="14" hasCustomPrompt="1"/>
          </p:nvPr>
        </p:nvSpPr>
        <p:spPr>
          <a:xfrm>
            <a:off x="558799" y="5228050"/>
            <a:ext cx="5214683" cy="809574"/>
          </a:xfrm>
        </p:spPr>
        <p:txBody>
          <a:bodyPr anchor="b"/>
          <a:lstStyle>
            <a:lvl1pPr marL="0" indent="0">
              <a:buNone/>
              <a:defRPr/>
            </a:lvl1pPr>
            <a:lvl2pPr marL="0" indent="0">
              <a:buNone/>
              <a:defRPr/>
            </a:lvl2pPr>
            <a:lvl3pPr marL="0" indent="0">
              <a:buNone/>
              <a:defRPr/>
            </a:lvl3pPr>
            <a:lvl4pPr marL="0" indent="0">
              <a:buNone/>
              <a:defRPr/>
            </a:lvl4pPr>
            <a:lvl5pPr marL="0" indent="0">
              <a:buNone/>
              <a:defRPr/>
            </a:lvl5pPr>
          </a:lstStyle>
          <a:p>
            <a:pPr marL="0" marR="0" lvl="0" indent="0" algn="l" defTabSz="9144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US"/>
              <a:t>[Optional, Presenter First and Last Name]</a:t>
            </a:r>
            <a:br>
              <a:rPr lang="en-US"/>
            </a:br>
            <a:r>
              <a:rPr lang="en-US"/>
              <a:t>[Optional, Presenter First and Last Name]</a:t>
            </a:r>
          </a:p>
        </p:txBody>
      </p:sp>
      <p:sp>
        <p:nvSpPr>
          <p:cNvPr id="70" name="Picture Placeholder 6">
            <a:extLst>
              <a:ext uri="{FF2B5EF4-FFF2-40B4-BE49-F238E27FC236}">
                <a16:creationId xmlns:a16="http://schemas.microsoft.com/office/drawing/2014/main" id="{398B8C0B-A3E4-4E75-AED3-0E66FE4C8A90}"/>
              </a:ext>
            </a:extLst>
          </p:cNvPr>
          <p:cNvSpPr>
            <a:spLocks noGrp="1"/>
          </p:cNvSpPr>
          <p:nvPr>
            <p:ph type="pic" sz="quarter" idx="15" hasCustomPrompt="1"/>
          </p:nvPr>
        </p:nvSpPr>
        <p:spPr>
          <a:xfrm>
            <a:off x="6098117" y="479784"/>
            <a:ext cx="6093883" cy="5557838"/>
          </a:xfrm>
          <a:prstGeom prst="rect">
            <a:avLst/>
          </a:prstGeom>
          <a:noFill/>
        </p:spPr>
        <p:txBody>
          <a:bodyPr anchor="ctr"/>
          <a:lstStyle>
            <a:lvl1pPr marL="0" indent="0" algn="ctr">
              <a:buNone/>
              <a:defRPr/>
            </a:lvl1pPr>
          </a:lstStyle>
          <a:p>
            <a:r>
              <a:rPr lang="en-US"/>
              <a:t>[Insert photo]</a:t>
            </a:r>
          </a:p>
        </p:txBody>
      </p:sp>
      <p:sp>
        <p:nvSpPr>
          <p:cNvPr id="121" name="Rectangle 120">
            <a:extLst>
              <a:ext uri="{FF2B5EF4-FFF2-40B4-BE49-F238E27FC236}">
                <a16:creationId xmlns:a16="http://schemas.microsoft.com/office/drawing/2014/main" id="{7387A807-7D19-4269-A6EC-9BCB23361399}"/>
              </a:ext>
              <a:ext uri="{C183D7F6-B498-43B3-948B-1728B52AA6E4}">
                <adec:decorative xmlns:adec="http://schemas.microsoft.com/office/drawing/2017/decorative" val="1"/>
              </a:ext>
            </a:extLst>
          </p:cNvPr>
          <p:cNvSpPr/>
          <p:nvPr userDrawn="1"/>
        </p:nvSpPr>
        <p:spPr>
          <a:xfrm>
            <a:off x="5272088" y="6575649"/>
            <a:ext cx="6129126" cy="200055"/>
          </a:xfrm>
          <a:prstGeom prst="rect">
            <a:avLst/>
          </a:prstGeom>
        </p:spPr>
        <p:txBody>
          <a:bodyPr wrap="square" anchor="b">
            <a:spAutoFit/>
          </a:bodyPr>
          <a:lstStyle/>
          <a:p>
            <a:pPr algn="r"/>
            <a:r>
              <a:rPr lang="en-US" sz="700">
                <a:latin typeface="+mn-lt"/>
              </a:rPr>
              <a:t>© 2026 S&amp;P Global.</a:t>
            </a:r>
          </a:p>
        </p:txBody>
      </p:sp>
      <p:pic>
        <p:nvPicPr>
          <p:cNvPr id="100" name="Image 0" descr="https://snp-mediaportal.qbank.se/assets/deployedFiles/fd6ac17e8cb753e1865b09a3b5a17939.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855122863"/>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Divider 4 Photo">
    <p:bg>
      <p:bgPr>
        <a:solidFill>
          <a:schemeClr val="accent5"/>
        </a:solidFill>
        <a:effectLst/>
      </p:bgPr>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9B1A11F5-24CC-4F34-844F-F61047D8B1E6}"/>
              </a:ext>
            </a:extLst>
          </p:cNvPr>
          <p:cNvSpPr>
            <a:spLocks noGrp="1"/>
          </p:cNvSpPr>
          <p:nvPr>
            <p:ph type="ftr" sz="quarter" idx="16"/>
          </p:nvPr>
        </p:nvSpPr>
        <p:spPr/>
        <p:txBody>
          <a:bodyPr/>
          <a:lstStyle/>
          <a:p>
            <a:r>
              <a:rPr lang="en-US"/>
              <a:t>Section name (optional) / Title / Month 20YY</a:t>
            </a:r>
          </a:p>
        </p:txBody>
      </p:sp>
      <p:sp>
        <p:nvSpPr>
          <p:cNvPr id="5" name="Slide Number Placeholder 4">
            <a:extLst>
              <a:ext uri="{FF2B5EF4-FFF2-40B4-BE49-F238E27FC236}">
                <a16:creationId xmlns:a16="http://schemas.microsoft.com/office/drawing/2014/main" id="{CC8E1BF1-FE4A-46AB-98F2-7D703B37EFBB}"/>
              </a:ext>
            </a:extLst>
          </p:cNvPr>
          <p:cNvSpPr>
            <a:spLocks noGrp="1"/>
          </p:cNvSpPr>
          <p:nvPr>
            <p:ph type="sldNum" sz="quarter" idx="12"/>
          </p:nvPr>
        </p:nvSpPr>
        <p:spPr/>
        <p:txBody>
          <a:bodyPr/>
          <a:lstStyle/>
          <a:p>
            <a:fld id="{5CFA18E4-D58E-4B28-B105-28D9665A8EBC}" type="slidenum">
              <a:rPr lang="en-US" smtClean="0"/>
              <a:pPr/>
              <a:t>‹#›</a:t>
            </a:fld>
            <a:endParaRPr lang="en-US"/>
          </a:p>
        </p:txBody>
      </p:sp>
      <p:sp>
        <p:nvSpPr>
          <p:cNvPr id="62" name="Title 1">
            <a:extLst>
              <a:ext uri="{FF2B5EF4-FFF2-40B4-BE49-F238E27FC236}">
                <a16:creationId xmlns:a16="http://schemas.microsoft.com/office/drawing/2014/main" id="{004B315D-93E5-4AEB-A2B1-CBCD42F25624}"/>
              </a:ext>
            </a:extLst>
          </p:cNvPr>
          <p:cNvSpPr>
            <a:spLocks noGrp="1"/>
          </p:cNvSpPr>
          <p:nvPr>
            <p:ph type="title" hasCustomPrompt="1"/>
          </p:nvPr>
        </p:nvSpPr>
        <p:spPr>
          <a:xfrm>
            <a:off x="558798" y="456343"/>
            <a:ext cx="5214685" cy="4768897"/>
          </a:xfrm>
          <a:prstGeom prst="rect">
            <a:avLst/>
          </a:prstGeom>
        </p:spPr>
        <p:txBody>
          <a:bodyPr anchor="ctr">
            <a:normAutofit/>
          </a:bodyPr>
          <a:lstStyle>
            <a:lvl1pPr>
              <a:defRPr sz="4000"/>
            </a:lvl1pPr>
          </a:lstStyle>
          <a:p>
            <a:r>
              <a:rPr lang="en-US"/>
              <a:t>[Add divider slide title]</a:t>
            </a:r>
          </a:p>
        </p:txBody>
      </p:sp>
      <p:sp>
        <p:nvSpPr>
          <p:cNvPr id="8" name="Text Placeholder 6">
            <a:extLst>
              <a:ext uri="{FF2B5EF4-FFF2-40B4-BE49-F238E27FC236}">
                <a16:creationId xmlns:a16="http://schemas.microsoft.com/office/drawing/2014/main" id="{794C1205-987F-4989-B4B0-84F9B893104F}"/>
              </a:ext>
            </a:extLst>
          </p:cNvPr>
          <p:cNvSpPr>
            <a:spLocks noGrp="1"/>
          </p:cNvSpPr>
          <p:nvPr>
            <p:ph type="body" sz="quarter" idx="14" hasCustomPrompt="1"/>
          </p:nvPr>
        </p:nvSpPr>
        <p:spPr>
          <a:xfrm>
            <a:off x="558799" y="5228050"/>
            <a:ext cx="5214683" cy="809574"/>
          </a:xfrm>
        </p:spPr>
        <p:txBody>
          <a:bodyPr anchor="b"/>
          <a:lstStyle>
            <a:lvl1pPr marL="0" indent="0">
              <a:buNone/>
              <a:defRPr/>
            </a:lvl1pPr>
            <a:lvl2pPr marL="0" indent="0">
              <a:buNone/>
              <a:defRPr/>
            </a:lvl2pPr>
            <a:lvl3pPr marL="0" indent="0">
              <a:buNone/>
              <a:defRPr/>
            </a:lvl3pPr>
            <a:lvl4pPr marL="0" indent="0">
              <a:buNone/>
              <a:defRPr/>
            </a:lvl4pPr>
            <a:lvl5pPr marL="0" indent="0">
              <a:buNone/>
              <a:defRPr/>
            </a:lvl5pPr>
          </a:lstStyle>
          <a:p>
            <a:pPr marL="0" marR="0" lvl="0" indent="0" algn="l" defTabSz="9144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US"/>
              <a:t>[Optional, Presenter First and Last Name]</a:t>
            </a:r>
            <a:br>
              <a:rPr lang="en-US"/>
            </a:br>
            <a:r>
              <a:rPr lang="en-US"/>
              <a:t>[Optional, Presenter First and Last Name]</a:t>
            </a:r>
          </a:p>
        </p:txBody>
      </p:sp>
      <p:sp>
        <p:nvSpPr>
          <p:cNvPr id="64" name="Picture Placeholder 6">
            <a:extLst>
              <a:ext uri="{FF2B5EF4-FFF2-40B4-BE49-F238E27FC236}">
                <a16:creationId xmlns:a16="http://schemas.microsoft.com/office/drawing/2014/main" id="{D89211C8-4F78-4574-8F29-4EF3145B98B7}"/>
              </a:ext>
            </a:extLst>
          </p:cNvPr>
          <p:cNvSpPr>
            <a:spLocks noGrp="1"/>
          </p:cNvSpPr>
          <p:nvPr>
            <p:ph type="pic" sz="quarter" idx="15" hasCustomPrompt="1"/>
          </p:nvPr>
        </p:nvSpPr>
        <p:spPr>
          <a:xfrm>
            <a:off x="6098117" y="479784"/>
            <a:ext cx="6093883" cy="5557838"/>
          </a:xfrm>
          <a:prstGeom prst="rect">
            <a:avLst/>
          </a:prstGeom>
          <a:noFill/>
        </p:spPr>
        <p:txBody>
          <a:bodyPr anchor="ctr"/>
          <a:lstStyle>
            <a:lvl1pPr marL="0" indent="0" algn="ctr">
              <a:buNone/>
              <a:defRPr/>
            </a:lvl1pPr>
          </a:lstStyle>
          <a:p>
            <a:r>
              <a:rPr lang="en-US"/>
              <a:t>[Insert photo]</a:t>
            </a:r>
          </a:p>
        </p:txBody>
      </p:sp>
      <p:sp>
        <p:nvSpPr>
          <p:cNvPr id="61" name="Rectangle 60">
            <a:extLst>
              <a:ext uri="{FF2B5EF4-FFF2-40B4-BE49-F238E27FC236}">
                <a16:creationId xmlns:a16="http://schemas.microsoft.com/office/drawing/2014/main" id="{A59E951D-F3DE-46AE-984E-2C735163DA5E}"/>
              </a:ext>
              <a:ext uri="{C183D7F6-B498-43B3-948B-1728B52AA6E4}">
                <adec:decorative xmlns:adec="http://schemas.microsoft.com/office/drawing/2017/decorative" val="1"/>
              </a:ext>
            </a:extLst>
          </p:cNvPr>
          <p:cNvSpPr/>
          <p:nvPr userDrawn="1"/>
        </p:nvSpPr>
        <p:spPr>
          <a:xfrm>
            <a:off x="5272088" y="6575649"/>
            <a:ext cx="6129126" cy="200055"/>
          </a:xfrm>
          <a:prstGeom prst="rect">
            <a:avLst/>
          </a:prstGeom>
        </p:spPr>
        <p:txBody>
          <a:bodyPr wrap="square" anchor="b">
            <a:spAutoFit/>
          </a:bodyPr>
          <a:lstStyle/>
          <a:p>
            <a:pPr algn="r"/>
            <a:r>
              <a:rPr lang="en-US" sz="700">
                <a:latin typeface="+mn-lt"/>
              </a:rPr>
              <a:t>© 2026 S&amp;P Global.</a:t>
            </a:r>
          </a:p>
        </p:txBody>
      </p:sp>
      <p:pic>
        <p:nvPicPr>
          <p:cNvPr id="100" name="Image 0" descr="https://snp-mediaportal.qbank.se/assets/deployedFiles/0171221a07b0be1374ebaa6bc786f2b5.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3604032621"/>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Divider 1">
    <p:bg>
      <p:bgRef idx="1001">
        <a:schemeClr val="bg1"/>
      </p:bgRef>
    </p:bg>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D902682C-9645-49CB-B172-BAA7F6EF0E05}"/>
              </a:ext>
            </a:extLst>
          </p:cNvPr>
          <p:cNvSpPr>
            <a:spLocks noGrp="1"/>
          </p:cNvSpPr>
          <p:nvPr>
            <p:ph type="ftr" sz="quarter" idx="11"/>
          </p:nvPr>
        </p:nvSpPr>
        <p:spPr/>
        <p:txBody>
          <a:bodyPr/>
          <a:lstStyle/>
          <a:p>
            <a:r>
              <a:rPr lang="en-US"/>
              <a:t>Section name (optional) / Title / Month 20YY</a:t>
            </a:r>
          </a:p>
        </p:txBody>
      </p:sp>
      <p:sp>
        <p:nvSpPr>
          <p:cNvPr id="5" name="Slide Number Placeholder 4">
            <a:extLst>
              <a:ext uri="{FF2B5EF4-FFF2-40B4-BE49-F238E27FC236}">
                <a16:creationId xmlns:a16="http://schemas.microsoft.com/office/drawing/2014/main" id="{CC8E1BF1-FE4A-46AB-98F2-7D703B37EFBB}"/>
              </a:ext>
            </a:extLst>
          </p:cNvPr>
          <p:cNvSpPr>
            <a:spLocks noGrp="1"/>
          </p:cNvSpPr>
          <p:nvPr>
            <p:ph type="sldNum" sz="quarter" idx="12"/>
          </p:nvPr>
        </p:nvSpPr>
        <p:spPr/>
        <p:txBody>
          <a:bodyPr/>
          <a:lstStyle/>
          <a:p>
            <a:fld id="{5CFA18E4-D58E-4B28-B105-28D9665A8EBC}" type="slidenum">
              <a:rPr lang="en-US" smtClean="0"/>
              <a:pPr/>
              <a:t>‹#›</a:t>
            </a:fld>
            <a:endParaRPr lang="en-US"/>
          </a:p>
        </p:txBody>
      </p:sp>
      <p:sp>
        <p:nvSpPr>
          <p:cNvPr id="21" name="Title 1">
            <a:extLst>
              <a:ext uri="{FF2B5EF4-FFF2-40B4-BE49-F238E27FC236}">
                <a16:creationId xmlns:a16="http://schemas.microsoft.com/office/drawing/2014/main" id="{CC1BE429-C3BF-4A3B-ABAB-1DEBDFEA64A1}"/>
              </a:ext>
            </a:extLst>
          </p:cNvPr>
          <p:cNvSpPr>
            <a:spLocks noGrp="1"/>
          </p:cNvSpPr>
          <p:nvPr>
            <p:ph type="title" hasCustomPrompt="1"/>
          </p:nvPr>
        </p:nvSpPr>
        <p:spPr>
          <a:xfrm>
            <a:off x="558799" y="1955801"/>
            <a:ext cx="4059936" cy="3440164"/>
          </a:xfrm>
          <a:prstGeom prst="rect">
            <a:avLst/>
          </a:prstGeom>
        </p:spPr>
        <p:txBody>
          <a:bodyPr>
            <a:normAutofit/>
          </a:bodyPr>
          <a:lstStyle>
            <a:lvl1pPr>
              <a:defRPr sz="4000"/>
            </a:lvl1pPr>
          </a:lstStyle>
          <a:p>
            <a:r>
              <a:rPr lang="en-US"/>
              <a:t>[Add divider slide title]</a:t>
            </a:r>
          </a:p>
        </p:txBody>
      </p:sp>
      <p:sp>
        <p:nvSpPr>
          <p:cNvPr id="8" name="Text Placeholder 6">
            <a:extLst>
              <a:ext uri="{FF2B5EF4-FFF2-40B4-BE49-F238E27FC236}">
                <a16:creationId xmlns:a16="http://schemas.microsoft.com/office/drawing/2014/main" id="{BFDBA538-CF34-4648-8EE0-7F62FCB87133}"/>
              </a:ext>
            </a:extLst>
          </p:cNvPr>
          <p:cNvSpPr>
            <a:spLocks noGrp="1"/>
          </p:cNvSpPr>
          <p:nvPr>
            <p:ph type="body" sz="quarter" idx="14" hasCustomPrompt="1"/>
          </p:nvPr>
        </p:nvSpPr>
        <p:spPr>
          <a:xfrm>
            <a:off x="558800" y="5395965"/>
            <a:ext cx="4059936" cy="809574"/>
          </a:xfrm>
        </p:spPr>
        <p:txBody>
          <a:bodyPr anchor="b"/>
          <a:lstStyle>
            <a:lvl1pPr marL="0" indent="0">
              <a:buNone/>
              <a:defRPr/>
            </a:lvl1pPr>
            <a:lvl2pPr marL="0" indent="0">
              <a:buNone/>
              <a:defRPr/>
            </a:lvl2pPr>
            <a:lvl3pPr marL="0" indent="0">
              <a:buNone/>
              <a:defRPr/>
            </a:lvl3pPr>
            <a:lvl4pPr marL="0" indent="0">
              <a:buNone/>
              <a:defRPr/>
            </a:lvl4pPr>
            <a:lvl5pPr marL="0" indent="0">
              <a:buNone/>
              <a:defRPr/>
            </a:lvl5pPr>
          </a:lstStyle>
          <a:p>
            <a:pPr marL="0" marR="0" lvl="0" indent="0" algn="l" defTabSz="9144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US"/>
              <a:t>[Optional, Presenter First and Last Name]</a:t>
            </a:r>
            <a:br>
              <a:rPr lang="en-US"/>
            </a:br>
            <a:r>
              <a:rPr lang="en-US"/>
              <a:t>[Optional, Presenter First and Last Name]</a:t>
            </a:r>
          </a:p>
        </p:txBody>
      </p:sp>
      <p:sp>
        <p:nvSpPr>
          <p:cNvPr id="22" name="Text Placeholder 6">
            <a:extLst>
              <a:ext uri="{FF2B5EF4-FFF2-40B4-BE49-F238E27FC236}">
                <a16:creationId xmlns:a16="http://schemas.microsoft.com/office/drawing/2014/main" id="{DEBE0202-C83B-4CDF-99B4-51D3CE5F8F85}"/>
              </a:ext>
            </a:extLst>
          </p:cNvPr>
          <p:cNvSpPr>
            <a:spLocks noGrp="1"/>
          </p:cNvSpPr>
          <p:nvPr>
            <p:ph type="body" sz="quarter" idx="13" hasCustomPrompt="1"/>
          </p:nvPr>
        </p:nvSpPr>
        <p:spPr>
          <a:xfrm>
            <a:off x="6607174" y="1955800"/>
            <a:ext cx="5026027" cy="4249739"/>
          </a:xfrm>
        </p:spPr>
        <p:txBody>
          <a:bodyPr/>
          <a:lstStyle>
            <a:lvl1pPr marL="0" indent="0">
              <a:buNone/>
              <a:defRPr/>
            </a:lvl1pPr>
            <a:lvl2pPr marL="0" indent="0">
              <a:buNone/>
              <a:defRPr/>
            </a:lvl2pPr>
            <a:lvl3pPr marL="0" indent="0">
              <a:buNone/>
              <a:defRPr/>
            </a:lvl3pPr>
            <a:lvl4pPr marL="0" indent="0">
              <a:buNone/>
              <a:defRPr/>
            </a:lvl4pPr>
            <a:lvl5pPr marL="0" indent="0">
              <a:buNone/>
              <a:defRPr/>
            </a:lvl5pPr>
          </a:lstStyle>
          <a:p>
            <a:pPr lvl="0"/>
            <a:r>
              <a:rPr lang="en-US"/>
              <a:t>[Click to add text]</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185751918"/>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1232">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Divider 2">
    <p:bg>
      <p:bgPr>
        <a:solidFill>
          <a:schemeClr val="accent5"/>
        </a:solidFill>
        <a:effectLst/>
      </p:bgPr>
    </p:bg>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D902682C-9645-49CB-B172-BAA7F6EF0E05}"/>
              </a:ext>
            </a:extLst>
          </p:cNvPr>
          <p:cNvSpPr>
            <a:spLocks noGrp="1"/>
          </p:cNvSpPr>
          <p:nvPr>
            <p:ph type="ftr" sz="quarter" idx="11"/>
          </p:nvPr>
        </p:nvSpPr>
        <p:spPr/>
        <p:txBody>
          <a:bodyPr/>
          <a:lstStyle/>
          <a:p>
            <a:r>
              <a:rPr lang="en-US"/>
              <a:t>Section name (optional) / Title / Month 20YY</a:t>
            </a:r>
          </a:p>
        </p:txBody>
      </p:sp>
      <p:sp>
        <p:nvSpPr>
          <p:cNvPr id="5" name="Slide Number Placeholder 4">
            <a:extLst>
              <a:ext uri="{FF2B5EF4-FFF2-40B4-BE49-F238E27FC236}">
                <a16:creationId xmlns:a16="http://schemas.microsoft.com/office/drawing/2014/main" id="{CC8E1BF1-FE4A-46AB-98F2-7D703B37EFBB}"/>
              </a:ext>
            </a:extLst>
          </p:cNvPr>
          <p:cNvSpPr>
            <a:spLocks noGrp="1"/>
          </p:cNvSpPr>
          <p:nvPr>
            <p:ph type="sldNum" sz="quarter" idx="12"/>
          </p:nvPr>
        </p:nvSpPr>
        <p:spPr/>
        <p:txBody>
          <a:bodyPr/>
          <a:lstStyle/>
          <a:p>
            <a:fld id="{5CFA18E4-D58E-4B28-B105-28D9665A8EBC}" type="slidenum">
              <a:rPr lang="en-US" smtClean="0"/>
              <a:pPr/>
              <a:t>‹#›</a:t>
            </a:fld>
            <a:endParaRPr lang="en-US"/>
          </a:p>
        </p:txBody>
      </p:sp>
      <p:sp>
        <p:nvSpPr>
          <p:cNvPr id="9" name="Title 1">
            <a:extLst>
              <a:ext uri="{FF2B5EF4-FFF2-40B4-BE49-F238E27FC236}">
                <a16:creationId xmlns:a16="http://schemas.microsoft.com/office/drawing/2014/main" id="{E30EE35D-B2D5-4830-B369-B5A8238119AC}"/>
              </a:ext>
            </a:extLst>
          </p:cNvPr>
          <p:cNvSpPr>
            <a:spLocks noGrp="1"/>
          </p:cNvSpPr>
          <p:nvPr>
            <p:ph type="title" hasCustomPrompt="1"/>
          </p:nvPr>
        </p:nvSpPr>
        <p:spPr>
          <a:xfrm>
            <a:off x="558799" y="1955801"/>
            <a:ext cx="4059936" cy="3440164"/>
          </a:xfrm>
          <a:prstGeom prst="rect">
            <a:avLst/>
          </a:prstGeom>
        </p:spPr>
        <p:txBody>
          <a:bodyPr>
            <a:normAutofit/>
          </a:bodyPr>
          <a:lstStyle>
            <a:lvl1pPr>
              <a:defRPr sz="4000"/>
            </a:lvl1pPr>
          </a:lstStyle>
          <a:p>
            <a:r>
              <a:rPr lang="en-US"/>
              <a:t>[Add divider slide title]</a:t>
            </a:r>
          </a:p>
        </p:txBody>
      </p:sp>
      <p:sp>
        <p:nvSpPr>
          <p:cNvPr id="11" name="Text Placeholder 6">
            <a:extLst>
              <a:ext uri="{FF2B5EF4-FFF2-40B4-BE49-F238E27FC236}">
                <a16:creationId xmlns:a16="http://schemas.microsoft.com/office/drawing/2014/main" id="{1512F92D-B39B-4FD8-861D-DD5F814885B6}"/>
              </a:ext>
            </a:extLst>
          </p:cNvPr>
          <p:cNvSpPr>
            <a:spLocks noGrp="1"/>
          </p:cNvSpPr>
          <p:nvPr>
            <p:ph type="body" sz="quarter" idx="14" hasCustomPrompt="1"/>
          </p:nvPr>
        </p:nvSpPr>
        <p:spPr>
          <a:xfrm>
            <a:off x="558800" y="5395965"/>
            <a:ext cx="4059936" cy="809574"/>
          </a:xfrm>
        </p:spPr>
        <p:txBody>
          <a:bodyPr anchor="b"/>
          <a:lstStyle>
            <a:lvl1pPr marL="0" indent="0">
              <a:buNone/>
              <a:defRPr/>
            </a:lvl1pPr>
            <a:lvl2pPr marL="0" indent="0">
              <a:buNone/>
              <a:defRPr/>
            </a:lvl2pPr>
            <a:lvl3pPr marL="0" indent="0">
              <a:buNone/>
              <a:defRPr/>
            </a:lvl3pPr>
            <a:lvl4pPr marL="0" indent="0">
              <a:buNone/>
              <a:defRPr/>
            </a:lvl4pPr>
            <a:lvl5pPr marL="0" indent="0">
              <a:buNone/>
              <a:defRPr/>
            </a:lvl5pPr>
          </a:lstStyle>
          <a:p>
            <a:pPr marL="0" marR="0" lvl="0" indent="0" algn="l" defTabSz="9144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US"/>
              <a:t>[Optional, Presenter First and Last Name]</a:t>
            </a:r>
            <a:br>
              <a:rPr lang="en-US"/>
            </a:br>
            <a:r>
              <a:rPr lang="en-US"/>
              <a:t>[Optional, Presenter First and Last Name]</a:t>
            </a:r>
          </a:p>
        </p:txBody>
      </p:sp>
      <p:sp>
        <p:nvSpPr>
          <p:cNvPr id="7" name="Text Placeholder 6">
            <a:extLst>
              <a:ext uri="{FF2B5EF4-FFF2-40B4-BE49-F238E27FC236}">
                <a16:creationId xmlns:a16="http://schemas.microsoft.com/office/drawing/2014/main" id="{1AB13624-E523-41DF-BB78-1DA6E2F42586}"/>
              </a:ext>
            </a:extLst>
          </p:cNvPr>
          <p:cNvSpPr>
            <a:spLocks noGrp="1"/>
          </p:cNvSpPr>
          <p:nvPr>
            <p:ph type="body" sz="quarter" idx="13" hasCustomPrompt="1"/>
          </p:nvPr>
        </p:nvSpPr>
        <p:spPr>
          <a:xfrm>
            <a:off x="6607174" y="1955800"/>
            <a:ext cx="5026027" cy="4249739"/>
          </a:xfrm>
        </p:spPr>
        <p:txBody>
          <a:bodyPr/>
          <a:lstStyle>
            <a:lvl1pPr marL="0" indent="0">
              <a:buNone/>
              <a:defRPr/>
            </a:lvl1pPr>
            <a:lvl2pPr marL="0" indent="0">
              <a:buNone/>
              <a:defRPr/>
            </a:lvl2pPr>
            <a:lvl3pPr marL="0" indent="0">
              <a:buNone/>
              <a:defRPr/>
            </a:lvl3pPr>
            <a:lvl4pPr marL="0" indent="0">
              <a:buNone/>
              <a:defRPr/>
            </a:lvl4pPr>
            <a:lvl5pPr marL="0" indent="0">
              <a:buNone/>
              <a:defRPr/>
            </a:lvl5pPr>
          </a:lstStyle>
          <a:p>
            <a:pPr lvl="0"/>
            <a:r>
              <a:rPr lang="en-US"/>
              <a:t>[Click to add text]</a:t>
            </a:r>
          </a:p>
        </p:txBody>
      </p:sp>
      <p:sp>
        <p:nvSpPr>
          <p:cNvPr id="62" name="Rectangle 61">
            <a:extLst>
              <a:ext uri="{FF2B5EF4-FFF2-40B4-BE49-F238E27FC236}">
                <a16:creationId xmlns:a16="http://schemas.microsoft.com/office/drawing/2014/main" id="{B06DD8B7-FA4D-4FA7-93BB-F640355701C6}"/>
              </a:ext>
              <a:ext uri="{C183D7F6-B498-43B3-948B-1728B52AA6E4}">
                <adec:decorative xmlns:adec="http://schemas.microsoft.com/office/drawing/2017/decorative" val="1"/>
              </a:ext>
            </a:extLst>
          </p:cNvPr>
          <p:cNvSpPr/>
          <p:nvPr userDrawn="1"/>
        </p:nvSpPr>
        <p:spPr>
          <a:xfrm>
            <a:off x="5272088" y="6575649"/>
            <a:ext cx="6129126" cy="200055"/>
          </a:xfrm>
          <a:prstGeom prst="rect">
            <a:avLst/>
          </a:prstGeom>
        </p:spPr>
        <p:txBody>
          <a:bodyPr wrap="square" anchor="b">
            <a:spAutoFit/>
          </a:bodyPr>
          <a:lstStyle/>
          <a:p>
            <a:pPr algn="r"/>
            <a:r>
              <a:rPr lang="en-US" sz="700">
                <a:latin typeface="+mn-lt"/>
              </a:rPr>
              <a:t>© 2026 S&amp;P Global.</a:t>
            </a:r>
          </a:p>
        </p:txBody>
      </p:sp>
      <p:pic>
        <p:nvPicPr>
          <p:cNvPr id="100" name="Image 0" descr="https://snp-mediaportal.qbank.se/assets/deployedFiles/0171221a07b0be1374ebaa6bc786f2b5.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2028783561"/>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1224">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chemeClr val="accent5"/>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84C3E0C-55B5-4DE0-B5B2-69464524EA73}"/>
              </a:ext>
              <a:ext uri="{C183D7F6-B498-43B3-948B-1728B52AA6E4}">
                <adec:decorative xmlns:adec="http://schemas.microsoft.com/office/drawing/2017/decorative" val="0"/>
              </a:ext>
            </a:extLst>
          </p:cNvPr>
          <p:cNvSpPr/>
          <p:nvPr userDrawn="1"/>
        </p:nvSpPr>
        <p:spPr>
          <a:xfrm>
            <a:off x="1" y="1470455"/>
            <a:ext cx="12191999" cy="391709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91440" rtlCol="0" anchor="ctr"/>
          <a:lstStyle/>
          <a:p>
            <a:pPr algn="ctr"/>
            <a:r>
              <a:rPr lang="en-US" sz="8800" b="1">
                <a:solidFill>
                  <a:schemeClr val="tx1"/>
                </a:solidFill>
              </a:rPr>
              <a:t>These layouts for Heritage </a:t>
            </a:r>
            <a:br>
              <a:rPr lang="en-US" sz="8800" b="1">
                <a:solidFill>
                  <a:schemeClr val="tx1"/>
                </a:solidFill>
              </a:rPr>
            </a:br>
            <a:r>
              <a:rPr lang="en-US" sz="8800" b="1">
                <a:solidFill>
                  <a:schemeClr val="tx1"/>
                </a:solidFill>
              </a:rPr>
              <a:t>IHS Markit </a:t>
            </a:r>
          </a:p>
          <a:p>
            <a:pPr algn="ctr"/>
            <a:r>
              <a:rPr lang="en-US" sz="8800" b="1">
                <a:solidFill>
                  <a:schemeClr val="tx1"/>
                </a:solidFill>
              </a:rPr>
              <a:t>PPT reports only</a:t>
            </a:r>
          </a:p>
        </p:txBody>
      </p:sp>
    </p:spTree>
    <p:extLst>
      <p:ext uri="{BB962C8B-B14F-4D97-AF65-F5344CB8AC3E}">
        <p14:creationId xmlns:p14="http://schemas.microsoft.com/office/powerpoint/2010/main" val="705711015"/>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wo Placeholders">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3BA10638-F8C8-460B-BF8F-560536AE12C9}"/>
              </a:ext>
            </a:extLst>
          </p:cNvPr>
          <p:cNvSpPr>
            <a:spLocks noGrp="1"/>
          </p:cNvSpPr>
          <p:nvPr>
            <p:ph type="ftr" sz="quarter" idx="35"/>
          </p:nvPr>
        </p:nvSpPr>
        <p:spPr/>
        <p:txBody>
          <a:bodyPr/>
          <a:lstStyle/>
          <a:p>
            <a:r>
              <a:rPr lang="en-US"/>
              <a:t>Section name (optional) / Title / Month 20YY</a:t>
            </a:r>
          </a:p>
        </p:txBody>
      </p:sp>
      <p:sp>
        <p:nvSpPr>
          <p:cNvPr id="6" name="Slide Number Placeholder 5"/>
          <p:cNvSpPr>
            <a:spLocks noGrp="1"/>
          </p:cNvSpPr>
          <p:nvPr>
            <p:ph type="sldNum" sz="quarter" idx="12"/>
          </p:nvPr>
        </p:nvSpPr>
        <p:spPr/>
        <p:txBody>
          <a:bodyPr/>
          <a:lstStyle/>
          <a:p>
            <a:fld id="{5246FB18-5DF1-419A-B975-14AFDDD65B9F}" type="slidenum">
              <a:rPr lang="en-US" smtClean="0"/>
              <a:t>‹#›</a:t>
            </a:fld>
            <a:endParaRPr lang="en-US"/>
          </a:p>
        </p:txBody>
      </p:sp>
      <p:sp>
        <p:nvSpPr>
          <p:cNvPr id="11" name="Title 6">
            <a:extLst>
              <a:ext uri="{FF2B5EF4-FFF2-40B4-BE49-F238E27FC236}">
                <a16:creationId xmlns:a16="http://schemas.microsoft.com/office/drawing/2014/main" id="{249FEED1-049B-4B90-B377-73CC89853AC3}"/>
              </a:ext>
            </a:extLst>
          </p:cNvPr>
          <p:cNvSpPr>
            <a:spLocks noGrp="1"/>
          </p:cNvSpPr>
          <p:nvPr>
            <p:ph type="title" hasCustomPrompt="1"/>
          </p:nvPr>
        </p:nvSpPr>
        <p:spPr>
          <a:xfrm>
            <a:off x="563712" y="342900"/>
            <a:ext cx="11062709" cy="460551"/>
          </a:xfrm>
        </p:spPr>
        <p:txBody>
          <a:bodyPr/>
          <a:lstStyle/>
          <a:p>
            <a:r>
              <a:rPr lang="en-US"/>
              <a:t>[Headline]</a:t>
            </a:r>
          </a:p>
        </p:txBody>
      </p:sp>
      <p:sp>
        <p:nvSpPr>
          <p:cNvPr id="14" name="Sub-headline">
            <a:extLst>
              <a:ext uri="{FF2B5EF4-FFF2-40B4-BE49-F238E27FC236}">
                <a16:creationId xmlns:a16="http://schemas.microsoft.com/office/drawing/2014/main" id="{7FD28A21-9996-4A7D-92D3-5150F7C775EF}"/>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8" name="Content Placeholder 2">
            <a:extLst>
              <a:ext uri="{FF2B5EF4-FFF2-40B4-BE49-F238E27FC236}">
                <a16:creationId xmlns:a16="http://schemas.microsoft.com/office/drawing/2014/main" id="{7715AF6A-0E10-44AB-B296-289FDE3CCF3A}"/>
              </a:ext>
            </a:extLst>
          </p:cNvPr>
          <p:cNvSpPr>
            <a:spLocks noGrp="1"/>
          </p:cNvSpPr>
          <p:nvPr>
            <p:ph sz="quarter" idx="17" hasCustomPrompt="1"/>
          </p:nvPr>
        </p:nvSpPr>
        <p:spPr>
          <a:xfrm>
            <a:off x="563712" y="1257300"/>
            <a:ext cx="11064240" cy="192024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84D1402A-B147-4C3B-B5F7-81B053EC1DD6}"/>
              </a:ext>
            </a:extLst>
          </p:cNvPr>
          <p:cNvSpPr>
            <a:spLocks noGrp="1"/>
          </p:cNvSpPr>
          <p:nvPr>
            <p:ph sz="quarter" idx="19" hasCustomPrompt="1"/>
          </p:nvPr>
        </p:nvSpPr>
        <p:spPr>
          <a:xfrm>
            <a:off x="563712" y="3666746"/>
            <a:ext cx="11064240" cy="192024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9" name="Footnote">
            <a:extLst>
              <a:ext uri="{FF2B5EF4-FFF2-40B4-BE49-F238E27FC236}">
                <a16:creationId xmlns:a16="http://schemas.microsoft.com/office/drawing/2014/main" id="{5197417C-C410-43F1-9B2C-D847D35740A2}"/>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4034478303"/>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hree Placeholders 1">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1F4647B6-122D-44F9-8D7F-50F8A7ACC9B7}"/>
              </a:ext>
            </a:extLst>
          </p:cNvPr>
          <p:cNvSpPr>
            <a:spLocks noGrp="1"/>
          </p:cNvSpPr>
          <p:nvPr>
            <p:ph type="ftr" sz="quarter" idx="21"/>
          </p:nvPr>
        </p:nvSpPr>
        <p:spPr/>
        <p:txBody>
          <a:bodyPr/>
          <a:lstStyle/>
          <a:p>
            <a:r>
              <a:rPr lang="en-US"/>
              <a:t>Section name (optional) / Title / Month 20YY</a:t>
            </a:r>
          </a:p>
        </p:txBody>
      </p:sp>
      <p:sp>
        <p:nvSpPr>
          <p:cNvPr id="6" name="Slide Number Placeholder 5"/>
          <p:cNvSpPr>
            <a:spLocks noGrp="1"/>
          </p:cNvSpPr>
          <p:nvPr>
            <p:ph type="sldNum" sz="quarter" idx="12"/>
          </p:nvPr>
        </p:nvSpPr>
        <p:spPr/>
        <p:txBody>
          <a:bodyPr/>
          <a:lstStyle/>
          <a:p>
            <a:fld id="{5246FB18-5DF1-419A-B975-14AFDDD65B9F}" type="slidenum">
              <a:rPr lang="en-US" smtClean="0"/>
              <a:t>‹#›</a:t>
            </a:fld>
            <a:endParaRPr lang="en-US"/>
          </a:p>
        </p:txBody>
      </p:sp>
      <p:sp>
        <p:nvSpPr>
          <p:cNvPr id="11" name="Title 6">
            <a:extLst>
              <a:ext uri="{FF2B5EF4-FFF2-40B4-BE49-F238E27FC236}">
                <a16:creationId xmlns:a16="http://schemas.microsoft.com/office/drawing/2014/main" id="{249FEED1-049B-4B90-B377-73CC89853AC3}"/>
              </a:ext>
            </a:extLst>
          </p:cNvPr>
          <p:cNvSpPr>
            <a:spLocks noGrp="1"/>
          </p:cNvSpPr>
          <p:nvPr>
            <p:ph type="title" hasCustomPrompt="1"/>
          </p:nvPr>
        </p:nvSpPr>
        <p:spPr>
          <a:xfrm>
            <a:off x="563712" y="342900"/>
            <a:ext cx="11062709" cy="460551"/>
          </a:xfrm>
        </p:spPr>
        <p:txBody>
          <a:bodyPr/>
          <a:lstStyle/>
          <a:p>
            <a:r>
              <a:rPr lang="en-US"/>
              <a:t>[Headline]</a:t>
            </a:r>
          </a:p>
        </p:txBody>
      </p:sp>
      <p:sp>
        <p:nvSpPr>
          <p:cNvPr id="15" name="Sub-headline">
            <a:extLst>
              <a:ext uri="{FF2B5EF4-FFF2-40B4-BE49-F238E27FC236}">
                <a16:creationId xmlns:a16="http://schemas.microsoft.com/office/drawing/2014/main" id="{DE438935-9E2D-4AE3-9F3D-D5F3BB7EB9D5}"/>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8" name="Content Placeholder 2">
            <a:extLst>
              <a:ext uri="{FF2B5EF4-FFF2-40B4-BE49-F238E27FC236}">
                <a16:creationId xmlns:a16="http://schemas.microsoft.com/office/drawing/2014/main" id="{7715AF6A-0E10-44AB-B296-289FDE3CCF3A}"/>
              </a:ext>
            </a:extLst>
          </p:cNvPr>
          <p:cNvSpPr>
            <a:spLocks noGrp="1"/>
          </p:cNvSpPr>
          <p:nvPr>
            <p:ph sz="quarter" idx="17" hasCustomPrompt="1"/>
          </p:nvPr>
        </p:nvSpPr>
        <p:spPr>
          <a:xfrm>
            <a:off x="563711" y="1257299"/>
            <a:ext cx="3337560" cy="434340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4" name="Content Placeholder 2">
            <a:extLst>
              <a:ext uri="{FF2B5EF4-FFF2-40B4-BE49-F238E27FC236}">
                <a16:creationId xmlns:a16="http://schemas.microsoft.com/office/drawing/2014/main" id="{D1D97A98-7AE7-4D51-BF40-6464C40A1152}"/>
              </a:ext>
            </a:extLst>
          </p:cNvPr>
          <p:cNvSpPr>
            <a:spLocks noGrp="1"/>
          </p:cNvSpPr>
          <p:nvPr>
            <p:ph sz="quarter" idx="20" hasCustomPrompt="1"/>
          </p:nvPr>
        </p:nvSpPr>
        <p:spPr>
          <a:xfrm>
            <a:off x="4428715" y="1257299"/>
            <a:ext cx="3337560" cy="434340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91C74582-35F9-4EBE-914F-B2B9606E1172}"/>
              </a:ext>
            </a:extLst>
          </p:cNvPr>
          <p:cNvSpPr>
            <a:spLocks noGrp="1"/>
          </p:cNvSpPr>
          <p:nvPr>
            <p:ph sz="quarter" idx="18" hasCustomPrompt="1"/>
          </p:nvPr>
        </p:nvSpPr>
        <p:spPr>
          <a:xfrm>
            <a:off x="8293719" y="1257299"/>
            <a:ext cx="3337560" cy="434340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0" name="Footnote">
            <a:extLst>
              <a:ext uri="{FF2B5EF4-FFF2-40B4-BE49-F238E27FC236}">
                <a16:creationId xmlns:a16="http://schemas.microsoft.com/office/drawing/2014/main" id="{A14DB3E1-6D55-4844-83B1-91565767B002}"/>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467079774"/>
      </p:ext>
    </p:extLst>
  </p:cSld>
  <p:clrMapOvr>
    <a:masterClrMapping/>
  </p:clrMapOvr>
  <p:extLst>
    <p:ext uri="{DCECCB84-F9BA-43D5-87BE-67443E8EF086}">
      <p15:sldGuideLst xmlns:p15="http://schemas.microsoft.com/office/powerpoint/2012/main">
        <p15:guide id="5" orient="horz" pos="792" userDrawn="1">
          <p15:clr>
            <a:srgbClr val="FBAE40"/>
          </p15:clr>
        </p15:guide>
        <p15:guide id="6" orient="horz" pos="3528" userDrawn="1">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hree Placeholders 2">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9934465B-44AB-421E-BC47-0D67C004C087}"/>
              </a:ext>
            </a:extLst>
          </p:cNvPr>
          <p:cNvSpPr>
            <a:spLocks noGrp="1"/>
          </p:cNvSpPr>
          <p:nvPr>
            <p:ph type="ftr" sz="quarter" idx="35"/>
          </p:nvPr>
        </p:nvSpPr>
        <p:spPr/>
        <p:txBody>
          <a:bodyPr/>
          <a:lstStyle/>
          <a:p>
            <a:r>
              <a:rPr lang="en-US"/>
              <a:t>Section name (optional) / Title / Month 20YY</a:t>
            </a:r>
          </a:p>
        </p:txBody>
      </p:sp>
      <p:sp>
        <p:nvSpPr>
          <p:cNvPr id="6" name="Slide Number Placeholder 5"/>
          <p:cNvSpPr>
            <a:spLocks noGrp="1"/>
          </p:cNvSpPr>
          <p:nvPr>
            <p:ph type="sldNum" sz="quarter" idx="12"/>
          </p:nvPr>
        </p:nvSpPr>
        <p:spPr/>
        <p:txBody>
          <a:bodyPr/>
          <a:lstStyle/>
          <a:p>
            <a:fld id="{5246FB18-5DF1-419A-B975-14AFDDD65B9F}" type="slidenum">
              <a:rPr lang="en-US" smtClean="0"/>
              <a:t>‹#›</a:t>
            </a:fld>
            <a:endParaRPr lang="en-US"/>
          </a:p>
        </p:txBody>
      </p:sp>
      <p:sp>
        <p:nvSpPr>
          <p:cNvPr id="11" name="Title 6">
            <a:extLst>
              <a:ext uri="{FF2B5EF4-FFF2-40B4-BE49-F238E27FC236}">
                <a16:creationId xmlns:a16="http://schemas.microsoft.com/office/drawing/2014/main" id="{249FEED1-049B-4B90-B377-73CC89853AC3}"/>
              </a:ext>
            </a:extLst>
          </p:cNvPr>
          <p:cNvSpPr>
            <a:spLocks noGrp="1"/>
          </p:cNvSpPr>
          <p:nvPr>
            <p:ph type="title" hasCustomPrompt="1"/>
          </p:nvPr>
        </p:nvSpPr>
        <p:spPr>
          <a:xfrm>
            <a:off x="563712" y="342900"/>
            <a:ext cx="11062709" cy="460551"/>
          </a:xfrm>
        </p:spPr>
        <p:txBody>
          <a:bodyPr/>
          <a:lstStyle/>
          <a:p>
            <a:r>
              <a:rPr lang="en-US"/>
              <a:t>[Headline]</a:t>
            </a:r>
          </a:p>
        </p:txBody>
      </p:sp>
      <p:sp>
        <p:nvSpPr>
          <p:cNvPr id="15" name="Sub-headline">
            <a:extLst>
              <a:ext uri="{FF2B5EF4-FFF2-40B4-BE49-F238E27FC236}">
                <a16:creationId xmlns:a16="http://schemas.microsoft.com/office/drawing/2014/main" id="{2ECAC461-FE4E-4AB6-AB93-3D153F6E59A7}"/>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8" name="Content Placeholder 2">
            <a:extLst>
              <a:ext uri="{FF2B5EF4-FFF2-40B4-BE49-F238E27FC236}">
                <a16:creationId xmlns:a16="http://schemas.microsoft.com/office/drawing/2014/main" id="{7715AF6A-0E10-44AB-B296-289FDE3CCF3A}"/>
              </a:ext>
            </a:extLst>
          </p:cNvPr>
          <p:cNvSpPr>
            <a:spLocks noGrp="1"/>
          </p:cNvSpPr>
          <p:nvPr>
            <p:ph sz="quarter" idx="17" hasCustomPrompt="1"/>
          </p:nvPr>
        </p:nvSpPr>
        <p:spPr>
          <a:xfrm>
            <a:off x="563712" y="1261872"/>
            <a:ext cx="5283772" cy="434340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91C74582-35F9-4EBE-914F-B2B9606E1172}"/>
              </a:ext>
            </a:extLst>
          </p:cNvPr>
          <p:cNvSpPr>
            <a:spLocks noGrp="1"/>
          </p:cNvSpPr>
          <p:nvPr>
            <p:ph sz="quarter" idx="18" hasCustomPrompt="1"/>
          </p:nvPr>
        </p:nvSpPr>
        <p:spPr>
          <a:xfrm>
            <a:off x="6344516" y="1261872"/>
            <a:ext cx="5285232" cy="192024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4" name="Content Placeholder 2">
            <a:extLst>
              <a:ext uri="{FF2B5EF4-FFF2-40B4-BE49-F238E27FC236}">
                <a16:creationId xmlns:a16="http://schemas.microsoft.com/office/drawing/2014/main" id="{D1D97A98-7AE7-4D51-BF40-6464C40A1152}"/>
              </a:ext>
            </a:extLst>
          </p:cNvPr>
          <p:cNvSpPr>
            <a:spLocks noGrp="1"/>
          </p:cNvSpPr>
          <p:nvPr>
            <p:ph sz="quarter" idx="20" hasCustomPrompt="1"/>
          </p:nvPr>
        </p:nvSpPr>
        <p:spPr>
          <a:xfrm>
            <a:off x="6344516" y="3685032"/>
            <a:ext cx="5285232" cy="192024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0" name="Footnote">
            <a:extLst>
              <a:ext uri="{FF2B5EF4-FFF2-40B4-BE49-F238E27FC236}">
                <a16:creationId xmlns:a16="http://schemas.microsoft.com/office/drawing/2014/main" id="{F9E2DB8B-6E97-4FE5-BF0C-EF72C02F057D}"/>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270346545"/>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hree Placeholders 3">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DC6180C9-13C1-4554-989B-D2FCC7C65C17}"/>
              </a:ext>
            </a:extLst>
          </p:cNvPr>
          <p:cNvSpPr>
            <a:spLocks noGrp="1"/>
          </p:cNvSpPr>
          <p:nvPr>
            <p:ph type="ftr" sz="quarter" idx="35"/>
          </p:nvPr>
        </p:nvSpPr>
        <p:spPr/>
        <p:txBody>
          <a:bodyPr/>
          <a:lstStyle/>
          <a:p>
            <a:r>
              <a:rPr lang="en-US"/>
              <a:t>Section name (optional) / Title / Month 20YY</a:t>
            </a:r>
          </a:p>
        </p:txBody>
      </p:sp>
      <p:sp>
        <p:nvSpPr>
          <p:cNvPr id="6" name="Slide Number Placeholder 5"/>
          <p:cNvSpPr>
            <a:spLocks noGrp="1"/>
          </p:cNvSpPr>
          <p:nvPr>
            <p:ph type="sldNum" sz="quarter" idx="12"/>
          </p:nvPr>
        </p:nvSpPr>
        <p:spPr/>
        <p:txBody>
          <a:bodyPr/>
          <a:lstStyle/>
          <a:p>
            <a:fld id="{5246FB18-5DF1-419A-B975-14AFDDD65B9F}" type="slidenum">
              <a:rPr lang="en-US" smtClean="0"/>
              <a:t>‹#›</a:t>
            </a:fld>
            <a:endParaRPr lang="en-US"/>
          </a:p>
        </p:txBody>
      </p:sp>
      <p:sp>
        <p:nvSpPr>
          <p:cNvPr id="11" name="Title 6">
            <a:extLst>
              <a:ext uri="{FF2B5EF4-FFF2-40B4-BE49-F238E27FC236}">
                <a16:creationId xmlns:a16="http://schemas.microsoft.com/office/drawing/2014/main" id="{249FEED1-049B-4B90-B377-73CC89853AC3}"/>
              </a:ext>
            </a:extLst>
          </p:cNvPr>
          <p:cNvSpPr>
            <a:spLocks noGrp="1"/>
          </p:cNvSpPr>
          <p:nvPr>
            <p:ph type="title" hasCustomPrompt="1"/>
          </p:nvPr>
        </p:nvSpPr>
        <p:spPr>
          <a:xfrm>
            <a:off x="563712" y="342900"/>
            <a:ext cx="11062709" cy="460551"/>
          </a:xfrm>
        </p:spPr>
        <p:txBody>
          <a:bodyPr/>
          <a:lstStyle/>
          <a:p>
            <a:r>
              <a:rPr lang="en-US"/>
              <a:t>[Headline]</a:t>
            </a:r>
          </a:p>
        </p:txBody>
      </p:sp>
      <p:sp>
        <p:nvSpPr>
          <p:cNvPr id="15" name="Sub-headline">
            <a:extLst>
              <a:ext uri="{FF2B5EF4-FFF2-40B4-BE49-F238E27FC236}">
                <a16:creationId xmlns:a16="http://schemas.microsoft.com/office/drawing/2014/main" id="{5CEC3D32-DE73-4338-BFCC-E7BDCD2C2A37}"/>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8" name="Content Placeholder 2">
            <a:extLst>
              <a:ext uri="{FF2B5EF4-FFF2-40B4-BE49-F238E27FC236}">
                <a16:creationId xmlns:a16="http://schemas.microsoft.com/office/drawing/2014/main" id="{7715AF6A-0E10-44AB-B296-289FDE3CCF3A}"/>
              </a:ext>
            </a:extLst>
          </p:cNvPr>
          <p:cNvSpPr>
            <a:spLocks noGrp="1"/>
          </p:cNvSpPr>
          <p:nvPr>
            <p:ph sz="quarter" idx="17" hasCustomPrompt="1"/>
          </p:nvPr>
        </p:nvSpPr>
        <p:spPr>
          <a:xfrm>
            <a:off x="563712" y="1261872"/>
            <a:ext cx="5285232" cy="192024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91C74582-35F9-4EBE-914F-B2B9606E1172}"/>
              </a:ext>
            </a:extLst>
          </p:cNvPr>
          <p:cNvSpPr>
            <a:spLocks noGrp="1"/>
          </p:cNvSpPr>
          <p:nvPr>
            <p:ph sz="quarter" idx="18" hasCustomPrompt="1"/>
          </p:nvPr>
        </p:nvSpPr>
        <p:spPr>
          <a:xfrm>
            <a:off x="6344516" y="1261872"/>
            <a:ext cx="5285232" cy="192024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84D1402A-B147-4C3B-B5F7-81B053EC1DD6}"/>
              </a:ext>
            </a:extLst>
          </p:cNvPr>
          <p:cNvSpPr>
            <a:spLocks noGrp="1"/>
          </p:cNvSpPr>
          <p:nvPr>
            <p:ph sz="quarter" idx="19" hasCustomPrompt="1"/>
          </p:nvPr>
        </p:nvSpPr>
        <p:spPr>
          <a:xfrm>
            <a:off x="563712" y="3674314"/>
            <a:ext cx="11064240" cy="192024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6" name="Footnote">
            <a:extLst>
              <a:ext uri="{FF2B5EF4-FFF2-40B4-BE49-F238E27FC236}">
                <a16:creationId xmlns:a16="http://schemas.microsoft.com/office/drawing/2014/main" id="{7206E27B-EDA8-4480-A52B-C084CF0D5799}"/>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3226088006"/>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Four Placeholders">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13664AE1-F712-4056-96F2-627ACD75D8AB}"/>
              </a:ext>
            </a:extLst>
          </p:cNvPr>
          <p:cNvSpPr>
            <a:spLocks noGrp="1"/>
          </p:cNvSpPr>
          <p:nvPr>
            <p:ph type="ftr" sz="quarter" idx="35"/>
          </p:nvPr>
        </p:nvSpPr>
        <p:spPr/>
        <p:txBody>
          <a:bodyPr/>
          <a:lstStyle/>
          <a:p>
            <a:r>
              <a:rPr lang="en-US"/>
              <a:t>Section name (optional) / Title / Month 20YY</a:t>
            </a:r>
          </a:p>
        </p:txBody>
      </p:sp>
      <p:sp>
        <p:nvSpPr>
          <p:cNvPr id="6" name="Slide Number Placeholder 5"/>
          <p:cNvSpPr>
            <a:spLocks noGrp="1"/>
          </p:cNvSpPr>
          <p:nvPr>
            <p:ph type="sldNum" sz="quarter" idx="12"/>
          </p:nvPr>
        </p:nvSpPr>
        <p:spPr/>
        <p:txBody>
          <a:bodyPr/>
          <a:lstStyle/>
          <a:p>
            <a:fld id="{5246FB18-5DF1-419A-B975-14AFDDD65B9F}" type="slidenum">
              <a:rPr lang="en-US" smtClean="0"/>
              <a:t>‹#›</a:t>
            </a:fld>
            <a:endParaRPr lang="en-US"/>
          </a:p>
        </p:txBody>
      </p:sp>
      <p:sp>
        <p:nvSpPr>
          <p:cNvPr id="11" name="Title 6">
            <a:extLst>
              <a:ext uri="{FF2B5EF4-FFF2-40B4-BE49-F238E27FC236}">
                <a16:creationId xmlns:a16="http://schemas.microsoft.com/office/drawing/2014/main" id="{249FEED1-049B-4B90-B377-73CC89853AC3}"/>
              </a:ext>
            </a:extLst>
          </p:cNvPr>
          <p:cNvSpPr>
            <a:spLocks noGrp="1"/>
          </p:cNvSpPr>
          <p:nvPr>
            <p:ph type="title" hasCustomPrompt="1"/>
          </p:nvPr>
        </p:nvSpPr>
        <p:spPr>
          <a:xfrm>
            <a:off x="563712" y="342900"/>
            <a:ext cx="11062709" cy="460551"/>
          </a:xfrm>
        </p:spPr>
        <p:txBody>
          <a:bodyPr/>
          <a:lstStyle/>
          <a:p>
            <a:r>
              <a:rPr lang="en-US"/>
              <a:t>[Headline]</a:t>
            </a:r>
          </a:p>
        </p:txBody>
      </p:sp>
      <p:sp>
        <p:nvSpPr>
          <p:cNvPr id="16" name="Sub-headline">
            <a:extLst>
              <a:ext uri="{FF2B5EF4-FFF2-40B4-BE49-F238E27FC236}">
                <a16:creationId xmlns:a16="http://schemas.microsoft.com/office/drawing/2014/main" id="{F346F33D-2E31-4707-AF32-FF8FAE8A45A3}"/>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8" name="Content Placeholder 2">
            <a:extLst>
              <a:ext uri="{FF2B5EF4-FFF2-40B4-BE49-F238E27FC236}">
                <a16:creationId xmlns:a16="http://schemas.microsoft.com/office/drawing/2014/main" id="{7715AF6A-0E10-44AB-B296-289FDE3CCF3A}"/>
              </a:ext>
            </a:extLst>
          </p:cNvPr>
          <p:cNvSpPr>
            <a:spLocks noGrp="1"/>
          </p:cNvSpPr>
          <p:nvPr>
            <p:ph sz="quarter" idx="17" hasCustomPrompt="1"/>
          </p:nvPr>
        </p:nvSpPr>
        <p:spPr>
          <a:xfrm>
            <a:off x="563712" y="1261872"/>
            <a:ext cx="5285232" cy="192024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91C74582-35F9-4EBE-914F-B2B9606E1172}"/>
              </a:ext>
            </a:extLst>
          </p:cNvPr>
          <p:cNvSpPr>
            <a:spLocks noGrp="1"/>
          </p:cNvSpPr>
          <p:nvPr>
            <p:ph sz="quarter" idx="18" hasCustomPrompt="1"/>
          </p:nvPr>
        </p:nvSpPr>
        <p:spPr>
          <a:xfrm>
            <a:off x="6344516" y="1261872"/>
            <a:ext cx="5285232" cy="192024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84D1402A-B147-4C3B-B5F7-81B053EC1DD6}"/>
              </a:ext>
            </a:extLst>
          </p:cNvPr>
          <p:cNvSpPr>
            <a:spLocks noGrp="1"/>
          </p:cNvSpPr>
          <p:nvPr>
            <p:ph sz="quarter" idx="19" hasCustomPrompt="1"/>
          </p:nvPr>
        </p:nvSpPr>
        <p:spPr>
          <a:xfrm>
            <a:off x="563712" y="3674314"/>
            <a:ext cx="5285232" cy="192024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4" name="Content Placeholder 2">
            <a:extLst>
              <a:ext uri="{FF2B5EF4-FFF2-40B4-BE49-F238E27FC236}">
                <a16:creationId xmlns:a16="http://schemas.microsoft.com/office/drawing/2014/main" id="{D1D97A98-7AE7-4D51-BF40-6464C40A1152}"/>
              </a:ext>
            </a:extLst>
          </p:cNvPr>
          <p:cNvSpPr>
            <a:spLocks noGrp="1"/>
          </p:cNvSpPr>
          <p:nvPr>
            <p:ph sz="quarter" idx="20" hasCustomPrompt="1"/>
          </p:nvPr>
        </p:nvSpPr>
        <p:spPr>
          <a:xfrm>
            <a:off x="6344516" y="3674313"/>
            <a:ext cx="5285232" cy="192024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7" name="Footnote">
            <a:extLst>
              <a:ext uri="{FF2B5EF4-FFF2-40B4-BE49-F238E27FC236}">
                <a16:creationId xmlns:a16="http://schemas.microsoft.com/office/drawing/2014/main" id="{B09D4A4B-356B-4A62-9288-4627B8B3C318}"/>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1281372971"/>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chemeClr val="accent5"/>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84C3E0C-55B5-4DE0-B5B2-69464524EA73}"/>
              </a:ext>
              <a:ext uri="{C183D7F6-B498-43B3-948B-1728B52AA6E4}">
                <adec:decorative xmlns:adec="http://schemas.microsoft.com/office/drawing/2017/decorative" val="0"/>
              </a:ext>
            </a:extLst>
          </p:cNvPr>
          <p:cNvSpPr/>
          <p:nvPr userDrawn="1"/>
        </p:nvSpPr>
        <p:spPr>
          <a:xfrm>
            <a:off x="1" y="1470455"/>
            <a:ext cx="12191999" cy="391709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91440" rtlCol="0" anchor="ctr"/>
          <a:lstStyle/>
          <a:p>
            <a:pPr algn="ctr"/>
            <a:r>
              <a:rPr lang="en-US" sz="14000" b="1">
                <a:solidFill>
                  <a:schemeClr val="tx1"/>
                </a:solidFill>
              </a:rPr>
              <a:t>TITLES</a:t>
            </a:r>
          </a:p>
        </p:txBody>
      </p:sp>
    </p:spTree>
    <p:extLst>
      <p:ext uri="{BB962C8B-B14F-4D97-AF65-F5344CB8AC3E}">
        <p14:creationId xmlns:p14="http://schemas.microsoft.com/office/powerpoint/2010/main" val="2220158152"/>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Title Image Bottom">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B1D9F-FE9B-4F62-9422-68C960A222D2}"/>
              </a:ext>
            </a:extLst>
          </p:cNvPr>
          <p:cNvSpPr>
            <a:spLocks noGrp="1"/>
          </p:cNvSpPr>
          <p:nvPr>
            <p:ph type="title" hasCustomPrompt="1"/>
          </p:nvPr>
        </p:nvSpPr>
        <p:spPr>
          <a:xfrm>
            <a:off x="566382" y="1289200"/>
            <a:ext cx="7114032" cy="1776729"/>
          </a:xfrm>
          <a:prstGeom prst="rect">
            <a:avLst/>
          </a:prstGeom>
        </p:spPr>
        <p:txBody>
          <a:bodyPr anchor="b">
            <a:normAutofit/>
          </a:bodyPr>
          <a:lstStyle>
            <a:lvl1pPr>
              <a:defRPr sz="4400" b="0"/>
            </a:lvl1pPr>
          </a:lstStyle>
          <a:p>
            <a:r>
              <a:rPr lang="en-US"/>
              <a:t>[Title max two lines, shrink to fit – must be at least 32pt]</a:t>
            </a:r>
          </a:p>
        </p:txBody>
      </p:sp>
      <p:sp>
        <p:nvSpPr>
          <p:cNvPr id="11" name="Text Placeholder 10">
            <a:extLst>
              <a:ext uri="{FF2B5EF4-FFF2-40B4-BE49-F238E27FC236}">
                <a16:creationId xmlns:a16="http://schemas.microsoft.com/office/drawing/2014/main" id="{8D2521EE-A926-423E-A2FE-B2B920A546B9}"/>
              </a:ext>
            </a:extLst>
          </p:cNvPr>
          <p:cNvSpPr>
            <a:spLocks noGrp="1"/>
          </p:cNvSpPr>
          <p:nvPr>
            <p:ph type="body" sz="quarter" idx="14" hasCustomPrompt="1"/>
          </p:nvPr>
        </p:nvSpPr>
        <p:spPr>
          <a:xfrm>
            <a:off x="558800" y="3163887"/>
            <a:ext cx="7114033" cy="311271"/>
          </a:xfrm>
          <a:prstGeom prst="rect">
            <a:avLst/>
          </a:prstGeom>
        </p:spPr>
        <p:txBody>
          <a:bodyPr>
            <a:noAutofit/>
          </a:bodyPr>
          <a:lstStyle>
            <a:lvl1pPr marL="0" indent="0">
              <a:buNone/>
              <a:defRPr sz="1800">
                <a:latin typeface="+mn-lt"/>
              </a:defRPr>
            </a:lvl1pPr>
            <a:lvl2pPr marL="0" indent="0">
              <a:buNone/>
              <a:defRPr/>
            </a:lvl2pPr>
            <a:lvl3pPr marL="0" indent="0">
              <a:buNone/>
              <a:defRPr/>
            </a:lvl3pPr>
            <a:lvl4pPr marL="0" indent="0">
              <a:buNone/>
              <a:defRPr/>
            </a:lvl4pPr>
            <a:lvl5pPr marL="0" indent="0">
              <a:buNone/>
              <a:defRPr/>
            </a:lvl5pPr>
          </a:lstStyle>
          <a:p>
            <a:pPr lvl="0"/>
            <a:r>
              <a:rPr lang="en-US"/>
              <a:t>[Subtitle max one line, shrink font size to fit – must be at least 14pt]</a:t>
            </a:r>
          </a:p>
        </p:txBody>
      </p:sp>
      <p:sp>
        <p:nvSpPr>
          <p:cNvPr id="16" name="Text Placeholder 15">
            <a:extLst>
              <a:ext uri="{FF2B5EF4-FFF2-40B4-BE49-F238E27FC236}">
                <a16:creationId xmlns:a16="http://schemas.microsoft.com/office/drawing/2014/main" id="{945494EC-E9A8-46D3-959D-EFC8E352899E}"/>
              </a:ext>
            </a:extLst>
          </p:cNvPr>
          <p:cNvSpPr>
            <a:spLocks noGrp="1"/>
          </p:cNvSpPr>
          <p:nvPr>
            <p:ph type="body" sz="quarter" idx="16" hasCustomPrompt="1"/>
          </p:nvPr>
        </p:nvSpPr>
        <p:spPr>
          <a:xfrm>
            <a:off x="8596672" y="1461937"/>
            <a:ext cx="3035808" cy="1603991"/>
          </a:xfrm>
          <a:prstGeom prst="rect">
            <a:avLst/>
          </a:prstGeom>
        </p:spPr>
        <p:txBody>
          <a:bodyPr anchor="b">
            <a:noAutofit/>
          </a:bodyPr>
          <a:lstStyle>
            <a:lvl1pPr marL="0" indent="0">
              <a:buNone/>
              <a:defRPr sz="1600"/>
            </a:lvl1pPr>
            <a:lvl2pPr marL="0" indent="0">
              <a:buNone/>
              <a:defRPr sz="1200"/>
            </a:lvl2pPr>
            <a:lvl3pPr marL="0" indent="0">
              <a:buNone/>
              <a:defRPr sz="1200"/>
            </a:lvl3pPr>
            <a:lvl4pPr marL="0" indent="0">
              <a:buNone/>
              <a:defRPr sz="1200"/>
            </a:lvl4pPr>
            <a:lvl5pPr marL="0" indent="0">
              <a:buNone/>
              <a:defRPr sz="1200"/>
            </a:lvl5pPr>
          </a:lstStyle>
          <a:p>
            <a:pPr lvl="0"/>
            <a:r>
              <a:rPr lang="en-US"/>
              <a:t>[Add Presenter name(s) / Department / Title]</a:t>
            </a:r>
          </a:p>
        </p:txBody>
      </p:sp>
      <p:sp>
        <p:nvSpPr>
          <p:cNvPr id="18" name="Text Placeholder 17">
            <a:extLst>
              <a:ext uri="{FF2B5EF4-FFF2-40B4-BE49-F238E27FC236}">
                <a16:creationId xmlns:a16="http://schemas.microsoft.com/office/drawing/2014/main" id="{2B20403D-A1B9-4FD9-A965-85BAD0B8C674}"/>
              </a:ext>
            </a:extLst>
          </p:cNvPr>
          <p:cNvSpPr>
            <a:spLocks noGrp="1"/>
          </p:cNvSpPr>
          <p:nvPr>
            <p:ph type="body" sz="quarter" idx="17" hasCustomPrompt="1"/>
          </p:nvPr>
        </p:nvSpPr>
        <p:spPr>
          <a:xfrm>
            <a:off x="8596672" y="3146702"/>
            <a:ext cx="3035808" cy="233318"/>
          </a:xfrm>
          <a:prstGeom prst="rect">
            <a:avLst/>
          </a:prstGeom>
        </p:spPr>
        <p:txBody>
          <a:bodyPr>
            <a:noAutofit/>
          </a:bodyPr>
          <a:lstStyle>
            <a:lvl1pPr marL="0" indent="0" algn="l">
              <a:buNone/>
              <a:defRPr sz="1200"/>
            </a:lvl1pPr>
            <a:lvl2pPr marL="0" indent="0">
              <a:buNone/>
              <a:defRPr/>
            </a:lvl2pPr>
            <a:lvl3pPr marL="0" indent="0">
              <a:buNone/>
              <a:defRPr/>
            </a:lvl3pPr>
            <a:lvl4pPr marL="0" indent="0">
              <a:buNone/>
              <a:defRPr/>
            </a:lvl4pPr>
            <a:lvl5pPr marL="0" indent="0">
              <a:buNone/>
              <a:defRPr/>
            </a:lvl5pPr>
          </a:lstStyle>
          <a:p>
            <a:pPr lvl="0"/>
            <a:r>
              <a:rPr lang="en-US"/>
              <a:t>[Month DD, 20YY]</a:t>
            </a:r>
          </a:p>
        </p:txBody>
      </p:sp>
      <p:sp>
        <p:nvSpPr>
          <p:cNvPr id="6" name="Picture Placeholder 5">
            <a:extLst>
              <a:ext uri="{FF2B5EF4-FFF2-40B4-BE49-F238E27FC236}">
                <a16:creationId xmlns:a16="http://schemas.microsoft.com/office/drawing/2014/main" id="{0FFE3BED-FEEE-4719-BC7E-F76E7FF8BA7E}"/>
              </a:ext>
            </a:extLst>
          </p:cNvPr>
          <p:cNvSpPr>
            <a:spLocks noGrp="1"/>
          </p:cNvSpPr>
          <p:nvPr>
            <p:ph type="pic" sz="quarter" idx="21" hasCustomPrompt="1"/>
          </p:nvPr>
        </p:nvSpPr>
        <p:spPr>
          <a:xfrm>
            <a:off x="0" y="3694113"/>
            <a:ext cx="12228513" cy="3163887"/>
          </a:xfrm>
          <a:prstGeom prst="rect">
            <a:avLst/>
          </a:prstGeom>
        </p:spPr>
        <p:txBody>
          <a:bodyPr lIns="548640" tIns="548640"/>
          <a:lstStyle>
            <a:lvl1pPr marL="0" indent="0">
              <a:buFontTx/>
              <a:buNone/>
              <a:defRPr/>
            </a:lvl1pPr>
          </a:lstStyle>
          <a:p>
            <a:r>
              <a:rPr lang="en-US"/>
              <a:t>Click icon to add picture, then send to back to display copyright info</a:t>
            </a:r>
          </a:p>
        </p:txBody>
      </p:sp>
      <p:sp>
        <p:nvSpPr>
          <p:cNvPr id="71" name="Rectangle 70">
            <a:extLst>
              <a:ext uri="{FF2B5EF4-FFF2-40B4-BE49-F238E27FC236}">
                <a16:creationId xmlns:a16="http://schemas.microsoft.com/office/drawing/2014/main" id="{10E65810-F0E8-45BE-885C-C4B416AFE65D}"/>
              </a:ext>
            </a:extLst>
          </p:cNvPr>
          <p:cNvSpPr/>
          <p:nvPr userDrawn="1"/>
        </p:nvSpPr>
        <p:spPr>
          <a:xfrm>
            <a:off x="5645682" y="6467927"/>
            <a:ext cx="5986798" cy="307777"/>
          </a:xfrm>
          <a:prstGeom prst="rect">
            <a:avLst/>
          </a:prstGeom>
        </p:spPr>
        <p:txBody>
          <a:bodyPr wrap="square" anchor="b">
            <a:spAutoFit/>
          </a:bodyPr>
          <a:lstStyle/>
          <a:p>
            <a:pPr algn="r"/>
            <a:r>
              <a:rPr lang="en-US" sz="700" dirty="0">
                <a:latin typeface="+mn-lt"/>
              </a:rPr>
              <a:t>© 2026 S&amp;P Global.</a:t>
            </a:r>
            <a:br>
              <a:rPr lang="en-US" sz="700" dirty="0">
                <a:latin typeface="+mn-lt"/>
              </a:rPr>
            </a:br>
            <a:r>
              <a:rPr lang="en-US" sz="700" dirty="0">
                <a:latin typeface="+mn-lt"/>
              </a:rPr>
              <a:t>Permission to reprint or distribute any content from this presentation requires the prior written approval of S&amp;P Global.</a:t>
            </a:r>
          </a:p>
        </p:txBody>
      </p:sp>
      <p:pic>
        <p:nvPicPr>
          <p:cNvPr id="100" name="Image 0" descr="https://snp-mediaportal.qbank.se/assets/deployedFiles/fd6ac17e8cb753e1865b09a3b5a17939.png"/>
          <p:cNvPicPr>
            <a:picLocks noChangeAspect="1"/>
          </p:cNvPicPr>
          <p:nvPr/>
        </p:nvPicPr>
        <p:blipFill>
          <a:blip r:embed="rId1"/>
          <a:stretch>
            <a:fillRect/>
          </a:stretch>
        </p:blipFill>
        <p:spPr>
          <a:xfrm>
            <a:off x="374904" y="173736"/>
            <a:ext cx="2724912" cy="960120"/>
          </a:xfrm>
          <a:prstGeom prst="rect">
            <a:avLst/>
          </a:prstGeom>
        </p:spPr>
      </p:pic>
    </p:spTree>
    <p:extLst>
      <p:ext uri="{BB962C8B-B14F-4D97-AF65-F5344CB8AC3E}">
        <p14:creationId xmlns:p14="http://schemas.microsoft.com/office/powerpoint/2010/main" val="1121501008"/>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CERA_Title Image Bottom">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B1D9F-FE9B-4F62-9422-68C960A222D2}"/>
              </a:ext>
            </a:extLst>
          </p:cNvPr>
          <p:cNvSpPr>
            <a:spLocks noGrp="1"/>
          </p:cNvSpPr>
          <p:nvPr>
            <p:ph type="title" hasCustomPrompt="1"/>
          </p:nvPr>
        </p:nvSpPr>
        <p:spPr>
          <a:xfrm>
            <a:off x="566382" y="1461937"/>
            <a:ext cx="7114032" cy="1603992"/>
          </a:xfrm>
          <a:prstGeom prst="rect">
            <a:avLst/>
          </a:prstGeom>
        </p:spPr>
        <p:txBody>
          <a:bodyPr anchor="b">
            <a:normAutofit/>
          </a:bodyPr>
          <a:lstStyle>
            <a:lvl1pPr>
              <a:defRPr sz="4400" b="0"/>
            </a:lvl1pPr>
          </a:lstStyle>
          <a:p>
            <a:r>
              <a:rPr lang="en-US"/>
              <a:t>[Title max two lines, shrink to fit – must be at least 32pt]</a:t>
            </a:r>
          </a:p>
        </p:txBody>
      </p:sp>
      <p:sp>
        <p:nvSpPr>
          <p:cNvPr id="11" name="Text Placeholder 10">
            <a:extLst>
              <a:ext uri="{FF2B5EF4-FFF2-40B4-BE49-F238E27FC236}">
                <a16:creationId xmlns:a16="http://schemas.microsoft.com/office/drawing/2014/main" id="{8D2521EE-A926-423E-A2FE-B2B920A546B9}"/>
              </a:ext>
            </a:extLst>
          </p:cNvPr>
          <p:cNvSpPr>
            <a:spLocks noGrp="1"/>
          </p:cNvSpPr>
          <p:nvPr>
            <p:ph type="body" sz="quarter" idx="14" hasCustomPrompt="1"/>
          </p:nvPr>
        </p:nvSpPr>
        <p:spPr>
          <a:xfrm>
            <a:off x="558800" y="3163887"/>
            <a:ext cx="7114033" cy="311271"/>
          </a:xfrm>
          <a:prstGeom prst="rect">
            <a:avLst/>
          </a:prstGeom>
        </p:spPr>
        <p:txBody>
          <a:bodyPr>
            <a:noAutofit/>
          </a:bodyPr>
          <a:lstStyle>
            <a:lvl1pPr marL="0" indent="0">
              <a:buNone/>
              <a:defRPr sz="1800">
                <a:latin typeface="+mn-lt"/>
              </a:defRPr>
            </a:lvl1pPr>
            <a:lvl2pPr marL="0" indent="0">
              <a:buNone/>
              <a:defRPr/>
            </a:lvl2pPr>
            <a:lvl3pPr marL="0" indent="0">
              <a:buNone/>
              <a:defRPr/>
            </a:lvl3pPr>
            <a:lvl4pPr marL="0" indent="0">
              <a:buNone/>
              <a:defRPr/>
            </a:lvl4pPr>
            <a:lvl5pPr marL="0" indent="0">
              <a:buNone/>
              <a:defRPr/>
            </a:lvl5pPr>
          </a:lstStyle>
          <a:p>
            <a:pPr lvl="0"/>
            <a:r>
              <a:rPr lang="en-US"/>
              <a:t>[Subtitle max one line, shrink font size to fit – must be at least 14pt]</a:t>
            </a:r>
          </a:p>
        </p:txBody>
      </p:sp>
      <p:sp>
        <p:nvSpPr>
          <p:cNvPr id="16" name="Text Placeholder 15">
            <a:extLst>
              <a:ext uri="{FF2B5EF4-FFF2-40B4-BE49-F238E27FC236}">
                <a16:creationId xmlns:a16="http://schemas.microsoft.com/office/drawing/2014/main" id="{945494EC-E9A8-46D3-959D-EFC8E352899E}"/>
              </a:ext>
            </a:extLst>
          </p:cNvPr>
          <p:cNvSpPr>
            <a:spLocks noGrp="1"/>
          </p:cNvSpPr>
          <p:nvPr>
            <p:ph type="body" sz="quarter" idx="16" hasCustomPrompt="1"/>
          </p:nvPr>
        </p:nvSpPr>
        <p:spPr>
          <a:xfrm>
            <a:off x="8596672" y="1461937"/>
            <a:ext cx="3035808" cy="1603991"/>
          </a:xfrm>
          <a:prstGeom prst="rect">
            <a:avLst/>
          </a:prstGeom>
        </p:spPr>
        <p:txBody>
          <a:bodyPr anchor="b">
            <a:noAutofit/>
          </a:bodyPr>
          <a:lstStyle>
            <a:lvl1pPr marL="0" indent="0">
              <a:buNone/>
              <a:defRPr sz="1600"/>
            </a:lvl1pPr>
            <a:lvl2pPr marL="0" indent="0">
              <a:buNone/>
              <a:defRPr sz="1200"/>
            </a:lvl2pPr>
            <a:lvl3pPr marL="0" indent="0">
              <a:buNone/>
              <a:defRPr sz="1200"/>
            </a:lvl3pPr>
            <a:lvl4pPr marL="0" indent="0">
              <a:buNone/>
              <a:defRPr sz="1200"/>
            </a:lvl4pPr>
            <a:lvl5pPr marL="0" indent="0">
              <a:buNone/>
              <a:defRPr sz="1200"/>
            </a:lvl5pPr>
          </a:lstStyle>
          <a:p>
            <a:pPr lvl="0"/>
            <a:r>
              <a:rPr lang="en-US"/>
              <a:t>[Add Presenter name(s) / Department / Title]</a:t>
            </a:r>
          </a:p>
        </p:txBody>
      </p:sp>
      <p:sp>
        <p:nvSpPr>
          <p:cNvPr id="18" name="Text Placeholder 17">
            <a:extLst>
              <a:ext uri="{FF2B5EF4-FFF2-40B4-BE49-F238E27FC236}">
                <a16:creationId xmlns:a16="http://schemas.microsoft.com/office/drawing/2014/main" id="{2B20403D-A1B9-4FD9-A965-85BAD0B8C674}"/>
              </a:ext>
            </a:extLst>
          </p:cNvPr>
          <p:cNvSpPr>
            <a:spLocks noGrp="1"/>
          </p:cNvSpPr>
          <p:nvPr>
            <p:ph type="body" sz="quarter" idx="17" hasCustomPrompt="1"/>
          </p:nvPr>
        </p:nvSpPr>
        <p:spPr>
          <a:xfrm>
            <a:off x="8596672" y="3146702"/>
            <a:ext cx="3035808" cy="233318"/>
          </a:xfrm>
          <a:prstGeom prst="rect">
            <a:avLst/>
          </a:prstGeom>
        </p:spPr>
        <p:txBody>
          <a:bodyPr>
            <a:noAutofit/>
          </a:bodyPr>
          <a:lstStyle>
            <a:lvl1pPr marL="0" indent="0" algn="l">
              <a:buNone/>
              <a:defRPr sz="1200"/>
            </a:lvl1pPr>
            <a:lvl2pPr marL="0" indent="0">
              <a:buNone/>
              <a:defRPr/>
            </a:lvl2pPr>
            <a:lvl3pPr marL="0" indent="0">
              <a:buNone/>
              <a:defRPr/>
            </a:lvl3pPr>
            <a:lvl4pPr marL="0" indent="0">
              <a:buNone/>
              <a:defRPr/>
            </a:lvl4pPr>
            <a:lvl5pPr marL="0" indent="0">
              <a:buNone/>
              <a:defRPr/>
            </a:lvl5pPr>
          </a:lstStyle>
          <a:p>
            <a:pPr lvl="0"/>
            <a:r>
              <a:rPr lang="en-US"/>
              <a:t>[Month DD, 20YY]</a:t>
            </a:r>
          </a:p>
        </p:txBody>
      </p:sp>
      <p:sp>
        <p:nvSpPr>
          <p:cNvPr id="6" name="Picture Placeholder 5">
            <a:extLst>
              <a:ext uri="{FF2B5EF4-FFF2-40B4-BE49-F238E27FC236}">
                <a16:creationId xmlns:a16="http://schemas.microsoft.com/office/drawing/2014/main" id="{0FFE3BED-FEEE-4719-BC7E-F76E7FF8BA7E}"/>
              </a:ext>
            </a:extLst>
          </p:cNvPr>
          <p:cNvSpPr>
            <a:spLocks noGrp="1"/>
          </p:cNvSpPr>
          <p:nvPr>
            <p:ph type="pic" sz="quarter" idx="21" hasCustomPrompt="1"/>
          </p:nvPr>
        </p:nvSpPr>
        <p:spPr>
          <a:xfrm>
            <a:off x="0" y="3694113"/>
            <a:ext cx="12228513" cy="3163887"/>
          </a:xfrm>
          <a:prstGeom prst="rect">
            <a:avLst/>
          </a:prstGeom>
        </p:spPr>
        <p:txBody>
          <a:bodyPr lIns="548640" tIns="548640"/>
          <a:lstStyle>
            <a:lvl1pPr marL="0" indent="0">
              <a:buFontTx/>
              <a:buNone/>
              <a:defRPr/>
            </a:lvl1pPr>
          </a:lstStyle>
          <a:p>
            <a:r>
              <a:rPr lang="en-US"/>
              <a:t>Click icon to add picture, then send to back to display copyright info</a:t>
            </a:r>
          </a:p>
        </p:txBody>
      </p:sp>
      <p:sp>
        <p:nvSpPr>
          <p:cNvPr id="71" name="Rectangle 70">
            <a:extLst>
              <a:ext uri="{FF2B5EF4-FFF2-40B4-BE49-F238E27FC236}">
                <a16:creationId xmlns:a16="http://schemas.microsoft.com/office/drawing/2014/main" id="{10E65810-F0E8-45BE-885C-C4B416AFE65D}"/>
              </a:ext>
            </a:extLst>
          </p:cNvPr>
          <p:cNvSpPr/>
          <p:nvPr userDrawn="1"/>
        </p:nvSpPr>
        <p:spPr>
          <a:xfrm>
            <a:off x="5645682" y="6467927"/>
            <a:ext cx="5986798" cy="307777"/>
          </a:xfrm>
          <a:prstGeom prst="rect">
            <a:avLst/>
          </a:prstGeom>
        </p:spPr>
        <p:txBody>
          <a:bodyPr wrap="square" anchor="b">
            <a:spAutoFit/>
          </a:bodyPr>
          <a:lstStyle/>
          <a:p>
            <a:pPr algn="r"/>
            <a:r>
              <a:rPr lang="en-US" sz="700" dirty="0">
                <a:latin typeface="+mn-lt"/>
              </a:rPr>
              <a:t>© 2026 S&amp;P Global.</a:t>
            </a:r>
            <a:br>
              <a:rPr lang="en-US" sz="700" dirty="0">
                <a:latin typeface="+mn-lt"/>
              </a:rPr>
            </a:br>
            <a:r>
              <a:rPr lang="en-US" sz="700" dirty="0">
                <a:latin typeface="+mn-lt"/>
              </a:rPr>
              <a:t>Permission to reprint or distribute any content from this presentation requires the prior written approval of S&amp;P Global.</a:t>
            </a:r>
          </a:p>
        </p:txBody>
      </p:sp>
    </p:spTree>
    <p:extLst>
      <p:ext uri="{BB962C8B-B14F-4D97-AF65-F5344CB8AC3E}">
        <p14:creationId xmlns:p14="http://schemas.microsoft.com/office/powerpoint/2010/main" val="4081741210"/>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Horizons_Title Image Bottom">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B1D9F-FE9B-4F62-9422-68C960A222D2}"/>
              </a:ext>
            </a:extLst>
          </p:cNvPr>
          <p:cNvSpPr>
            <a:spLocks noGrp="1"/>
          </p:cNvSpPr>
          <p:nvPr>
            <p:ph type="title" hasCustomPrompt="1"/>
          </p:nvPr>
        </p:nvSpPr>
        <p:spPr>
          <a:xfrm>
            <a:off x="566382" y="1461937"/>
            <a:ext cx="7114032" cy="1603992"/>
          </a:xfrm>
          <a:prstGeom prst="rect">
            <a:avLst/>
          </a:prstGeom>
        </p:spPr>
        <p:txBody>
          <a:bodyPr anchor="b">
            <a:normAutofit/>
          </a:bodyPr>
          <a:lstStyle>
            <a:lvl1pPr>
              <a:defRPr sz="4400" b="0"/>
            </a:lvl1pPr>
          </a:lstStyle>
          <a:p>
            <a:r>
              <a:rPr lang="en-US"/>
              <a:t>[Title max two lines, shrink to fit – must be at least 32pt]</a:t>
            </a:r>
          </a:p>
        </p:txBody>
      </p:sp>
      <p:sp>
        <p:nvSpPr>
          <p:cNvPr id="11" name="Text Placeholder 10">
            <a:extLst>
              <a:ext uri="{FF2B5EF4-FFF2-40B4-BE49-F238E27FC236}">
                <a16:creationId xmlns:a16="http://schemas.microsoft.com/office/drawing/2014/main" id="{8D2521EE-A926-423E-A2FE-B2B920A546B9}"/>
              </a:ext>
            </a:extLst>
          </p:cNvPr>
          <p:cNvSpPr>
            <a:spLocks noGrp="1"/>
          </p:cNvSpPr>
          <p:nvPr>
            <p:ph type="body" sz="quarter" idx="14" hasCustomPrompt="1"/>
          </p:nvPr>
        </p:nvSpPr>
        <p:spPr>
          <a:xfrm>
            <a:off x="558800" y="3163887"/>
            <a:ext cx="7114033" cy="311271"/>
          </a:xfrm>
          <a:prstGeom prst="rect">
            <a:avLst/>
          </a:prstGeom>
        </p:spPr>
        <p:txBody>
          <a:bodyPr>
            <a:noAutofit/>
          </a:bodyPr>
          <a:lstStyle>
            <a:lvl1pPr marL="0" indent="0">
              <a:buNone/>
              <a:defRPr sz="1800">
                <a:latin typeface="+mn-lt"/>
              </a:defRPr>
            </a:lvl1pPr>
            <a:lvl2pPr marL="0" indent="0">
              <a:buNone/>
              <a:defRPr/>
            </a:lvl2pPr>
            <a:lvl3pPr marL="0" indent="0">
              <a:buNone/>
              <a:defRPr/>
            </a:lvl3pPr>
            <a:lvl4pPr marL="0" indent="0">
              <a:buNone/>
              <a:defRPr/>
            </a:lvl4pPr>
            <a:lvl5pPr marL="0" indent="0">
              <a:buNone/>
              <a:defRPr/>
            </a:lvl5pPr>
          </a:lstStyle>
          <a:p>
            <a:pPr lvl="0"/>
            <a:r>
              <a:rPr lang="en-US"/>
              <a:t>[Subtitle max one line, shrink font size to fit – must be at least 14pt]</a:t>
            </a:r>
          </a:p>
        </p:txBody>
      </p:sp>
      <p:sp>
        <p:nvSpPr>
          <p:cNvPr id="16" name="Text Placeholder 15">
            <a:extLst>
              <a:ext uri="{FF2B5EF4-FFF2-40B4-BE49-F238E27FC236}">
                <a16:creationId xmlns:a16="http://schemas.microsoft.com/office/drawing/2014/main" id="{945494EC-E9A8-46D3-959D-EFC8E352899E}"/>
              </a:ext>
            </a:extLst>
          </p:cNvPr>
          <p:cNvSpPr>
            <a:spLocks noGrp="1"/>
          </p:cNvSpPr>
          <p:nvPr>
            <p:ph type="body" sz="quarter" idx="16" hasCustomPrompt="1"/>
          </p:nvPr>
        </p:nvSpPr>
        <p:spPr>
          <a:xfrm>
            <a:off x="8596672" y="1461937"/>
            <a:ext cx="3035808" cy="1603991"/>
          </a:xfrm>
          <a:prstGeom prst="rect">
            <a:avLst/>
          </a:prstGeom>
        </p:spPr>
        <p:txBody>
          <a:bodyPr anchor="b">
            <a:noAutofit/>
          </a:bodyPr>
          <a:lstStyle>
            <a:lvl1pPr marL="0" indent="0">
              <a:buNone/>
              <a:defRPr sz="1600"/>
            </a:lvl1pPr>
            <a:lvl2pPr marL="0" indent="0">
              <a:buNone/>
              <a:defRPr sz="1200"/>
            </a:lvl2pPr>
            <a:lvl3pPr marL="0" indent="0">
              <a:buNone/>
              <a:defRPr sz="1200"/>
            </a:lvl3pPr>
            <a:lvl4pPr marL="0" indent="0">
              <a:buNone/>
              <a:defRPr sz="1200"/>
            </a:lvl4pPr>
            <a:lvl5pPr marL="0" indent="0">
              <a:buNone/>
              <a:defRPr sz="1200"/>
            </a:lvl5pPr>
          </a:lstStyle>
          <a:p>
            <a:pPr lvl="0"/>
            <a:r>
              <a:rPr lang="en-US"/>
              <a:t>[Add Presenter name(s) / Department / Title]</a:t>
            </a:r>
          </a:p>
        </p:txBody>
      </p:sp>
      <p:sp>
        <p:nvSpPr>
          <p:cNvPr id="18" name="Text Placeholder 17">
            <a:extLst>
              <a:ext uri="{FF2B5EF4-FFF2-40B4-BE49-F238E27FC236}">
                <a16:creationId xmlns:a16="http://schemas.microsoft.com/office/drawing/2014/main" id="{2B20403D-A1B9-4FD9-A965-85BAD0B8C674}"/>
              </a:ext>
            </a:extLst>
          </p:cNvPr>
          <p:cNvSpPr>
            <a:spLocks noGrp="1"/>
          </p:cNvSpPr>
          <p:nvPr>
            <p:ph type="body" sz="quarter" idx="17" hasCustomPrompt="1"/>
          </p:nvPr>
        </p:nvSpPr>
        <p:spPr>
          <a:xfrm>
            <a:off x="8596672" y="3146702"/>
            <a:ext cx="3035808" cy="233318"/>
          </a:xfrm>
          <a:prstGeom prst="rect">
            <a:avLst/>
          </a:prstGeom>
        </p:spPr>
        <p:txBody>
          <a:bodyPr>
            <a:noAutofit/>
          </a:bodyPr>
          <a:lstStyle>
            <a:lvl1pPr marL="0" indent="0" algn="l">
              <a:buNone/>
              <a:defRPr sz="1200"/>
            </a:lvl1pPr>
            <a:lvl2pPr marL="0" indent="0">
              <a:buNone/>
              <a:defRPr/>
            </a:lvl2pPr>
            <a:lvl3pPr marL="0" indent="0">
              <a:buNone/>
              <a:defRPr/>
            </a:lvl3pPr>
            <a:lvl4pPr marL="0" indent="0">
              <a:buNone/>
              <a:defRPr/>
            </a:lvl4pPr>
            <a:lvl5pPr marL="0" indent="0">
              <a:buNone/>
              <a:defRPr/>
            </a:lvl5pPr>
          </a:lstStyle>
          <a:p>
            <a:pPr lvl="0"/>
            <a:r>
              <a:rPr lang="en-US"/>
              <a:t>[Month DD, 20YY]</a:t>
            </a:r>
          </a:p>
        </p:txBody>
      </p:sp>
      <p:sp>
        <p:nvSpPr>
          <p:cNvPr id="6" name="Picture Placeholder 5">
            <a:extLst>
              <a:ext uri="{FF2B5EF4-FFF2-40B4-BE49-F238E27FC236}">
                <a16:creationId xmlns:a16="http://schemas.microsoft.com/office/drawing/2014/main" id="{0FFE3BED-FEEE-4719-BC7E-F76E7FF8BA7E}"/>
              </a:ext>
            </a:extLst>
          </p:cNvPr>
          <p:cNvSpPr>
            <a:spLocks noGrp="1"/>
          </p:cNvSpPr>
          <p:nvPr>
            <p:ph type="pic" sz="quarter" idx="21" hasCustomPrompt="1"/>
          </p:nvPr>
        </p:nvSpPr>
        <p:spPr>
          <a:xfrm>
            <a:off x="0" y="3694113"/>
            <a:ext cx="12228513" cy="3163887"/>
          </a:xfrm>
          <a:prstGeom prst="rect">
            <a:avLst/>
          </a:prstGeom>
        </p:spPr>
        <p:txBody>
          <a:bodyPr lIns="548640" tIns="548640"/>
          <a:lstStyle>
            <a:lvl1pPr marL="0" indent="0">
              <a:buFontTx/>
              <a:buNone/>
              <a:defRPr/>
            </a:lvl1pPr>
          </a:lstStyle>
          <a:p>
            <a:r>
              <a:rPr lang="en-US"/>
              <a:t>Click icon to add picture, then send to back to display copyright info</a:t>
            </a:r>
          </a:p>
        </p:txBody>
      </p:sp>
      <p:sp>
        <p:nvSpPr>
          <p:cNvPr id="71" name="Rectangle 70">
            <a:extLst>
              <a:ext uri="{FF2B5EF4-FFF2-40B4-BE49-F238E27FC236}">
                <a16:creationId xmlns:a16="http://schemas.microsoft.com/office/drawing/2014/main" id="{10E65810-F0E8-45BE-885C-C4B416AFE65D}"/>
              </a:ext>
            </a:extLst>
          </p:cNvPr>
          <p:cNvSpPr/>
          <p:nvPr userDrawn="1"/>
        </p:nvSpPr>
        <p:spPr>
          <a:xfrm>
            <a:off x="5645682" y="6467927"/>
            <a:ext cx="5986798" cy="307777"/>
          </a:xfrm>
          <a:prstGeom prst="rect">
            <a:avLst/>
          </a:prstGeom>
        </p:spPr>
        <p:txBody>
          <a:bodyPr wrap="square" anchor="b">
            <a:spAutoFit/>
          </a:bodyPr>
          <a:lstStyle/>
          <a:p>
            <a:pPr algn="r"/>
            <a:r>
              <a:rPr lang="en-US" sz="700" dirty="0">
                <a:latin typeface="+mn-lt"/>
              </a:rPr>
              <a:t>© 2026 S&amp;P Global.</a:t>
            </a:r>
            <a:br>
              <a:rPr lang="en-US" sz="700" dirty="0">
                <a:latin typeface="+mn-lt"/>
              </a:rPr>
            </a:br>
            <a:r>
              <a:rPr lang="en-US" sz="700" dirty="0">
                <a:latin typeface="+mn-lt"/>
              </a:rPr>
              <a:t>Permission to reprint or distribute any content from this presentation requires the prior written approval of S&amp;P Global.</a:t>
            </a:r>
          </a:p>
        </p:txBody>
      </p:sp>
    </p:spTree>
    <p:extLst>
      <p:ext uri="{BB962C8B-B14F-4D97-AF65-F5344CB8AC3E}">
        <p14:creationId xmlns:p14="http://schemas.microsoft.com/office/powerpoint/2010/main" val="3140661654"/>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Platts_Title Image Bottom">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B1D9F-FE9B-4F62-9422-68C960A222D2}"/>
              </a:ext>
            </a:extLst>
          </p:cNvPr>
          <p:cNvSpPr>
            <a:spLocks noGrp="1"/>
          </p:cNvSpPr>
          <p:nvPr>
            <p:ph type="title" hasCustomPrompt="1"/>
          </p:nvPr>
        </p:nvSpPr>
        <p:spPr>
          <a:xfrm>
            <a:off x="566382" y="1461937"/>
            <a:ext cx="7114032" cy="1603992"/>
          </a:xfrm>
          <a:prstGeom prst="rect">
            <a:avLst/>
          </a:prstGeom>
        </p:spPr>
        <p:txBody>
          <a:bodyPr anchor="b">
            <a:normAutofit/>
          </a:bodyPr>
          <a:lstStyle>
            <a:lvl1pPr>
              <a:defRPr sz="4400" b="0"/>
            </a:lvl1pPr>
          </a:lstStyle>
          <a:p>
            <a:r>
              <a:rPr lang="en-US"/>
              <a:t>[Title max two lines, shrink to fit – must be at least 32pt]</a:t>
            </a:r>
          </a:p>
        </p:txBody>
      </p:sp>
      <p:sp>
        <p:nvSpPr>
          <p:cNvPr id="11" name="Text Placeholder 10">
            <a:extLst>
              <a:ext uri="{FF2B5EF4-FFF2-40B4-BE49-F238E27FC236}">
                <a16:creationId xmlns:a16="http://schemas.microsoft.com/office/drawing/2014/main" id="{8D2521EE-A926-423E-A2FE-B2B920A546B9}"/>
              </a:ext>
            </a:extLst>
          </p:cNvPr>
          <p:cNvSpPr>
            <a:spLocks noGrp="1"/>
          </p:cNvSpPr>
          <p:nvPr>
            <p:ph type="body" sz="quarter" idx="14" hasCustomPrompt="1"/>
          </p:nvPr>
        </p:nvSpPr>
        <p:spPr>
          <a:xfrm>
            <a:off x="558800" y="3163887"/>
            <a:ext cx="7114033" cy="311271"/>
          </a:xfrm>
          <a:prstGeom prst="rect">
            <a:avLst/>
          </a:prstGeom>
        </p:spPr>
        <p:txBody>
          <a:bodyPr>
            <a:noAutofit/>
          </a:bodyPr>
          <a:lstStyle>
            <a:lvl1pPr marL="0" indent="0">
              <a:buNone/>
              <a:defRPr sz="1800">
                <a:latin typeface="+mn-lt"/>
              </a:defRPr>
            </a:lvl1pPr>
            <a:lvl2pPr marL="0" indent="0">
              <a:buNone/>
              <a:defRPr/>
            </a:lvl2pPr>
            <a:lvl3pPr marL="0" indent="0">
              <a:buNone/>
              <a:defRPr/>
            </a:lvl3pPr>
            <a:lvl4pPr marL="0" indent="0">
              <a:buNone/>
              <a:defRPr/>
            </a:lvl4pPr>
            <a:lvl5pPr marL="0" indent="0">
              <a:buNone/>
              <a:defRPr/>
            </a:lvl5pPr>
          </a:lstStyle>
          <a:p>
            <a:pPr lvl="0"/>
            <a:r>
              <a:rPr lang="en-US"/>
              <a:t>[Subtitle max one line, shrink font size to fit – must be at least 14pt]</a:t>
            </a:r>
          </a:p>
        </p:txBody>
      </p:sp>
      <p:sp>
        <p:nvSpPr>
          <p:cNvPr id="16" name="Text Placeholder 15">
            <a:extLst>
              <a:ext uri="{FF2B5EF4-FFF2-40B4-BE49-F238E27FC236}">
                <a16:creationId xmlns:a16="http://schemas.microsoft.com/office/drawing/2014/main" id="{945494EC-E9A8-46D3-959D-EFC8E352899E}"/>
              </a:ext>
            </a:extLst>
          </p:cNvPr>
          <p:cNvSpPr>
            <a:spLocks noGrp="1"/>
          </p:cNvSpPr>
          <p:nvPr>
            <p:ph type="body" sz="quarter" idx="16" hasCustomPrompt="1"/>
          </p:nvPr>
        </p:nvSpPr>
        <p:spPr>
          <a:xfrm>
            <a:off x="8596672" y="1461937"/>
            <a:ext cx="3035808" cy="1603991"/>
          </a:xfrm>
          <a:prstGeom prst="rect">
            <a:avLst/>
          </a:prstGeom>
        </p:spPr>
        <p:txBody>
          <a:bodyPr anchor="b">
            <a:noAutofit/>
          </a:bodyPr>
          <a:lstStyle>
            <a:lvl1pPr marL="0" indent="0">
              <a:buNone/>
              <a:defRPr sz="1600"/>
            </a:lvl1pPr>
            <a:lvl2pPr marL="0" indent="0">
              <a:buNone/>
              <a:defRPr sz="1200"/>
            </a:lvl2pPr>
            <a:lvl3pPr marL="0" indent="0">
              <a:buNone/>
              <a:defRPr sz="1200"/>
            </a:lvl3pPr>
            <a:lvl4pPr marL="0" indent="0">
              <a:buNone/>
              <a:defRPr sz="1200"/>
            </a:lvl4pPr>
            <a:lvl5pPr marL="0" indent="0">
              <a:buNone/>
              <a:defRPr sz="1200"/>
            </a:lvl5pPr>
          </a:lstStyle>
          <a:p>
            <a:pPr lvl="0"/>
            <a:r>
              <a:rPr lang="en-US"/>
              <a:t>[Add Presenter name(s) / Department / Title]</a:t>
            </a:r>
          </a:p>
        </p:txBody>
      </p:sp>
      <p:sp>
        <p:nvSpPr>
          <p:cNvPr id="18" name="Text Placeholder 17">
            <a:extLst>
              <a:ext uri="{FF2B5EF4-FFF2-40B4-BE49-F238E27FC236}">
                <a16:creationId xmlns:a16="http://schemas.microsoft.com/office/drawing/2014/main" id="{2B20403D-A1B9-4FD9-A965-85BAD0B8C674}"/>
              </a:ext>
            </a:extLst>
          </p:cNvPr>
          <p:cNvSpPr>
            <a:spLocks noGrp="1"/>
          </p:cNvSpPr>
          <p:nvPr>
            <p:ph type="body" sz="quarter" idx="17" hasCustomPrompt="1"/>
          </p:nvPr>
        </p:nvSpPr>
        <p:spPr>
          <a:xfrm>
            <a:off x="8596672" y="3146702"/>
            <a:ext cx="3035808" cy="233318"/>
          </a:xfrm>
          <a:prstGeom prst="rect">
            <a:avLst/>
          </a:prstGeom>
        </p:spPr>
        <p:txBody>
          <a:bodyPr>
            <a:noAutofit/>
          </a:bodyPr>
          <a:lstStyle>
            <a:lvl1pPr marL="0" indent="0" algn="l">
              <a:buNone/>
              <a:defRPr sz="1200"/>
            </a:lvl1pPr>
            <a:lvl2pPr marL="0" indent="0">
              <a:buNone/>
              <a:defRPr/>
            </a:lvl2pPr>
            <a:lvl3pPr marL="0" indent="0">
              <a:buNone/>
              <a:defRPr/>
            </a:lvl3pPr>
            <a:lvl4pPr marL="0" indent="0">
              <a:buNone/>
              <a:defRPr/>
            </a:lvl4pPr>
            <a:lvl5pPr marL="0" indent="0">
              <a:buNone/>
              <a:defRPr/>
            </a:lvl5pPr>
          </a:lstStyle>
          <a:p>
            <a:pPr lvl="0"/>
            <a:r>
              <a:rPr lang="en-US"/>
              <a:t>[Month DD, 20YY]</a:t>
            </a:r>
          </a:p>
        </p:txBody>
      </p:sp>
      <p:sp>
        <p:nvSpPr>
          <p:cNvPr id="6" name="Picture Placeholder 5">
            <a:extLst>
              <a:ext uri="{FF2B5EF4-FFF2-40B4-BE49-F238E27FC236}">
                <a16:creationId xmlns:a16="http://schemas.microsoft.com/office/drawing/2014/main" id="{0FFE3BED-FEEE-4719-BC7E-F76E7FF8BA7E}"/>
              </a:ext>
            </a:extLst>
          </p:cNvPr>
          <p:cNvSpPr>
            <a:spLocks noGrp="1"/>
          </p:cNvSpPr>
          <p:nvPr>
            <p:ph type="pic" sz="quarter" idx="21" hasCustomPrompt="1"/>
          </p:nvPr>
        </p:nvSpPr>
        <p:spPr>
          <a:xfrm>
            <a:off x="0" y="3694113"/>
            <a:ext cx="12228513" cy="3163887"/>
          </a:xfrm>
          <a:prstGeom prst="rect">
            <a:avLst/>
          </a:prstGeom>
        </p:spPr>
        <p:txBody>
          <a:bodyPr lIns="548640" tIns="548640"/>
          <a:lstStyle>
            <a:lvl1pPr marL="0" indent="0">
              <a:buFontTx/>
              <a:buNone/>
              <a:defRPr/>
            </a:lvl1pPr>
          </a:lstStyle>
          <a:p>
            <a:r>
              <a:rPr lang="en-US"/>
              <a:t>Click icon to add picture, then send to back to display copyright info</a:t>
            </a:r>
          </a:p>
        </p:txBody>
      </p:sp>
      <p:sp>
        <p:nvSpPr>
          <p:cNvPr id="71" name="Rectangle 70">
            <a:extLst>
              <a:ext uri="{FF2B5EF4-FFF2-40B4-BE49-F238E27FC236}">
                <a16:creationId xmlns:a16="http://schemas.microsoft.com/office/drawing/2014/main" id="{10E65810-F0E8-45BE-885C-C4B416AFE65D}"/>
              </a:ext>
            </a:extLst>
          </p:cNvPr>
          <p:cNvSpPr/>
          <p:nvPr userDrawn="1"/>
        </p:nvSpPr>
        <p:spPr>
          <a:xfrm>
            <a:off x="5645682" y="6467927"/>
            <a:ext cx="5986798" cy="307777"/>
          </a:xfrm>
          <a:prstGeom prst="rect">
            <a:avLst/>
          </a:prstGeom>
        </p:spPr>
        <p:txBody>
          <a:bodyPr wrap="square" anchor="b">
            <a:spAutoFit/>
          </a:bodyPr>
          <a:lstStyle/>
          <a:p>
            <a:pPr algn="r"/>
            <a:r>
              <a:rPr lang="en-US" sz="700" dirty="0">
                <a:latin typeface="+mn-lt"/>
              </a:rPr>
              <a:t>© 2026 S&amp;P Global.</a:t>
            </a:r>
            <a:br>
              <a:rPr lang="en-US" sz="700" dirty="0">
                <a:latin typeface="+mn-lt"/>
              </a:rPr>
            </a:br>
            <a:r>
              <a:rPr lang="en-US" sz="700" dirty="0">
                <a:latin typeface="+mn-lt"/>
              </a:rPr>
              <a:t>Permission to reprint or distribute any content from this presentation requires the prior written approval of S&amp;P Global.</a:t>
            </a:r>
          </a:p>
        </p:txBody>
      </p:sp>
    </p:spTree>
    <p:extLst>
      <p:ext uri="{BB962C8B-B14F-4D97-AF65-F5344CB8AC3E}">
        <p14:creationId xmlns:p14="http://schemas.microsoft.com/office/powerpoint/2010/main" val="1712088790"/>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Title White - reports and presentations (hIHS)">
    <p:bg>
      <p:bgRef idx="1001">
        <a:schemeClr val="bg1"/>
      </p:bgRef>
    </p:bg>
    <p:spTree>
      <p:nvGrpSpPr>
        <p:cNvPr id="1" name=""/>
        <p:cNvGrpSpPr/>
        <p:nvPr/>
      </p:nvGrpSpPr>
      <p:grpSpPr>
        <a:xfrm>
          <a:off x="0" y="0"/>
          <a:ext cx="0" cy="0"/>
          <a:chOff x="0" y="0"/>
          <a:chExt cx="0" cy="0"/>
        </a:xfrm>
      </p:grpSpPr>
      <p:sp>
        <p:nvSpPr>
          <p:cNvPr id="9" name="Text Placeholder 17">
            <a:extLst>
              <a:ext uri="{FF2B5EF4-FFF2-40B4-BE49-F238E27FC236}">
                <a16:creationId xmlns:a16="http://schemas.microsoft.com/office/drawing/2014/main" id="{8498AB6A-D245-44A6-BBEF-0361C1A6479E}"/>
              </a:ext>
            </a:extLst>
          </p:cNvPr>
          <p:cNvSpPr>
            <a:spLocks noGrp="1"/>
          </p:cNvSpPr>
          <p:nvPr>
            <p:ph type="body" sz="quarter" idx="18" hasCustomPrompt="1"/>
          </p:nvPr>
        </p:nvSpPr>
        <p:spPr>
          <a:xfrm>
            <a:off x="7162800" y="357520"/>
            <a:ext cx="4469680" cy="233318"/>
          </a:xfrm>
          <a:prstGeom prst="rect">
            <a:avLst/>
          </a:prstGeom>
        </p:spPr>
        <p:txBody>
          <a:bodyPr anchor="ctr">
            <a:noAutofit/>
          </a:bodyPr>
          <a:lstStyle>
            <a:lvl1pPr marL="0" indent="0" algn="r">
              <a:buNone/>
              <a:defRPr sz="1200" b="1">
                <a:solidFill>
                  <a:schemeClr val="accent1"/>
                </a:solidFill>
              </a:defRPr>
            </a:lvl1pPr>
            <a:lvl2pPr marL="0" indent="0">
              <a:buNone/>
              <a:defRPr/>
            </a:lvl2pPr>
            <a:lvl3pPr marL="0" indent="0">
              <a:buNone/>
              <a:defRPr/>
            </a:lvl3pPr>
            <a:lvl4pPr marL="0" indent="0">
              <a:buNone/>
              <a:defRPr/>
            </a:lvl4pPr>
            <a:lvl5pPr marL="0" indent="0">
              <a:buNone/>
              <a:defRPr/>
            </a:lvl5pPr>
          </a:lstStyle>
          <a:p>
            <a:pPr lvl="0"/>
            <a:r>
              <a:rPr lang="en-US"/>
              <a:t>[SERVICE LINE / REPORT TYPE]</a:t>
            </a:r>
          </a:p>
        </p:txBody>
      </p:sp>
      <p:sp>
        <p:nvSpPr>
          <p:cNvPr id="13" name="Title 1">
            <a:extLst>
              <a:ext uri="{FF2B5EF4-FFF2-40B4-BE49-F238E27FC236}">
                <a16:creationId xmlns:a16="http://schemas.microsoft.com/office/drawing/2014/main" id="{11571508-C5DD-4E25-961C-17353D606594}"/>
              </a:ext>
            </a:extLst>
          </p:cNvPr>
          <p:cNvSpPr>
            <a:spLocks noGrp="1"/>
          </p:cNvSpPr>
          <p:nvPr>
            <p:ph type="title" hasCustomPrompt="1"/>
          </p:nvPr>
        </p:nvSpPr>
        <p:spPr>
          <a:xfrm>
            <a:off x="566382" y="1267411"/>
            <a:ext cx="7189020" cy="1864409"/>
          </a:xfrm>
          <a:prstGeom prst="rect">
            <a:avLst/>
          </a:prstGeom>
          <a:noFill/>
        </p:spPr>
        <p:txBody>
          <a:bodyPr anchor="b">
            <a:noAutofit/>
          </a:bodyPr>
          <a:lstStyle>
            <a:lvl1pPr>
              <a:defRPr sz="4400" b="0"/>
            </a:lvl1pPr>
          </a:lstStyle>
          <a:p>
            <a:r>
              <a:rPr lang="en-US"/>
              <a:t>[Title max two lines, shrink to fit – must be at least 32 </a:t>
            </a:r>
            <a:r>
              <a:rPr lang="en-US" err="1"/>
              <a:t>pt</a:t>
            </a:r>
            <a:r>
              <a:rPr lang="en-US"/>
              <a:t>]</a:t>
            </a:r>
          </a:p>
        </p:txBody>
      </p:sp>
      <p:sp>
        <p:nvSpPr>
          <p:cNvPr id="14" name="Text Placeholder 10">
            <a:extLst>
              <a:ext uri="{FF2B5EF4-FFF2-40B4-BE49-F238E27FC236}">
                <a16:creationId xmlns:a16="http://schemas.microsoft.com/office/drawing/2014/main" id="{04BCAB30-4750-4267-8703-0690502ABE44}"/>
              </a:ext>
            </a:extLst>
          </p:cNvPr>
          <p:cNvSpPr>
            <a:spLocks noGrp="1"/>
          </p:cNvSpPr>
          <p:nvPr>
            <p:ph type="body" sz="quarter" idx="14" hasCustomPrompt="1"/>
          </p:nvPr>
        </p:nvSpPr>
        <p:spPr>
          <a:xfrm>
            <a:off x="566928" y="3232340"/>
            <a:ext cx="7189020" cy="576053"/>
          </a:xfrm>
        </p:spPr>
        <p:txBody>
          <a:bodyPr>
            <a:normAutofit/>
          </a:bodyPr>
          <a:lstStyle>
            <a:lvl1pPr marL="0" indent="0">
              <a:buNone/>
              <a:defRPr sz="1800">
                <a:latin typeface="+mn-lt"/>
              </a:defRPr>
            </a:lvl1pPr>
            <a:lvl2pPr marL="0" indent="0">
              <a:buNone/>
              <a:defRPr/>
            </a:lvl2pPr>
            <a:lvl3pPr marL="0" indent="0">
              <a:buNone/>
              <a:defRPr/>
            </a:lvl3pPr>
            <a:lvl4pPr marL="0" indent="0">
              <a:buNone/>
              <a:defRPr/>
            </a:lvl4pPr>
            <a:lvl5pPr marL="0" indent="0">
              <a:buNone/>
              <a:defRPr/>
            </a:lvl5pPr>
          </a:lstStyle>
          <a:p>
            <a:pPr lvl="0"/>
            <a:r>
              <a:rPr lang="en-US"/>
              <a:t>[Subtitle max one line, shrink font size to fit – must be at least 14 </a:t>
            </a:r>
            <a:r>
              <a:rPr lang="en-US" err="1"/>
              <a:t>pt</a:t>
            </a:r>
            <a:r>
              <a:rPr lang="en-US"/>
              <a:t>]</a:t>
            </a:r>
          </a:p>
        </p:txBody>
      </p:sp>
      <p:sp>
        <p:nvSpPr>
          <p:cNvPr id="15" name="Text Placeholder 15">
            <a:extLst>
              <a:ext uri="{FF2B5EF4-FFF2-40B4-BE49-F238E27FC236}">
                <a16:creationId xmlns:a16="http://schemas.microsoft.com/office/drawing/2014/main" id="{093CEC42-A75F-4876-8888-3F2ECFF55BAF}"/>
              </a:ext>
            </a:extLst>
          </p:cNvPr>
          <p:cNvSpPr>
            <a:spLocks noGrp="1"/>
          </p:cNvSpPr>
          <p:nvPr>
            <p:ph type="body" sz="quarter" idx="20" hasCustomPrompt="1"/>
          </p:nvPr>
        </p:nvSpPr>
        <p:spPr>
          <a:xfrm>
            <a:off x="566928" y="3926945"/>
            <a:ext cx="7189020" cy="1864408"/>
          </a:xfrm>
        </p:spPr>
        <p:txBody>
          <a:bodyPr anchor="b">
            <a:noAutofit/>
          </a:bodyPr>
          <a:lstStyle>
            <a:lvl1pPr marL="0" indent="0">
              <a:buNone/>
              <a:defRPr sz="1600"/>
            </a:lvl1pPr>
            <a:lvl2pPr marL="0" indent="0">
              <a:buNone/>
              <a:defRPr sz="1200"/>
            </a:lvl2pPr>
            <a:lvl3pPr marL="0" indent="0">
              <a:buNone/>
              <a:defRPr sz="1200"/>
            </a:lvl3pPr>
            <a:lvl4pPr marL="0" indent="0">
              <a:buNone/>
              <a:defRPr sz="1200"/>
            </a:lvl4pPr>
            <a:lvl5pPr marL="0" indent="0">
              <a:buNone/>
              <a:defRPr sz="1200"/>
            </a:lvl5pPr>
          </a:lstStyle>
          <a:p>
            <a:pPr lvl="0"/>
            <a:r>
              <a:rPr lang="en-US"/>
              <a:t>[First and Last Name / Department / Title]</a:t>
            </a:r>
          </a:p>
          <a:p>
            <a:pPr lvl="0"/>
            <a:r>
              <a:rPr lang="en-US"/>
              <a:t>[First and Last Name / Department / Title]</a:t>
            </a:r>
          </a:p>
          <a:p>
            <a:pPr lvl="0"/>
            <a:r>
              <a:rPr lang="en-US"/>
              <a:t>[First and Last Name / Department / Title]</a:t>
            </a:r>
          </a:p>
          <a:p>
            <a:pPr lvl="0"/>
            <a:r>
              <a:rPr lang="en-US"/>
              <a:t>Also contributing to this report were First and Last name, (no title or division)</a:t>
            </a:r>
          </a:p>
        </p:txBody>
      </p:sp>
      <p:sp>
        <p:nvSpPr>
          <p:cNvPr id="17" name="Text Placeholder 17">
            <a:extLst>
              <a:ext uri="{FF2B5EF4-FFF2-40B4-BE49-F238E27FC236}">
                <a16:creationId xmlns:a16="http://schemas.microsoft.com/office/drawing/2014/main" id="{EBFEFC18-4178-460D-94CF-FE6114DEE4EE}"/>
              </a:ext>
            </a:extLst>
          </p:cNvPr>
          <p:cNvSpPr>
            <a:spLocks noGrp="1"/>
          </p:cNvSpPr>
          <p:nvPr>
            <p:ph type="body" sz="quarter" idx="17" hasCustomPrompt="1"/>
          </p:nvPr>
        </p:nvSpPr>
        <p:spPr>
          <a:xfrm>
            <a:off x="566928" y="5998670"/>
            <a:ext cx="3035808" cy="214805"/>
          </a:xfrm>
        </p:spPr>
        <p:txBody>
          <a:bodyPr>
            <a:normAutofit/>
          </a:bodyPr>
          <a:lstStyle>
            <a:lvl1pPr marL="0" indent="0" algn="l">
              <a:buNone/>
              <a:defRPr sz="1200">
                <a:solidFill>
                  <a:schemeClr val="tx1"/>
                </a:solidFill>
              </a:defRPr>
            </a:lvl1pPr>
            <a:lvl2pPr marL="0" indent="0">
              <a:buNone/>
              <a:defRPr/>
            </a:lvl2pPr>
            <a:lvl3pPr marL="0" indent="0">
              <a:buNone/>
              <a:defRPr/>
            </a:lvl3pPr>
            <a:lvl4pPr marL="0" indent="0">
              <a:buNone/>
              <a:defRPr/>
            </a:lvl4pPr>
            <a:lvl5pPr marL="0" indent="0">
              <a:buNone/>
              <a:defRPr/>
            </a:lvl5pPr>
          </a:lstStyle>
          <a:p>
            <a:pPr lvl="0"/>
            <a:r>
              <a:rPr lang="en-US"/>
              <a:t>[Month DD, 20YY]</a:t>
            </a:r>
          </a:p>
        </p:txBody>
      </p:sp>
      <p:sp>
        <p:nvSpPr>
          <p:cNvPr id="5" name="Picture Placeholder 4">
            <a:extLst>
              <a:ext uri="{FF2B5EF4-FFF2-40B4-BE49-F238E27FC236}">
                <a16:creationId xmlns:a16="http://schemas.microsoft.com/office/drawing/2014/main" id="{78496E54-0E25-491E-9250-6235E2D8C1DF}"/>
              </a:ext>
            </a:extLst>
          </p:cNvPr>
          <p:cNvSpPr>
            <a:spLocks noGrp="1"/>
          </p:cNvSpPr>
          <p:nvPr>
            <p:ph type="pic" sz="quarter" idx="19"/>
          </p:nvPr>
        </p:nvSpPr>
        <p:spPr>
          <a:xfrm>
            <a:off x="7905395" y="1289050"/>
            <a:ext cx="4286605" cy="4924425"/>
          </a:xfrm>
        </p:spPr>
        <p:txBody>
          <a:bodyPr/>
          <a:lstStyle/>
          <a:p>
            <a:r>
              <a:rPr lang="en-US"/>
              <a:t>Click icon to add picture</a:t>
            </a:r>
          </a:p>
        </p:txBody>
      </p:sp>
      <p:sp>
        <p:nvSpPr>
          <p:cNvPr id="2" name="Text Placeholder 17">
            <a:extLst>
              <a:ext uri="{FF2B5EF4-FFF2-40B4-BE49-F238E27FC236}">
                <a16:creationId xmlns:a16="http://schemas.microsoft.com/office/drawing/2014/main" id="{FE429373-F3E5-FE93-2985-3A20602CB30D}"/>
              </a:ext>
            </a:extLst>
          </p:cNvPr>
          <p:cNvSpPr>
            <a:spLocks noGrp="1"/>
          </p:cNvSpPr>
          <p:nvPr>
            <p:ph type="body" sz="quarter" idx="21" hasCustomPrompt="1"/>
          </p:nvPr>
        </p:nvSpPr>
        <p:spPr>
          <a:xfrm>
            <a:off x="566382" y="1267411"/>
            <a:ext cx="5529618" cy="233318"/>
          </a:xfrm>
          <a:prstGeom prst="rect">
            <a:avLst/>
          </a:prstGeom>
        </p:spPr>
        <p:txBody>
          <a:bodyPr>
            <a:noAutofit/>
          </a:bodyPr>
          <a:lstStyle>
            <a:lvl1pPr marL="0" indent="0" algn="l">
              <a:buNone/>
              <a:defRPr sz="1200"/>
            </a:lvl1pPr>
            <a:lvl2pPr marL="0" indent="0">
              <a:buNone/>
              <a:defRPr/>
            </a:lvl2pPr>
            <a:lvl3pPr marL="0" indent="0">
              <a:buNone/>
              <a:defRPr/>
            </a:lvl3pPr>
            <a:lvl4pPr marL="0" indent="0">
              <a:buNone/>
              <a:defRPr/>
            </a:lvl4pPr>
            <a:lvl5pPr marL="0" indent="0">
              <a:buNone/>
              <a:defRPr/>
            </a:lvl5pPr>
          </a:lstStyle>
          <a:p>
            <a:pPr marL="0" marR="0" lvl="0" indent="0" algn="l" defTabSz="9144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US"/>
              <a:t>[Optional placeholder—Delete this placeholder if you aren’t using it]</a:t>
            </a:r>
          </a:p>
        </p:txBody>
      </p:sp>
      <p:sp>
        <p:nvSpPr>
          <p:cNvPr id="71" name="Rectangle 70">
            <a:extLst>
              <a:ext uri="{FF2B5EF4-FFF2-40B4-BE49-F238E27FC236}">
                <a16:creationId xmlns:a16="http://schemas.microsoft.com/office/drawing/2014/main" id="{10E65810-F0E8-45BE-885C-C4B416AFE65D}"/>
              </a:ext>
            </a:extLst>
          </p:cNvPr>
          <p:cNvSpPr/>
          <p:nvPr userDrawn="1"/>
        </p:nvSpPr>
        <p:spPr>
          <a:xfrm>
            <a:off x="5645682" y="6467927"/>
            <a:ext cx="5986798" cy="307777"/>
          </a:xfrm>
          <a:prstGeom prst="rect">
            <a:avLst/>
          </a:prstGeom>
        </p:spPr>
        <p:txBody>
          <a:bodyPr wrap="square" anchor="b">
            <a:spAutoFit/>
          </a:bodyPr>
          <a:lstStyle/>
          <a:p>
            <a:pPr algn="r"/>
            <a:r>
              <a:rPr lang="en-US" sz="700" dirty="0">
                <a:latin typeface="+mn-lt"/>
              </a:rPr>
              <a:t>© 2026 S&amp;P Global.</a:t>
            </a:r>
            <a:br>
              <a:rPr lang="en-US" sz="700" dirty="0">
                <a:latin typeface="+mn-lt"/>
              </a:rPr>
            </a:br>
            <a:r>
              <a:rPr lang="en-US" sz="700" dirty="0">
                <a:latin typeface="+mn-lt"/>
              </a:rPr>
              <a:t>Permission to reprint or distribute any content from this presentation requires the prior written approval of S&amp;P Global.</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374904" y="173736"/>
            <a:ext cx="2724912" cy="960120"/>
          </a:xfrm>
          <a:prstGeom prst="rect">
            <a:avLst/>
          </a:prstGeom>
        </p:spPr>
      </p:pic>
    </p:spTree>
    <p:extLst>
      <p:ext uri="{BB962C8B-B14F-4D97-AF65-F5344CB8AC3E}">
        <p14:creationId xmlns:p14="http://schemas.microsoft.com/office/powerpoint/2010/main" val="654615171"/>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CERA_Title White - reports and presentations (hIHS)">
    <p:bg>
      <p:bgRef idx="1001">
        <a:schemeClr val="bg1"/>
      </p:bgRef>
    </p:bg>
    <p:spTree>
      <p:nvGrpSpPr>
        <p:cNvPr id="1" name=""/>
        <p:cNvGrpSpPr/>
        <p:nvPr/>
      </p:nvGrpSpPr>
      <p:grpSpPr>
        <a:xfrm>
          <a:off x="0" y="0"/>
          <a:ext cx="0" cy="0"/>
          <a:chOff x="0" y="0"/>
          <a:chExt cx="0" cy="0"/>
        </a:xfrm>
      </p:grpSpPr>
      <p:sp>
        <p:nvSpPr>
          <p:cNvPr id="9" name="Text Placeholder 17">
            <a:extLst>
              <a:ext uri="{FF2B5EF4-FFF2-40B4-BE49-F238E27FC236}">
                <a16:creationId xmlns:a16="http://schemas.microsoft.com/office/drawing/2014/main" id="{8498AB6A-D245-44A6-BBEF-0361C1A6479E}"/>
              </a:ext>
            </a:extLst>
          </p:cNvPr>
          <p:cNvSpPr>
            <a:spLocks noGrp="1"/>
          </p:cNvSpPr>
          <p:nvPr>
            <p:ph type="body" sz="quarter" idx="18" hasCustomPrompt="1"/>
          </p:nvPr>
        </p:nvSpPr>
        <p:spPr>
          <a:xfrm>
            <a:off x="7162800" y="357520"/>
            <a:ext cx="4469680" cy="233318"/>
          </a:xfrm>
          <a:prstGeom prst="rect">
            <a:avLst/>
          </a:prstGeom>
        </p:spPr>
        <p:txBody>
          <a:bodyPr anchor="ctr">
            <a:noAutofit/>
          </a:bodyPr>
          <a:lstStyle>
            <a:lvl1pPr marL="0" indent="0" algn="r">
              <a:buNone/>
              <a:defRPr sz="1200" b="1">
                <a:solidFill>
                  <a:schemeClr val="accent1"/>
                </a:solidFill>
              </a:defRPr>
            </a:lvl1pPr>
            <a:lvl2pPr marL="0" indent="0">
              <a:buNone/>
              <a:defRPr/>
            </a:lvl2pPr>
            <a:lvl3pPr marL="0" indent="0">
              <a:buNone/>
              <a:defRPr/>
            </a:lvl3pPr>
            <a:lvl4pPr marL="0" indent="0">
              <a:buNone/>
              <a:defRPr/>
            </a:lvl4pPr>
            <a:lvl5pPr marL="0" indent="0">
              <a:buNone/>
              <a:defRPr/>
            </a:lvl5pPr>
          </a:lstStyle>
          <a:p>
            <a:pPr lvl="0"/>
            <a:r>
              <a:rPr lang="en-US"/>
              <a:t>[SERVICE LINE / REPORT TYPE]</a:t>
            </a:r>
          </a:p>
        </p:txBody>
      </p:sp>
      <p:sp>
        <p:nvSpPr>
          <p:cNvPr id="13" name="Title 1">
            <a:extLst>
              <a:ext uri="{FF2B5EF4-FFF2-40B4-BE49-F238E27FC236}">
                <a16:creationId xmlns:a16="http://schemas.microsoft.com/office/drawing/2014/main" id="{11571508-C5DD-4E25-961C-17353D606594}"/>
              </a:ext>
            </a:extLst>
          </p:cNvPr>
          <p:cNvSpPr>
            <a:spLocks noGrp="1"/>
          </p:cNvSpPr>
          <p:nvPr>
            <p:ph type="title" hasCustomPrompt="1"/>
          </p:nvPr>
        </p:nvSpPr>
        <p:spPr>
          <a:xfrm>
            <a:off x="566382" y="1502569"/>
            <a:ext cx="7189020" cy="1629251"/>
          </a:xfrm>
          <a:prstGeom prst="rect">
            <a:avLst/>
          </a:prstGeom>
          <a:noFill/>
        </p:spPr>
        <p:txBody>
          <a:bodyPr anchor="b">
            <a:noAutofit/>
          </a:bodyPr>
          <a:lstStyle>
            <a:lvl1pPr>
              <a:defRPr sz="4400" b="0"/>
            </a:lvl1pPr>
          </a:lstStyle>
          <a:p>
            <a:r>
              <a:rPr lang="en-US"/>
              <a:t>[Title max two lines, shrink to fit – must be at least 32 </a:t>
            </a:r>
            <a:r>
              <a:rPr lang="en-US" err="1"/>
              <a:t>pt</a:t>
            </a:r>
            <a:r>
              <a:rPr lang="en-US"/>
              <a:t>]</a:t>
            </a:r>
          </a:p>
        </p:txBody>
      </p:sp>
      <p:sp>
        <p:nvSpPr>
          <p:cNvPr id="14" name="Text Placeholder 10">
            <a:extLst>
              <a:ext uri="{FF2B5EF4-FFF2-40B4-BE49-F238E27FC236}">
                <a16:creationId xmlns:a16="http://schemas.microsoft.com/office/drawing/2014/main" id="{04BCAB30-4750-4267-8703-0690502ABE44}"/>
              </a:ext>
            </a:extLst>
          </p:cNvPr>
          <p:cNvSpPr>
            <a:spLocks noGrp="1"/>
          </p:cNvSpPr>
          <p:nvPr>
            <p:ph type="body" sz="quarter" idx="14" hasCustomPrompt="1"/>
          </p:nvPr>
        </p:nvSpPr>
        <p:spPr>
          <a:xfrm>
            <a:off x="566928" y="3232340"/>
            <a:ext cx="7189020" cy="576053"/>
          </a:xfrm>
        </p:spPr>
        <p:txBody>
          <a:bodyPr>
            <a:normAutofit/>
          </a:bodyPr>
          <a:lstStyle>
            <a:lvl1pPr marL="0" indent="0">
              <a:buNone/>
              <a:defRPr sz="1800">
                <a:latin typeface="+mn-lt"/>
              </a:defRPr>
            </a:lvl1pPr>
            <a:lvl2pPr marL="0" indent="0">
              <a:buNone/>
              <a:defRPr/>
            </a:lvl2pPr>
            <a:lvl3pPr marL="0" indent="0">
              <a:buNone/>
              <a:defRPr/>
            </a:lvl3pPr>
            <a:lvl4pPr marL="0" indent="0">
              <a:buNone/>
              <a:defRPr/>
            </a:lvl4pPr>
            <a:lvl5pPr marL="0" indent="0">
              <a:buNone/>
              <a:defRPr/>
            </a:lvl5pPr>
          </a:lstStyle>
          <a:p>
            <a:pPr lvl="0"/>
            <a:r>
              <a:rPr lang="en-US"/>
              <a:t>[Subtitle max one line, shrink font size to fit – must be at least 14 </a:t>
            </a:r>
            <a:r>
              <a:rPr lang="en-US" err="1"/>
              <a:t>pt</a:t>
            </a:r>
            <a:r>
              <a:rPr lang="en-US"/>
              <a:t>]</a:t>
            </a:r>
          </a:p>
        </p:txBody>
      </p:sp>
      <p:sp>
        <p:nvSpPr>
          <p:cNvPr id="15" name="Text Placeholder 15">
            <a:extLst>
              <a:ext uri="{FF2B5EF4-FFF2-40B4-BE49-F238E27FC236}">
                <a16:creationId xmlns:a16="http://schemas.microsoft.com/office/drawing/2014/main" id="{093CEC42-A75F-4876-8888-3F2ECFF55BAF}"/>
              </a:ext>
            </a:extLst>
          </p:cNvPr>
          <p:cNvSpPr>
            <a:spLocks noGrp="1"/>
          </p:cNvSpPr>
          <p:nvPr>
            <p:ph type="body" sz="quarter" idx="20" hasCustomPrompt="1"/>
          </p:nvPr>
        </p:nvSpPr>
        <p:spPr>
          <a:xfrm>
            <a:off x="566928" y="3926945"/>
            <a:ext cx="7189020" cy="1864408"/>
          </a:xfrm>
        </p:spPr>
        <p:txBody>
          <a:bodyPr anchor="b">
            <a:noAutofit/>
          </a:bodyPr>
          <a:lstStyle>
            <a:lvl1pPr marL="0" indent="0">
              <a:buNone/>
              <a:defRPr sz="1600"/>
            </a:lvl1pPr>
            <a:lvl2pPr marL="0" indent="0">
              <a:buNone/>
              <a:defRPr sz="1200"/>
            </a:lvl2pPr>
            <a:lvl3pPr marL="0" indent="0">
              <a:buNone/>
              <a:defRPr sz="1200"/>
            </a:lvl3pPr>
            <a:lvl4pPr marL="0" indent="0">
              <a:buNone/>
              <a:defRPr sz="1200"/>
            </a:lvl4pPr>
            <a:lvl5pPr marL="0" indent="0">
              <a:buNone/>
              <a:defRPr sz="1200"/>
            </a:lvl5pPr>
          </a:lstStyle>
          <a:p>
            <a:pPr lvl="0"/>
            <a:r>
              <a:rPr lang="en-US"/>
              <a:t>[First and Last Name / Department / Title]</a:t>
            </a:r>
          </a:p>
          <a:p>
            <a:pPr lvl="0"/>
            <a:r>
              <a:rPr lang="en-US"/>
              <a:t>[First and Last Name / Department / Title]</a:t>
            </a:r>
          </a:p>
          <a:p>
            <a:pPr lvl="0"/>
            <a:r>
              <a:rPr lang="en-US"/>
              <a:t>[First and Last Name / Department / Title]</a:t>
            </a:r>
          </a:p>
          <a:p>
            <a:pPr lvl="0"/>
            <a:r>
              <a:rPr lang="en-US"/>
              <a:t>Also contributing to this report were First and Last name, (no title or division)</a:t>
            </a:r>
          </a:p>
        </p:txBody>
      </p:sp>
      <p:sp>
        <p:nvSpPr>
          <p:cNvPr id="17" name="Text Placeholder 17">
            <a:extLst>
              <a:ext uri="{FF2B5EF4-FFF2-40B4-BE49-F238E27FC236}">
                <a16:creationId xmlns:a16="http://schemas.microsoft.com/office/drawing/2014/main" id="{EBFEFC18-4178-460D-94CF-FE6114DEE4EE}"/>
              </a:ext>
            </a:extLst>
          </p:cNvPr>
          <p:cNvSpPr>
            <a:spLocks noGrp="1"/>
          </p:cNvSpPr>
          <p:nvPr>
            <p:ph type="body" sz="quarter" idx="17" hasCustomPrompt="1"/>
          </p:nvPr>
        </p:nvSpPr>
        <p:spPr>
          <a:xfrm>
            <a:off x="566928" y="5998670"/>
            <a:ext cx="3035808" cy="214805"/>
          </a:xfrm>
        </p:spPr>
        <p:txBody>
          <a:bodyPr>
            <a:normAutofit/>
          </a:bodyPr>
          <a:lstStyle>
            <a:lvl1pPr marL="0" indent="0" algn="l">
              <a:buNone/>
              <a:defRPr sz="1200">
                <a:solidFill>
                  <a:schemeClr val="tx1"/>
                </a:solidFill>
              </a:defRPr>
            </a:lvl1pPr>
            <a:lvl2pPr marL="0" indent="0">
              <a:buNone/>
              <a:defRPr/>
            </a:lvl2pPr>
            <a:lvl3pPr marL="0" indent="0">
              <a:buNone/>
              <a:defRPr/>
            </a:lvl3pPr>
            <a:lvl4pPr marL="0" indent="0">
              <a:buNone/>
              <a:defRPr/>
            </a:lvl4pPr>
            <a:lvl5pPr marL="0" indent="0">
              <a:buNone/>
              <a:defRPr/>
            </a:lvl5pPr>
          </a:lstStyle>
          <a:p>
            <a:pPr lvl="0"/>
            <a:r>
              <a:rPr lang="en-US"/>
              <a:t>[Month DD, 20YY]</a:t>
            </a:r>
          </a:p>
        </p:txBody>
      </p:sp>
      <p:sp>
        <p:nvSpPr>
          <p:cNvPr id="5" name="Picture Placeholder 4">
            <a:extLst>
              <a:ext uri="{FF2B5EF4-FFF2-40B4-BE49-F238E27FC236}">
                <a16:creationId xmlns:a16="http://schemas.microsoft.com/office/drawing/2014/main" id="{78496E54-0E25-491E-9250-6235E2D8C1DF}"/>
              </a:ext>
            </a:extLst>
          </p:cNvPr>
          <p:cNvSpPr>
            <a:spLocks noGrp="1"/>
          </p:cNvSpPr>
          <p:nvPr>
            <p:ph type="pic" sz="quarter" idx="19"/>
          </p:nvPr>
        </p:nvSpPr>
        <p:spPr>
          <a:xfrm>
            <a:off x="7905395" y="1289050"/>
            <a:ext cx="4286605" cy="4924425"/>
          </a:xfrm>
        </p:spPr>
        <p:txBody>
          <a:bodyPr/>
          <a:lstStyle/>
          <a:p>
            <a:r>
              <a:rPr lang="en-US"/>
              <a:t>Click icon to add picture</a:t>
            </a:r>
          </a:p>
        </p:txBody>
      </p:sp>
      <p:sp>
        <p:nvSpPr>
          <p:cNvPr id="2" name="Text Placeholder 17">
            <a:extLst>
              <a:ext uri="{FF2B5EF4-FFF2-40B4-BE49-F238E27FC236}">
                <a16:creationId xmlns:a16="http://schemas.microsoft.com/office/drawing/2014/main" id="{FE429373-F3E5-FE93-2985-3A20602CB30D}"/>
              </a:ext>
            </a:extLst>
          </p:cNvPr>
          <p:cNvSpPr>
            <a:spLocks noGrp="1"/>
          </p:cNvSpPr>
          <p:nvPr>
            <p:ph type="body" sz="quarter" idx="21" hasCustomPrompt="1"/>
          </p:nvPr>
        </p:nvSpPr>
        <p:spPr>
          <a:xfrm>
            <a:off x="566382" y="1502569"/>
            <a:ext cx="5529618" cy="221628"/>
          </a:xfrm>
          <a:prstGeom prst="rect">
            <a:avLst/>
          </a:prstGeom>
        </p:spPr>
        <p:txBody>
          <a:bodyPr>
            <a:noAutofit/>
          </a:bodyPr>
          <a:lstStyle>
            <a:lvl1pPr marL="0" indent="0" algn="l">
              <a:buNone/>
              <a:defRPr sz="1200"/>
            </a:lvl1pPr>
            <a:lvl2pPr marL="0" indent="0">
              <a:buNone/>
              <a:defRPr/>
            </a:lvl2pPr>
            <a:lvl3pPr marL="0" indent="0">
              <a:buNone/>
              <a:defRPr/>
            </a:lvl3pPr>
            <a:lvl4pPr marL="0" indent="0">
              <a:buNone/>
              <a:defRPr/>
            </a:lvl4pPr>
            <a:lvl5pPr marL="0" indent="0">
              <a:buNone/>
              <a:defRPr/>
            </a:lvl5pPr>
          </a:lstStyle>
          <a:p>
            <a:pPr marL="0" marR="0" lvl="0" indent="0" algn="l" defTabSz="9144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US"/>
              <a:t>[Optional placeholder—Delete this placeholder if you aren’t using it]</a:t>
            </a:r>
          </a:p>
        </p:txBody>
      </p:sp>
      <p:sp>
        <p:nvSpPr>
          <p:cNvPr id="71" name="Rectangle 70">
            <a:extLst>
              <a:ext uri="{FF2B5EF4-FFF2-40B4-BE49-F238E27FC236}">
                <a16:creationId xmlns:a16="http://schemas.microsoft.com/office/drawing/2014/main" id="{10E65810-F0E8-45BE-885C-C4B416AFE65D}"/>
              </a:ext>
            </a:extLst>
          </p:cNvPr>
          <p:cNvSpPr/>
          <p:nvPr userDrawn="1"/>
        </p:nvSpPr>
        <p:spPr>
          <a:xfrm>
            <a:off x="5645682" y="6467927"/>
            <a:ext cx="5986798" cy="307777"/>
          </a:xfrm>
          <a:prstGeom prst="rect">
            <a:avLst/>
          </a:prstGeom>
        </p:spPr>
        <p:txBody>
          <a:bodyPr wrap="square" anchor="b">
            <a:spAutoFit/>
          </a:bodyPr>
          <a:lstStyle/>
          <a:p>
            <a:pPr algn="r"/>
            <a:r>
              <a:rPr lang="en-US" sz="700" dirty="0">
                <a:latin typeface="+mn-lt"/>
              </a:rPr>
              <a:t>© 2026 S&amp;P Global.</a:t>
            </a:r>
            <a:br>
              <a:rPr lang="en-US" sz="700" dirty="0">
                <a:latin typeface="+mn-lt"/>
              </a:rPr>
            </a:br>
            <a:r>
              <a:rPr lang="en-US" sz="700" dirty="0">
                <a:latin typeface="+mn-lt"/>
              </a:rPr>
              <a:t>Permission to reprint or distribute any content from this presentation requires the prior written approval of S&amp;P Global.</a:t>
            </a:r>
          </a:p>
        </p:txBody>
      </p:sp>
    </p:spTree>
    <p:extLst>
      <p:ext uri="{BB962C8B-B14F-4D97-AF65-F5344CB8AC3E}">
        <p14:creationId xmlns:p14="http://schemas.microsoft.com/office/powerpoint/2010/main" val="2154163579"/>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Horizons_Title White - reports and presentations (hIHS)">
    <p:bg>
      <p:bgRef idx="1001">
        <a:schemeClr val="bg1"/>
      </p:bgRef>
    </p:bg>
    <p:spTree>
      <p:nvGrpSpPr>
        <p:cNvPr id="1" name=""/>
        <p:cNvGrpSpPr/>
        <p:nvPr/>
      </p:nvGrpSpPr>
      <p:grpSpPr>
        <a:xfrm>
          <a:off x="0" y="0"/>
          <a:ext cx="0" cy="0"/>
          <a:chOff x="0" y="0"/>
          <a:chExt cx="0" cy="0"/>
        </a:xfrm>
      </p:grpSpPr>
      <p:sp>
        <p:nvSpPr>
          <p:cNvPr id="9" name="Text Placeholder 17">
            <a:extLst>
              <a:ext uri="{FF2B5EF4-FFF2-40B4-BE49-F238E27FC236}">
                <a16:creationId xmlns:a16="http://schemas.microsoft.com/office/drawing/2014/main" id="{8498AB6A-D245-44A6-BBEF-0361C1A6479E}"/>
              </a:ext>
            </a:extLst>
          </p:cNvPr>
          <p:cNvSpPr>
            <a:spLocks noGrp="1"/>
          </p:cNvSpPr>
          <p:nvPr>
            <p:ph type="body" sz="quarter" idx="18" hasCustomPrompt="1"/>
          </p:nvPr>
        </p:nvSpPr>
        <p:spPr>
          <a:xfrm>
            <a:off x="7162800" y="357520"/>
            <a:ext cx="4469680" cy="233318"/>
          </a:xfrm>
          <a:prstGeom prst="rect">
            <a:avLst/>
          </a:prstGeom>
        </p:spPr>
        <p:txBody>
          <a:bodyPr anchor="ctr">
            <a:noAutofit/>
          </a:bodyPr>
          <a:lstStyle>
            <a:lvl1pPr marL="0" indent="0" algn="r">
              <a:buNone/>
              <a:defRPr sz="1200" b="1">
                <a:solidFill>
                  <a:schemeClr val="accent1"/>
                </a:solidFill>
              </a:defRPr>
            </a:lvl1pPr>
            <a:lvl2pPr marL="0" indent="0">
              <a:buNone/>
              <a:defRPr/>
            </a:lvl2pPr>
            <a:lvl3pPr marL="0" indent="0">
              <a:buNone/>
              <a:defRPr/>
            </a:lvl3pPr>
            <a:lvl4pPr marL="0" indent="0">
              <a:buNone/>
              <a:defRPr/>
            </a:lvl4pPr>
            <a:lvl5pPr marL="0" indent="0">
              <a:buNone/>
              <a:defRPr/>
            </a:lvl5pPr>
          </a:lstStyle>
          <a:p>
            <a:pPr lvl="0"/>
            <a:r>
              <a:rPr lang="en-US"/>
              <a:t>[SERVICE LINE / REPORT TYPE]</a:t>
            </a:r>
          </a:p>
        </p:txBody>
      </p:sp>
      <p:sp>
        <p:nvSpPr>
          <p:cNvPr id="13" name="Title 1">
            <a:extLst>
              <a:ext uri="{FF2B5EF4-FFF2-40B4-BE49-F238E27FC236}">
                <a16:creationId xmlns:a16="http://schemas.microsoft.com/office/drawing/2014/main" id="{11571508-C5DD-4E25-961C-17353D606594}"/>
              </a:ext>
            </a:extLst>
          </p:cNvPr>
          <p:cNvSpPr>
            <a:spLocks noGrp="1"/>
          </p:cNvSpPr>
          <p:nvPr>
            <p:ph type="title" hasCustomPrompt="1"/>
          </p:nvPr>
        </p:nvSpPr>
        <p:spPr>
          <a:xfrm>
            <a:off x="566382" y="1502569"/>
            <a:ext cx="7189020" cy="1629251"/>
          </a:xfrm>
          <a:prstGeom prst="rect">
            <a:avLst/>
          </a:prstGeom>
          <a:noFill/>
        </p:spPr>
        <p:txBody>
          <a:bodyPr anchor="b">
            <a:noAutofit/>
          </a:bodyPr>
          <a:lstStyle>
            <a:lvl1pPr>
              <a:defRPr sz="4400" b="0"/>
            </a:lvl1pPr>
          </a:lstStyle>
          <a:p>
            <a:r>
              <a:rPr lang="en-US"/>
              <a:t>[Title max two lines, shrink to fit – must be at least 32 </a:t>
            </a:r>
            <a:r>
              <a:rPr lang="en-US" err="1"/>
              <a:t>pt</a:t>
            </a:r>
            <a:r>
              <a:rPr lang="en-US"/>
              <a:t>]</a:t>
            </a:r>
          </a:p>
        </p:txBody>
      </p:sp>
      <p:sp>
        <p:nvSpPr>
          <p:cNvPr id="14" name="Text Placeholder 10">
            <a:extLst>
              <a:ext uri="{FF2B5EF4-FFF2-40B4-BE49-F238E27FC236}">
                <a16:creationId xmlns:a16="http://schemas.microsoft.com/office/drawing/2014/main" id="{04BCAB30-4750-4267-8703-0690502ABE44}"/>
              </a:ext>
            </a:extLst>
          </p:cNvPr>
          <p:cNvSpPr>
            <a:spLocks noGrp="1"/>
          </p:cNvSpPr>
          <p:nvPr>
            <p:ph type="body" sz="quarter" idx="14" hasCustomPrompt="1"/>
          </p:nvPr>
        </p:nvSpPr>
        <p:spPr>
          <a:xfrm>
            <a:off x="566928" y="3232340"/>
            <a:ext cx="7189020" cy="576053"/>
          </a:xfrm>
        </p:spPr>
        <p:txBody>
          <a:bodyPr>
            <a:normAutofit/>
          </a:bodyPr>
          <a:lstStyle>
            <a:lvl1pPr marL="0" indent="0">
              <a:buNone/>
              <a:defRPr sz="1800">
                <a:latin typeface="+mn-lt"/>
              </a:defRPr>
            </a:lvl1pPr>
            <a:lvl2pPr marL="0" indent="0">
              <a:buNone/>
              <a:defRPr/>
            </a:lvl2pPr>
            <a:lvl3pPr marL="0" indent="0">
              <a:buNone/>
              <a:defRPr/>
            </a:lvl3pPr>
            <a:lvl4pPr marL="0" indent="0">
              <a:buNone/>
              <a:defRPr/>
            </a:lvl4pPr>
            <a:lvl5pPr marL="0" indent="0">
              <a:buNone/>
              <a:defRPr/>
            </a:lvl5pPr>
          </a:lstStyle>
          <a:p>
            <a:pPr lvl="0"/>
            <a:r>
              <a:rPr lang="en-US"/>
              <a:t>[Subtitle max one line, shrink font size to fit – must be at least 14 </a:t>
            </a:r>
            <a:r>
              <a:rPr lang="en-US" err="1"/>
              <a:t>pt</a:t>
            </a:r>
            <a:r>
              <a:rPr lang="en-US"/>
              <a:t>]</a:t>
            </a:r>
          </a:p>
        </p:txBody>
      </p:sp>
      <p:sp>
        <p:nvSpPr>
          <p:cNvPr id="15" name="Text Placeholder 15">
            <a:extLst>
              <a:ext uri="{FF2B5EF4-FFF2-40B4-BE49-F238E27FC236}">
                <a16:creationId xmlns:a16="http://schemas.microsoft.com/office/drawing/2014/main" id="{093CEC42-A75F-4876-8888-3F2ECFF55BAF}"/>
              </a:ext>
            </a:extLst>
          </p:cNvPr>
          <p:cNvSpPr>
            <a:spLocks noGrp="1"/>
          </p:cNvSpPr>
          <p:nvPr>
            <p:ph type="body" sz="quarter" idx="20" hasCustomPrompt="1"/>
          </p:nvPr>
        </p:nvSpPr>
        <p:spPr>
          <a:xfrm>
            <a:off x="566928" y="3926945"/>
            <a:ext cx="7189020" cy="1864408"/>
          </a:xfrm>
        </p:spPr>
        <p:txBody>
          <a:bodyPr anchor="b">
            <a:noAutofit/>
          </a:bodyPr>
          <a:lstStyle>
            <a:lvl1pPr marL="0" indent="0">
              <a:buNone/>
              <a:defRPr sz="1600"/>
            </a:lvl1pPr>
            <a:lvl2pPr marL="0" indent="0">
              <a:buNone/>
              <a:defRPr sz="1200"/>
            </a:lvl2pPr>
            <a:lvl3pPr marL="0" indent="0">
              <a:buNone/>
              <a:defRPr sz="1200"/>
            </a:lvl3pPr>
            <a:lvl4pPr marL="0" indent="0">
              <a:buNone/>
              <a:defRPr sz="1200"/>
            </a:lvl4pPr>
            <a:lvl5pPr marL="0" indent="0">
              <a:buNone/>
              <a:defRPr sz="1200"/>
            </a:lvl5pPr>
          </a:lstStyle>
          <a:p>
            <a:pPr lvl="0"/>
            <a:r>
              <a:rPr lang="en-US"/>
              <a:t>[First and Last Name / Department / Title]</a:t>
            </a:r>
          </a:p>
          <a:p>
            <a:pPr lvl="0"/>
            <a:r>
              <a:rPr lang="en-US"/>
              <a:t>[First and Last Name / Department / Title]</a:t>
            </a:r>
          </a:p>
          <a:p>
            <a:pPr lvl="0"/>
            <a:r>
              <a:rPr lang="en-US"/>
              <a:t>[First and Last Name / Department / Title]</a:t>
            </a:r>
          </a:p>
          <a:p>
            <a:pPr lvl="0"/>
            <a:r>
              <a:rPr lang="en-US"/>
              <a:t>Also contributing to this report were First and Last name, (no title or division)</a:t>
            </a:r>
          </a:p>
        </p:txBody>
      </p:sp>
      <p:sp>
        <p:nvSpPr>
          <p:cNvPr id="17" name="Text Placeholder 17">
            <a:extLst>
              <a:ext uri="{FF2B5EF4-FFF2-40B4-BE49-F238E27FC236}">
                <a16:creationId xmlns:a16="http://schemas.microsoft.com/office/drawing/2014/main" id="{EBFEFC18-4178-460D-94CF-FE6114DEE4EE}"/>
              </a:ext>
            </a:extLst>
          </p:cNvPr>
          <p:cNvSpPr>
            <a:spLocks noGrp="1"/>
          </p:cNvSpPr>
          <p:nvPr>
            <p:ph type="body" sz="quarter" idx="17" hasCustomPrompt="1"/>
          </p:nvPr>
        </p:nvSpPr>
        <p:spPr>
          <a:xfrm>
            <a:off x="566928" y="5998670"/>
            <a:ext cx="3035808" cy="214805"/>
          </a:xfrm>
        </p:spPr>
        <p:txBody>
          <a:bodyPr>
            <a:normAutofit/>
          </a:bodyPr>
          <a:lstStyle>
            <a:lvl1pPr marL="0" indent="0" algn="l">
              <a:buNone/>
              <a:defRPr sz="1200">
                <a:solidFill>
                  <a:schemeClr val="tx1"/>
                </a:solidFill>
              </a:defRPr>
            </a:lvl1pPr>
            <a:lvl2pPr marL="0" indent="0">
              <a:buNone/>
              <a:defRPr/>
            </a:lvl2pPr>
            <a:lvl3pPr marL="0" indent="0">
              <a:buNone/>
              <a:defRPr/>
            </a:lvl3pPr>
            <a:lvl4pPr marL="0" indent="0">
              <a:buNone/>
              <a:defRPr/>
            </a:lvl4pPr>
            <a:lvl5pPr marL="0" indent="0">
              <a:buNone/>
              <a:defRPr/>
            </a:lvl5pPr>
          </a:lstStyle>
          <a:p>
            <a:pPr lvl="0"/>
            <a:r>
              <a:rPr lang="en-US"/>
              <a:t>[Month DD, 20YY]</a:t>
            </a:r>
          </a:p>
        </p:txBody>
      </p:sp>
      <p:sp>
        <p:nvSpPr>
          <p:cNvPr id="5" name="Picture Placeholder 4">
            <a:extLst>
              <a:ext uri="{FF2B5EF4-FFF2-40B4-BE49-F238E27FC236}">
                <a16:creationId xmlns:a16="http://schemas.microsoft.com/office/drawing/2014/main" id="{78496E54-0E25-491E-9250-6235E2D8C1DF}"/>
              </a:ext>
            </a:extLst>
          </p:cNvPr>
          <p:cNvSpPr>
            <a:spLocks noGrp="1"/>
          </p:cNvSpPr>
          <p:nvPr>
            <p:ph type="pic" sz="quarter" idx="19"/>
          </p:nvPr>
        </p:nvSpPr>
        <p:spPr>
          <a:xfrm>
            <a:off x="7905395" y="1289050"/>
            <a:ext cx="4286605" cy="4924425"/>
          </a:xfrm>
        </p:spPr>
        <p:txBody>
          <a:bodyPr/>
          <a:lstStyle/>
          <a:p>
            <a:r>
              <a:rPr lang="en-US"/>
              <a:t>Click icon to add picture</a:t>
            </a:r>
          </a:p>
        </p:txBody>
      </p:sp>
      <p:sp>
        <p:nvSpPr>
          <p:cNvPr id="2" name="Text Placeholder 17">
            <a:extLst>
              <a:ext uri="{FF2B5EF4-FFF2-40B4-BE49-F238E27FC236}">
                <a16:creationId xmlns:a16="http://schemas.microsoft.com/office/drawing/2014/main" id="{FE429373-F3E5-FE93-2985-3A20602CB30D}"/>
              </a:ext>
            </a:extLst>
          </p:cNvPr>
          <p:cNvSpPr>
            <a:spLocks noGrp="1"/>
          </p:cNvSpPr>
          <p:nvPr>
            <p:ph type="body" sz="quarter" idx="21" hasCustomPrompt="1"/>
          </p:nvPr>
        </p:nvSpPr>
        <p:spPr>
          <a:xfrm>
            <a:off x="566382" y="1502569"/>
            <a:ext cx="5529618" cy="221628"/>
          </a:xfrm>
          <a:prstGeom prst="rect">
            <a:avLst/>
          </a:prstGeom>
        </p:spPr>
        <p:txBody>
          <a:bodyPr>
            <a:noAutofit/>
          </a:bodyPr>
          <a:lstStyle>
            <a:lvl1pPr marL="0" indent="0" algn="l">
              <a:buNone/>
              <a:defRPr sz="1200"/>
            </a:lvl1pPr>
            <a:lvl2pPr marL="0" indent="0">
              <a:buNone/>
              <a:defRPr/>
            </a:lvl2pPr>
            <a:lvl3pPr marL="0" indent="0">
              <a:buNone/>
              <a:defRPr/>
            </a:lvl3pPr>
            <a:lvl4pPr marL="0" indent="0">
              <a:buNone/>
              <a:defRPr/>
            </a:lvl4pPr>
            <a:lvl5pPr marL="0" indent="0">
              <a:buNone/>
              <a:defRPr/>
            </a:lvl5pPr>
          </a:lstStyle>
          <a:p>
            <a:pPr marL="0" marR="0" lvl="0" indent="0" algn="l" defTabSz="9144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US"/>
              <a:t>[Optional placeholder—Delete this placeholder if you aren’t using it]</a:t>
            </a:r>
          </a:p>
        </p:txBody>
      </p:sp>
      <p:sp>
        <p:nvSpPr>
          <p:cNvPr id="71" name="Rectangle 70">
            <a:extLst>
              <a:ext uri="{FF2B5EF4-FFF2-40B4-BE49-F238E27FC236}">
                <a16:creationId xmlns:a16="http://schemas.microsoft.com/office/drawing/2014/main" id="{10E65810-F0E8-45BE-885C-C4B416AFE65D}"/>
              </a:ext>
            </a:extLst>
          </p:cNvPr>
          <p:cNvSpPr/>
          <p:nvPr userDrawn="1"/>
        </p:nvSpPr>
        <p:spPr>
          <a:xfrm>
            <a:off x="5645682" y="6467927"/>
            <a:ext cx="5986798" cy="307777"/>
          </a:xfrm>
          <a:prstGeom prst="rect">
            <a:avLst/>
          </a:prstGeom>
        </p:spPr>
        <p:txBody>
          <a:bodyPr wrap="square" anchor="b">
            <a:spAutoFit/>
          </a:bodyPr>
          <a:lstStyle/>
          <a:p>
            <a:pPr algn="r"/>
            <a:r>
              <a:rPr lang="en-US" sz="700" dirty="0">
                <a:latin typeface="+mn-lt"/>
              </a:rPr>
              <a:t>© 2026 S&amp;P Global.</a:t>
            </a:r>
            <a:br>
              <a:rPr lang="en-US" sz="700" dirty="0">
                <a:latin typeface="+mn-lt"/>
              </a:rPr>
            </a:br>
            <a:r>
              <a:rPr lang="en-US" sz="700" dirty="0">
                <a:latin typeface="+mn-lt"/>
              </a:rPr>
              <a:t>Permission to reprint or distribute any content from this presentation requires the prior written approval of S&amp;P Global.</a:t>
            </a:r>
          </a:p>
        </p:txBody>
      </p:sp>
    </p:spTree>
    <p:extLst>
      <p:ext uri="{BB962C8B-B14F-4D97-AF65-F5344CB8AC3E}">
        <p14:creationId xmlns:p14="http://schemas.microsoft.com/office/powerpoint/2010/main" val="11907509"/>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Platts_Title White - reports and presentations (hIHS)">
    <p:bg>
      <p:bgRef idx="1001">
        <a:schemeClr val="bg1"/>
      </p:bgRef>
    </p:bg>
    <p:spTree>
      <p:nvGrpSpPr>
        <p:cNvPr id="1" name=""/>
        <p:cNvGrpSpPr/>
        <p:nvPr/>
      </p:nvGrpSpPr>
      <p:grpSpPr>
        <a:xfrm>
          <a:off x="0" y="0"/>
          <a:ext cx="0" cy="0"/>
          <a:chOff x="0" y="0"/>
          <a:chExt cx="0" cy="0"/>
        </a:xfrm>
      </p:grpSpPr>
      <p:sp>
        <p:nvSpPr>
          <p:cNvPr id="9" name="Text Placeholder 17">
            <a:extLst>
              <a:ext uri="{FF2B5EF4-FFF2-40B4-BE49-F238E27FC236}">
                <a16:creationId xmlns:a16="http://schemas.microsoft.com/office/drawing/2014/main" id="{8498AB6A-D245-44A6-BBEF-0361C1A6479E}"/>
              </a:ext>
            </a:extLst>
          </p:cNvPr>
          <p:cNvSpPr>
            <a:spLocks noGrp="1"/>
          </p:cNvSpPr>
          <p:nvPr>
            <p:ph type="body" sz="quarter" idx="18" hasCustomPrompt="1"/>
          </p:nvPr>
        </p:nvSpPr>
        <p:spPr>
          <a:xfrm>
            <a:off x="7162800" y="357520"/>
            <a:ext cx="4469680" cy="233318"/>
          </a:xfrm>
          <a:prstGeom prst="rect">
            <a:avLst/>
          </a:prstGeom>
        </p:spPr>
        <p:txBody>
          <a:bodyPr anchor="ctr">
            <a:noAutofit/>
          </a:bodyPr>
          <a:lstStyle>
            <a:lvl1pPr marL="0" indent="0" algn="r">
              <a:buNone/>
              <a:defRPr sz="1200" b="1">
                <a:solidFill>
                  <a:schemeClr val="accent1"/>
                </a:solidFill>
              </a:defRPr>
            </a:lvl1pPr>
            <a:lvl2pPr marL="0" indent="0">
              <a:buNone/>
              <a:defRPr/>
            </a:lvl2pPr>
            <a:lvl3pPr marL="0" indent="0">
              <a:buNone/>
              <a:defRPr/>
            </a:lvl3pPr>
            <a:lvl4pPr marL="0" indent="0">
              <a:buNone/>
              <a:defRPr/>
            </a:lvl4pPr>
            <a:lvl5pPr marL="0" indent="0">
              <a:buNone/>
              <a:defRPr/>
            </a:lvl5pPr>
          </a:lstStyle>
          <a:p>
            <a:pPr lvl="0"/>
            <a:r>
              <a:rPr lang="en-US"/>
              <a:t>[SERVICE LINE / REPORT TYPE]</a:t>
            </a:r>
          </a:p>
        </p:txBody>
      </p:sp>
      <p:sp>
        <p:nvSpPr>
          <p:cNvPr id="13" name="Title 1">
            <a:extLst>
              <a:ext uri="{FF2B5EF4-FFF2-40B4-BE49-F238E27FC236}">
                <a16:creationId xmlns:a16="http://schemas.microsoft.com/office/drawing/2014/main" id="{11571508-C5DD-4E25-961C-17353D606594}"/>
              </a:ext>
            </a:extLst>
          </p:cNvPr>
          <p:cNvSpPr>
            <a:spLocks noGrp="1"/>
          </p:cNvSpPr>
          <p:nvPr>
            <p:ph type="title" hasCustomPrompt="1"/>
          </p:nvPr>
        </p:nvSpPr>
        <p:spPr>
          <a:xfrm>
            <a:off x="566382" y="1502569"/>
            <a:ext cx="7189020" cy="1629251"/>
          </a:xfrm>
          <a:prstGeom prst="rect">
            <a:avLst/>
          </a:prstGeom>
          <a:noFill/>
        </p:spPr>
        <p:txBody>
          <a:bodyPr anchor="b">
            <a:noAutofit/>
          </a:bodyPr>
          <a:lstStyle>
            <a:lvl1pPr>
              <a:defRPr sz="4400" b="0"/>
            </a:lvl1pPr>
          </a:lstStyle>
          <a:p>
            <a:r>
              <a:rPr lang="en-US"/>
              <a:t>[Title max two lines, shrink to fit – must be at least 32 </a:t>
            </a:r>
            <a:r>
              <a:rPr lang="en-US" err="1"/>
              <a:t>pt</a:t>
            </a:r>
            <a:r>
              <a:rPr lang="en-US"/>
              <a:t>]</a:t>
            </a:r>
          </a:p>
        </p:txBody>
      </p:sp>
      <p:sp>
        <p:nvSpPr>
          <p:cNvPr id="14" name="Text Placeholder 10">
            <a:extLst>
              <a:ext uri="{FF2B5EF4-FFF2-40B4-BE49-F238E27FC236}">
                <a16:creationId xmlns:a16="http://schemas.microsoft.com/office/drawing/2014/main" id="{04BCAB30-4750-4267-8703-0690502ABE44}"/>
              </a:ext>
            </a:extLst>
          </p:cNvPr>
          <p:cNvSpPr>
            <a:spLocks noGrp="1"/>
          </p:cNvSpPr>
          <p:nvPr>
            <p:ph type="body" sz="quarter" idx="14" hasCustomPrompt="1"/>
          </p:nvPr>
        </p:nvSpPr>
        <p:spPr>
          <a:xfrm>
            <a:off x="566928" y="3232340"/>
            <a:ext cx="7189020" cy="576053"/>
          </a:xfrm>
        </p:spPr>
        <p:txBody>
          <a:bodyPr>
            <a:normAutofit/>
          </a:bodyPr>
          <a:lstStyle>
            <a:lvl1pPr marL="0" indent="0">
              <a:buNone/>
              <a:defRPr sz="1800">
                <a:latin typeface="+mn-lt"/>
              </a:defRPr>
            </a:lvl1pPr>
            <a:lvl2pPr marL="0" indent="0">
              <a:buNone/>
              <a:defRPr/>
            </a:lvl2pPr>
            <a:lvl3pPr marL="0" indent="0">
              <a:buNone/>
              <a:defRPr/>
            </a:lvl3pPr>
            <a:lvl4pPr marL="0" indent="0">
              <a:buNone/>
              <a:defRPr/>
            </a:lvl4pPr>
            <a:lvl5pPr marL="0" indent="0">
              <a:buNone/>
              <a:defRPr/>
            </a:lvl5pPr>
          </a:lstStyle>
          <a:p>
            <a:pPr lvl="0"/>
            <a:r>
              <a:rPr lang="en-US"/>
              <a:t>[Subtitle max one line, shrink font size to fit – must be at least 14 </a:t>
            </a:r>
            <a:r>
              <a:rPr lang="en-US" err="1"/>
              <a:t>pt</a:t>
            </a:r>
            <a:r>
              <a:rPr lang="en-US"/>
              <a:t>]</a:t>
            </a:r>
          </a:p>
        </p:txBody>
      </p:sp>
      <p:sp>
        <p:nvSpPr>
          <p:cNvPr id="15" name="Text Placeholder 15">
            <a:extLst>
              <a:ext uri="{FF2B5EF4-FFF2-40B4-BE49-F238E27FC236}">
                <a16:creationId xmlns:a16="http://schemas.microsoft.com/office/drawing/2014/main" id="{093CEC42-A75F-4876-8888-3F2ECFF55BAF}"/>
              </a:ext>
            </a:extLst>
          </p:cNvPr>
          <p:cNvSpPr>
            <a:spLocks noGrp="1"/>
          </p:cNvSpPr>
          <p:nvPr>
            <p:ph type="body" sz="quarter" idx="20" hasCustomPrompt="1"/>
          </p:nvPr>
        </p:nvSpPr>
        <p:spPr>
          <a:xfrm>
            <a:off x="566928" y="3926945"/>
            <a:ext cx="7189020" cy="1864408"/>
          </a:xfrm>
        </p:spPr>
        <p:txBody>
          <a:bodyPr anchor="b">
            <a:noAutofit/>
          </a:bodyPr>
          <a:lstStyle>
            <a:lvl1pPr marL="0" indent="0">
              <a:buNone/>
              <a:defRPr sz="1600"/>
            </a:lvl1pPr>
            <a:lvl2pPr marL="0" indent="0">
              <a:buNone/>
              <a:defRPr sz="1200"/>
            </a:lvl2pPr>
            <a:lvl3pPr marL="0" indent="0">
              <a:buNone/>
              <a:defRPr sz="1200"/>
            </a:lvl3pPr>
            <a:lvl4pPr marL="0" indent="0">
              <a:buNone/>
              <a:defRPr sz="1200"/>
            </a:lvl4pPr>
            <a:lvl5pPr marL="0" indent="0">
              <a:buNone/>
              <a:defRPr sz="1200"/>
            </a:lvl5pPr>
          </a:lstStyle>
          <a:p>
            <a:pPr lvl="0"/>
            <a:r>
              <a:rPr lang="en-US"/>
              <a:t>[First and Last Name / Department / Title]</a:t>
            </a:r>
          </a:p>
          <a:p>
            <a:pPr lvl="0"/>
            <a:r>
              <a:rPr lang="en-US"/>
              <a:t>[First and Last Name / Department / Title]</a:t>
            </a:r>
          </a:p>
          <a:p>
            <a:pPr lvl="0"/>
            <a:r>
              <a:rPr lang="en-US"/>
              <a:t>[First and Last Name / Department / Title]</a:t>
            </a:r>
          </a:p>
          <a:p>
            <a:pPr lvl="0"/>
            <a:r>
              <a:rPr lang="en-US"/>
              <a:t>Also contributing to this report were First and Last name, (no title or division)</a:t>
            </a:r>
          </a:p>
        </p:txBody>
      </p:sp>
      <p:sp>
        <p:nvSpPr>
          <p:cNvPr id="17" name="Text Placeholder 17">
            <a:extLst>
              <a:ext uri="{FF2B5EF4-FFF2-40B4-BE49-F238E27FC236}">
                <a16:creationId xmlns:a16="http://schemas.microsoft.com/office/drawing/2014/main" id="{EBFEFC18-4178-460D-94CF-FE6114DEE4EE}"/>
              </a:ext>
            </a:extLst>
          </p:cNvPr>
          <p:cNvSpPr>
            <a:spLocks noGrp="1"/>
          </p:cNvSpPr>
          <p:nvPr>
            <p:ph type="body" sz="quarter" idx="17" hasCustomPrompt="1"/>
          </p:nvPr>
        </p:nvSpPr>
        <p:spPr>
          <a:xfrm>
            <a:off x="566928" y="5998670"/>
            <a:ext cx="3035808" cy="214805"/>
          </a:xfrm>
        </p:spPr>
        <p:txBody>
          <a:bodyPr>
            <a:normAutofit/>
          </a:bodyPr>
          <a:lstStyle>
            <a:lvl1pPr marL="0" indent="0" algn="l">
              <a:buNone/>
              <a:defRPr sz="1200">
                <a:solidFill>
                  <a:schemeClr val="tx1"/>
                </a:solidFill>
              </a:defRPr>
            </a:lvl1pPr>
            <a:lvl2pPr marL="0" indent="0">
              <a:buNone/>
              <a:defRPr/>
            </a:lvl2pPr>
            <a:lvl3pPr marL="0" indent="0">
              <a:buNone/>
              <a:defRPr/>
            </a:lvl3pPr>
            <a:lvl4pPr marL="0" indent="0">
              <a:buNone/>
              <a:defRPr/>
            </a:lvl4pPr>
            <a:lvl5pPr marL="0" indent="0">
              <a:buNone/>
              <a:defRPr/>
            </a:lvl5pPr>
          </a:lstStyle>
          <a:p>
            <a:pPr lvl="0"/>
            <a:r>
              <a:rPr lang="en-US"/>
              <a:t>[Month DD, 20YY]</a:t>
            </a:r>
          </a:p>
        </p:txBody>
      </p:sp>
      <p:sp>
        <p:nvSpPr>
          <p:cNvPr id="5" name="Picture Placeholder 4">
            <a:extLst>
              <a:ext uri="{FF2B5EF4-FFF2-40B4-BE49-F238E27FC236}">
                <a16:creationId xmlns:a16="http://schemas.microsoft.com/office/drawing/2014/main" id="{78496E54-0E25-491E-9250-6235E2D8C1DF}"/>
              </a:ext>
            </a:extLst>
          </p:cNvPr>
          <p:cNvSpPr>
            <a:spLocks noGrp="1"/>
          </p:cNvSpPr>
          <p:nvPr>
            <p:ph type="pic" sz="quarter" idx="19"/>
          </p:nvPr>
        </p:nvSpPr>
        <p:spPr>
          <a:xfrm>
            <a:off x="7905395" y="1289050"/>
            <a:ext cx="4286605" cy="4924425"/>
          </a:xfrm>
        </p:spPr>
        <p:txBody>
          <a:bodyPr/>
          <a:lstStyle/>
          <a:p>
            <a:r>
              <a:rPr lang="en-US"/>
              <a:t>Click icon to add picture</a:t>
            </a:r>
          </a:p>
        </p:txBody>
      </p:sp>
      <p:sp>
        <p:nvSpPr>
          <p:cNvPr id="2" name="Text Placeholder 17">
            <a:extLst>
              <a:ext uri="{FF2B5EF4-FFF2-40B4-BE49-F238E27FC236}">
                <a16:creationId xmlns:a16="http://schemas.microsoft.com/office/drawing/2014/main" id="{FE429373-F3E5-FE93-2985-3A20602CB30D}"/>
              </a:ext>
            </a:extLst>
          </p:cNvPr>
          <p:cNvSpPr>
            <a:spLocks noGrp="1"/>
          </p:cNvSpPr>
          <p:nvPr>
            <p:ph type="body" sz="quarter" idx="21" hasCustomPrompt="1"/>
          </p:nvPr>
        </p:nvSpPr>
        <p:spPr>
          <a:xfrm>
            <a:off x="566382" y="1502569"/>
            <a:ext cx="5529618" cy="221628"/>
          </a:xfrm>
          <a:prstGeom prst="rect">
            <a:avLst/>
          </a:prstGeom>
        </p:spPr>
        <p:txBody>
          <a:bodyPr>
            <a:noAutofit/>
          </a:bodyPr>
          <a:lstStyle>
            <a:lvl1pPr marL="0" indent="0" algn="l">
              <a:buNone/>
              <a:defRPr sz="1200"/>
            </a:lvl1pPr>
            <a:lvl2pPr marL="0" indent="0">
              <a:buNone/>
              <a:defRPr/>
            </a:lvl2pPr>
            <a:lvl3pPr marL="0" indent="0">
              <a:buNone/>
              <a:defRPr/>
            </a:lvl3pPr>
            <a:lvl4pPr marL="0" indent="0">
              <a:buNone/>
              <a:defRPr/>
            </a:lvl4pPr>
            <a:lvl5pPr marL="0" indent="0">
              <a:buNone/>
              <a:defRPr/>
            </a:lvl5pPr>
          </a:lstStyle>
          <a:p>
            <a:pPr marL="0" marR="0" lvl="0" indent="0" algn="l" defTabSz="9144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US"/>
              <a:t>[Optional placeholder—Delete this placeholder if you aren’t using it]</a:t>
            </a:r>
          </a:p>
        </p:txBody>
      </p:sp>
      <p:sp>
        <p:nvSpPr>
          <p:cNvPr id="71" name="Rectangle 70">
            <a:extLst>
              <a:ext uri="{FF2B5EF4-FFF2-40B4-BE49-F238E27FC236}">
                <a16:creationId xmlns:a16="http://schemas.microsoft.com/office/drawing/2014/main" id="{10E65810-F0E8-45BE-885C-C4B416AFE65D}"/>
              </a:ext>
            </a:extLst>
          </p:cNvPr>
          <p:cNvSpPr/>
          <p:nvPr userDrawn="1"/>
        </p:nvSpPr>
        <p:spPr>
          <a:xfrm>
            <a:off x="5645682" y="6467927"/>
            <a:ext cx="5986798" cy="307777"/>
          </a:xfrm>
          <a:prstGeom prst="rect">
            <a:avLst/>
          </a:prstGeom>
        </p:spPr>
        <p:txBody>
          <a:bodyPr wrap="square" anchor="b">
            <a:spAutoFit/>
          </a:bodyPr>
          <a:lstStyle/>
          <a:p>
            <a:pPr algn="r"/>
            <a:r>
              <a:rPr lang="en-US" sz="700" dirty="0">
                <a:latin typeface="+mn-lt"/>
              </a:rPr>
              <a:t>© 2026 S&amp;P Global.</a:t>
            </a:r>
            <a:br>
              <a:rPr lang="en-US" sz="700" dirty="0">
                <a:latin typeface="+mn-lt"/>
              </a:rPr>
            </a:br>
            <a:r>
              <a:rPr lang="en-US" sz="700" dirty="0">
                <a:latin typeface="+mn-lt"/>
              </a:rPr>
              <a:t>Permission to reprint or distribute any content from this presentation requires the prior written approval of S&amp;P Global.</a:t>
            </a:r>
          </a:p>
        </p:txBody>
      </p:sp>
    </p:spTree>
    <p:extLst>
      <p:ext uri="{BB962C8B-B14F-4D97-AF65-F5344CB8AC3E}">
        <p14:creationId xmlns:p14="http://schemas.microsoft.com/office/powerpoint/2010/main" val="2259215351"/>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chemeClr val="accent5"/>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84C3E0C-55B5-4DE0-B5B2-69464524EA73}"/>
              </a:ext>
              <a:ext uri="{C183D7F6-B498-43B3-948B-1728B52AA6E4}">
                <adec:decorative xmlns:adec="http://schemas.microsoft.com/office/drawing/2017/decorative" val="0"/>
              </a:ext>
            </a:extLst>
          </p:cNvPr>
          <p:cNvSpPr/>
          <p:nvPr userDrawn="1"/>
        </p:nvSpPr>
        <p:spPr>
          <a:xfrm>
            <a:off x="1" y="1470455"/>
            <a:ext cx="12191999" cy="391709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91440" rtlCol="0" anchor="ctr"/>
          <a:lstStyle/>
          <a:p>
            <a:pPr algn="ctr"/>
            <a:r>
              <a:rPr lang="en-US" sz="14000" b="1">
                <a:solidFill>
                  <a:schemeClr val="tx1"/>
                </a:solidFill>
              </a:rPr>
              <a:t>TOC/AGENDA</a:t>
            </a:r>
          </a:p>
        </p:txBody>
      </p:sp>
    </p:spTree>
    <p:extLst>
      <p:ext uri="{BB962C8B-B14F-4D97-AF65-F5344CB8AC3E}">
        <p14:creationId xmlns:p14="http://schemas.microsoft.com/office/powerpoint/2010/main" val="4170077095"/>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Divider Photo 2">
    <p:bg>
      <p:bgRef idx="1001">
        <a:schemeClr val="bg1"/>
      </p:bgRef>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EE788391-9181-4039-9662-943128F9F643}"/>
              </a:ext>
            </a:extLst>
          </p:cNvPr>
          <p:cNvSpPr>
            <a:spLocks noGrp="1"/>
          </p:cNvSpPr>
          <p:nvPr>
            <p:ph type="ftr" sz="quarter" idx="16"/>
          </p:nvPr>
        </p:nvSpPr>
        <p:spPr/>
        <p:txBody>
          <a:bodyPr/>
          <a:lstStyle/>
          <a:p>
            <a:r>
              <a:rPr lang="en-US"/>
              <a:t>Section name (optional) / Title / Month 20YY</a:t>
            </a:r>
          </a:p>
        </p:txBody>
      </p:sp>
      <p:sp>
        <p:nvSpPr>
          <p:cNvPr id="5" name="Slide Number Placeholder 4">
            <a:extLst>
              <a:ext uri="{FF2B5EF4-FFF2-40B4-BE49-F238E27FC236}">
                <a16:creationId xmlns:a16="http://schemas.microsoft.com/office/drawing/2014/main" id="{CC8E1BF1-FE4A-46AB-98F2-7D703B37EFBB}"/>
              </a:ext>
            </a:extLst>
          </p:cNvPr>
          <p:cNvSpPr>
            <a:spLocks noGrp="1"/>
          </p:cNvSpPr>
          <p:nvPr>
            <p:ph type="sldNum" sz="quarter" idx="12"/>
          </p:nvPr>
        </p:nvSpPr>
        <p:spPr/>
        <p:txBody>
          <a:bodyPr/>
          <a:lstStyle/>
          <a:p>
            <a:fld id="{5CFA18E4-D58E-4B28-B105-28D9665A8EBC}" type="slidenum">
              <a:rPr lang="en-US" smtClean="0"/>
              <a:pPr/>
              <a:t>‹#›</a:t>
            </a:fld>
            <a:endParaRPr lang="en-US"/>
          </a:p>
        </p:txBody>
      </p:sp>
      <p:sp>
        <p:nvSpPr>
          <p:cNvPr id="7" name="Title 1">
            <a:extLst>
              <a:ext uri="{FF2B5EF4-FFF2-40B4-BE49-F238E27FC236}">
                <a16:creationId xmlns:a16="http://schemas.microsoft.com/office/drawing/2014/main" id="{C1E8CFFC-BDBD-4E31-B071-4DDAA1454C11}"/>
              </a:ext>
            </a:extLst>
          </p:cNvPr>
          <p:cNvSpPr>
            <a:spLocks noGrp="1"/>
          </p:cNvSpPr>
          <p:nvPr>
            <p:ph type="title" hasCustomPrompt="1"/>
          </p:nvPr>
        </p:nvSpPr>
        <p:spPr>
          <a:xfrm>
            <a:off x="558798" y="456344"/>
            <a:ext cx="5214685" cy="709068"/>
          </a:xfrm>
          <a:prstGeom prst="rect">
            <a:avLst/>
          </a:prstGeom>
        </p:spPr>
        <p:txBody>
          <a:bodyPr anchor="ctr">
            <a:normAutofit/>
          </a:bodyPr>
          <a:lstStyle>
            <a:lvl1pPr>
              <a:defRPr sz="4000"/>
            </a:lvl1pPr>
          </a:lstStyle>
          <a:p>
            <a:r>
              <a:rPr lang="en-US"/>
              <a:t>Table of contents</a:t>
            </a:r>
          </a:p>
        </p:txBody>
      </p:sp>
      <p:sp>
        <p:nvSpPr>
          <p:cNvPr id="9" name="Text Placeholder 2">
            <a:extLst>
              <a:ext uri="{FF2B5EF4-FFF2-40B4-BE49-F238E27FC236}">
                <a16:creationId xmlns:a16="http://schemas.microsoft.com/office/drawing/2014/main" id="{4EBCF259-845B-4BA5-97CB-E81D70E376E7}"/>
              </a:ext>
            </a:extLst>
          </p:cNvPr>
          <p:cNvSpPr>
            <a:spLocks noGrp="1"/>
          </p:cNvSpPr>
          <p:nvPr>
            <p:ph idx="1" hasCustomPrompt="1"/>
          </p:nvPr>
        </p:nvSpPr>
        <p:spPr>
          <a:xfrm>
            <a:off x="567039" y="1289097"/>
            <a:ext cx="5214685" cy="4748525"/>
          </a:xfrm>
          <a:prstGeom prst="rect">
            <a:avLst/>
          </a:prstGeom>
        </p:spPr>
        <p:txBody>
          <a:bodyPr vert="horz" lIns="0" tIns="0" rIns="0" bIns="0" rtlCol="0">
            <a:noAutofit/>
          </a:bodyPr>
          <a:lstStyle>
            <a:lvl1pPr marL="0" indent="0">
              <a:buFontTx/>
              <a:buNone/>
              <a:defRPr/>
            </a:lvl1pPr>
            <a:lvl2pPr marL="169863" indent="0">
              <a:buFontTx/>
              <a:buNone/>
              <a:defRPr/>
            </a:lvl2pPr>
            <a:lvl3pPr marL="341312" indent="0">
              <a:buFontTx/>
              <a:buNone/>
              <a:defRPr/>
            </a:lvl3pPr>
            <a:lvl4pPr marL="517525" indent="0">
              <a:buFontTx/>
              <a:buNone/>
              <a:defRPr/>
            </a:lvl4pPr>
            <a:lvl5pPr marL="687387" indent="0">
              <a:buFontTx/>
              <a:buNone/>
              <a:defRPr/>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Second level</a:t>
            </a:r>
          </a:p>
        </p:txBody>
      </p:sp>
      <p:sp>
        <p:nvSpPr>
          <p:cNvPr id="8" name="Picture Placeholder 6">
            <a:extLst>
              <a:ext uri="{FF2B5EF4-FFF2-40B4-BE49-F238E27FC236}">
                <a16:creationId xmlns:a16="http://schemas.microsoft.com/office/drawing/2014/main" id="{DF119F31-B551-49BE-B486-88A63B1BDA06}"/>
              </a:ext>
            </a:extLst>
          </p:cNvPr>
          <p:cNvSpPr>
            <a:spLocks noGrp="1"/>
          </p:cNvSpPr>
          <p:nvPr>
            <p:ph type="pic" sz="quarter" idx="15" hasCustomPrompt="1"/>
          </p:nvPr>
        </p:nvSpPr>
        <p:spPr>
          <a:xfrm>
            <a:off x="6098117" y="479784"/>
            <a:ext cx="6093883" cy="5557838"/>
          </a:xfrm>
          <a:prstGeom prst="rect">
            <a:avLst/>
          </a:prstGeom>
          <a:noFill/>
        </p:spPr>
        <p:txBody>
          <a:bodyPr anchor="ctr"/>
          <a:lstStyle>
            <a:lvl1pPr marL="0" indent="0" algn="ctr">
              <a:buNone/>
              <a:defRPr/>
            </a:lvl1pPr>
          </a:lstStyle>
          <a:p>
            <a:r>
              <a:rPr lang="en-US"/>
              <a:t>[Insert photo]</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957780289"/>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Agenda - presentations">
    <p:bg>
      <p:bgRef idx="1001">
        <a:schemeClr val="bg1"/>
      </p:bgRef>
    </p:bg>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CC8E1BF1-FE4A-46AB-98F2-7D703B37EFBB}"/>
              </a:ext>
            </a:extLst>
          </p:cNvPr>
          <p:cNvSpPr>
            <a:spLocks noGrp="1"/>
          </p:cNvSpPr>
          <p:nvPr>
            <p:ph type="sldNum" sz="quarter" idx="12"/>
          </p:nvPr>
        </p:nvSpPr>
        <p:spPr/>
        <p:txBody>
          <a:bodyPr/>
          <a:lstStyle/>
          <a:p>
            <a:fld id="{5CFA18E4-D58E-4B28-B105-28D9665A8EBC}" type="slidenum">
              <a:rPr lang="en-US" smtClean="0"/>
              <a:pPr/>
              <a:t>‹#›</a:t>
            </a:fld>
            <a:endParaRPr lang="en-US"/>
          </a:p>
        </p:txBody>
      </p:sp>
      <p:sp>
        <p:nvSpPr>
          <p:cNvPr id="6" name="TextBox 5">
            <a:extLst>
              <a:ext uri="{FF2B5EF4-FFF2-40B4-BE49-F238E27FC236}">
                <a16:creationId xmlns:a16="http://schemas.microsoft.com/office/drawing/2014/main" id="{D1AB2D4B-61B8-4F93-BE55-9F895DB392B2}"/>
              </a:ext>
            </a:extLst>
          </p:cNvPr>
          <p:cNvSpPr txBox="1"/>
          <p:nvPr userDrawn="1"/>
        </p:nvSpPr>
        <p:spPr>
          <a:xfrm>
            <a:off x="558799" y="3694832"/>
            <a:ext cx="3583709" cy="615553"/>
          </a:xfrm>
          <a:prstGeom prst="rect">
            <a:avLst/>
          </a:prstGeom>
          <a:noFill/>
        </p:spPr>
        <p:txBody>
          <a:bodyPr wrap="square" lIns="0" tIns="0" rIns="0" bIns="0" rtlCol="0" anchor="ctr">
            <a:spAutoFit/>
          </a:bodyPr>
          <a:lstStyle/>
          <a:p>
            <a:pPr algn="l">
              <a:spcAft>
                <a:spcPts val="200"/>
              </a:spcAft>
            </a:pPr>
            <a:r>
              <a:rPr lang="en-US" sz="4000"/>
              <a:t>Agenda</a:t>
            </a:r>
          </a:p>
        </p:txBody>
      </p:sp>
      <p:sp>
        <p:nvSpPr>
          <p:cNvPr id="53" name="Text Placeholder 5">
            <a:extLst>
              <a:ext uri="{FF2B5EF4-FFF2-40B4-BE49-F238E27FC236}">
                <a16:creationId xmlns:a16="http://schemas.microsoft.com/office/drawing/2014/main" id="{7ADECE40-364B-4CC4-B417-72EED8D3C3F4}"/>
              </a:ext>
            </a:extLst>
          </p:cNvPr>
          <p:cNvSpPr>
            <a:spLocks noGrp="1"/>
          </p:cNvSpPr>
          <p:nvPr>
            <p:ph type="body" sz="quarter" idx="14" hasCustomPrompt="1"/>
          </p:nvPr>
        </p:nvSpPr>
        <p:spPr>
          <a:xfrm>
            <a:off x="6607175" y="1951891"/>
            <a:ext cx="5026025" cy="4101436"/>
          </a:xfrm>
          <a:prstGeom prst="rect">
            <a:avLst/>
          </a:prstGeom>
        </p:spPr>
        <p:txBody>
          <a:bodyPr anchor="ctr"/>
          <a:lstStyle>
            <a:lvl1pPr marL="0" indent="0">
              <a:buFont typeface="Arial" panose="020B0604020202020204" pitchFamily="34" charset="0"/>
              <a:buChar char="​"/>
              <a:defRPr sz="2400"/>
            </a:lvl1pPr>
            <a:lvl2pPr marL="228600" indent="-228600">
              <a:defRPr sz="1800"/>
            </a:lvl2pPr>
          </a:lstStyle>
          <a:p>
            <a:pPr lvl="0"/>
            <a:r>
              <a:rPr lang="en-US"/>
              <a:t>[Click to add content items]</a:t>
            </a:r>
          </a:p>
          <a:p>
            <a:pPr lvl="1"/>
            <a:r>
              <a:rPr lang="en-US"/>
              <a:t>Second level</a:t>
            </a:r>
          </a:p>
        </p:txBody>
      </p:sp>
      <p:pic>
        <p:nvPicPr>
          <p:cNvPr id="100" name="Image 0" descr="https://snp-mediaportal.qbank.se/assets/deployedFiles/0171221a07b0be1374ebaa6bc786f2b5.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2373127651"/>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1224" userDrawn="1">
          <p15:clr>
            <a:srgbClr val="FBAE40"/>
          </p15:clr>
        </p15:guide>
        <p15:guide id="2" orient="horz" pos="3816" userDrawn="1">
          <p15:clr>
            <a:srgbClr val="FBAE4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OC - reports">
    <p:bg>
      <p:bgRef idx="1001">
        <a:schemeClr val="bg1"/>
      </p:bgRef>
    </p:bg>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CC8E1BF1-FE4A-46AB-98F2-7D703B37EFBB}"/>
              </a:ext>
            </a:extLst>
          </p:cNvPr>
          <p:cNvSpPr>
            <a:spLocks noGrp="1"/>
          </p:cNvSpPr>
          <p:nvPr>
            <p:ph type="sldNum" sz="quarter" idx="12"/>
          </p:nvPr>
        </p:nvSpPr>
        <p:spPr/>
        <p:txBody>
          <a:bodyPr/>
          <a:lstStyle/>
          <a:p>
            <a:fld id="{5CFA18E4-D58E-4B28-B105-28D9665A8EBC}" type="slidenum">
              <a:rPr lang="en-US" smtClean="0"/>
              <a:pPr/>
              <a:t>‹#›</a:t>
            </a:fld>
            <a:endParaRPr lang="en-US"/>
          </a:p>
        </p:txBody>
      </p:sp>
      <p:sp>
        <p:nvSpPr>
          <p:cNvPr id="4" name="TextBox 3">
            <a:extLst>
              <a:ext uri="{FF2B5EF4-FFF2-40B4-BE49-F238E27FC236}">
                <a16:creationId xmlns:a16="http://schemas.microsoft.com/office/drawing/2014/main" id="{368E778E-5794-4781-A782-DE31D3000154}"/>
              </a:ext>
            </a:extLst>
          </p:cNvPr>
          <p:cNvSpPr txBox="1"/>
          <p:nvPr userDrawn="1"/>
        </p:nvSpPr>
        <p:spPr>
          <a:xfrm>
            <a:off x="567038" y="323644"/>
            <a:ext cx="11064240" cy="369332"/>
          </a:xfrm>
          <a:prstGeom prst="rect">
            <a:avLst/>
          </a:prstGeom>
          <a:noFill/>
        </p:spPr>
        <p:txBody>
          <a:bodyPr wrap="square" lIns="0" tIns="0" rIns="0" bIns="0" rtlCol="0">
            <a:spAutoFit/>
          </a:bodyPr>
          <a:lstStyle/>
          <a:p>
            <a:pPr algn="l"/>
            <a:r>
              <a:rPr lang="en-US" sz="2400"/>
              <a:t>Table of contents</a:t>
            </a:r>
          </a:p>
        </p:txBody>
      </p:sp>
      <p:sp>
        <p:nvSpPr>
          <p:cNvPr id="10" name="Content Placeholder 2">
            <a:extLst>
              <a:ext uri="{FF2B5EF4-FFF2-40B4-BE49-F238E27FC236}">
                <a16:creationId xmlns:a16="http://schemas.microsoft.com/office/drawing/2014/main" id="{85F1D6E6-A55C-4ECB-8E20-E9695CD41CD9}"/>
              </a:ext>
            </a:extLst>
          </p:cNvPr>
          <p:cNvSpPr>
            <a:spLocks noGrp="1"/>
          </p:cNvSpPr>
          <p:nvPr>
            <p:ph sz="quarter" idx="17" hasCustomPrompt="1"/>
          </p:nvPr>
        </p:nvSpPr>
        <p:spPr>
          <a:xfrm>
            <a:off x="567037" y="1257300"/>
            <a:ext cx="11060913" cy="4937760"/>
          </a:xfrm>
        </p:spPr>
        <p:txBody>
          <a:bodyPr numCol="2" spcCol="914400"/>
          <a:lstStyle>
            <a:lvl1pPr>
              <a:tabLst>
                <a:tab pos="5081588" algn="r"/>
              </a:tabLst>
              <a:defRPr/>
            </a:lvl1pPr>
            <a:lvl2pPr>
              <a:tabLst>
                <a:tab pos="5081588" algn="r"/>
              </a:tabLst>
              <a:defRPr/>
            </a:lvl2pPr>
            <a:lvl3pPr>
              <a:tabLst>
                <a:tab pos="5081588" algn="r"/>
              </a:tabLst>
              <a:defRPr/>
            </a:lvl3pPr>
            <a:lvl4pPr>
              <a:tabLst>
                <a:tab pos="5081588" algn="r"/>
              </a:tabLst>
              <a:defRPr/>
            </a:lvl4pPr>
            <a:lvl5pPr>
              <a:tabLst>
                <a:tab pos="5081588" algn="r"/>
              </a:tabLst>
              <a:defRPr/>
            </a:lvl5p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2892228768"/>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1224" userDrawn="1">
          <p15:clr>
            <a:srgbClr val="FBAE40"/>
          </p15:clr>
        </p15:guide>
        <p15:guide id="2" orient="horz" pos="3816" userDrawn="1">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chemeClr val="accent5"/>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84C3E0C-55B5-4DE0-B5B2-69464524EA73}"/>
              </a:ext>
              <a:ext uri="{C183D7F6-B498-43B3-948B-1728B52AA6E4}">
                <adec:decorative xmlns:adec="http://schemas.microsoft.com/office/drawing/2017/decorative" val="0"/>
              </a:ext>
            </a:extLst>
          </p:cNvPr>
          <p:cNvSpPr/>
          <p:nvPr userDrawn="1"/>
        </p:nvSpPr>
        <p:spPr>
          <a:xfrm>
            <a:off x="1" y="1470455"/>
            <a:ext cx="12191999" cy="391709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91440" rtlCol="0" anchor="ctr"/>
          <a:lstStyle/>
          <a:p>
            <a:pPr algn="ctr"/>
            <a:r>
              <a:rPr lang="en-US" sz="14000" b="1">
                <a:solidFill>
                  <a:schemeClr val="tx1"/>
                </a:solidFill>
              </a:rPr>
              <a:t>BIOS</a:t>
            </a:r>
          </a:p>
        </p:txBody>
      </p:sp>
    </p:spTree>
    <p:extLst>
      <p:ext uri="{BB962C8B-B14F-4D97-AF65-F5344CB8AC3E}">
        <p14:creationId xmlns:p14="http://schemas.microsoft.com/office/powerpoint/2010/main" val="1120239314"/>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Single Author">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F5BE700C-9B65-48D2-B989-340A545D1AF8}"/>
              </a:ext>
            </a:extLst>
          </p:cNvPr>
          <p:cNvSpPr>
            <a:spLocks noGrp="1"/>
          </p:cNvSpPr>
          <p:nvPr>
            <p:ph type="sldNum" sz="quarter" idx="10"/>
          </p:nvPr>
        </p:nvSpPr>
        <p:spPr/>
        <p:txBody>
          <a:bodyPr/>
          <a:lstStyle/>
          <a:p>
            <a:fld id="{5CFA18E4-D58E-4B28-B105-28D9665A8EBC}" type="slidenum">
              <a:rPr lang="en-US" smtClean="0"/>
              <a:pPr/>
              <a:t>‹#›</a:t>
            </a:fld>
            <a:endParaRPr lang="en-US"/>
          </a:p>
        </p:txBody>
      </p:sp>
      <p:sp>
        <p:nvSpPr>
          <p:cNvPr id="4" name="Title 1">
            <a:extLst>
              <a:ext uri="{FF2B5EF4-FFF2-40B4-BE49-F238E27FC236}">
                <a16:creationId xmlns:a16="http://schemas.microsoft.com/office/drawing/2014/main" id="{2138754E-07B4-4557-9122-37777C75797C}"/>
              </a:ext>
            </a:extLst>
          </p:cNvPr>
          <p:cNvSpPr>
            <a:spLocks noGrp="1"/>
          </p:cNvSpPr>
          <p:nvPr>
            <p:ph type="title" hasCustomPrompt="1"/>
          </p:nvPr>
        </p:nvSpPr>
        <p:spPr>
          <a:xfrm>
            <a:off x="567039" y="342900"/>
            <a:ext cx="11062709" cy="826183"/>
          </a:xfrm>
        </p:spPr>
        <p:txBody>
          <a:bodyPr/>
          <a:lstStyle>
            <a:lvl1pPr>
              <a:defRPr lang="en-US" sz="2400" kern="1200" dirty="0">
                <a:solidFill>
                  <a:schemeClr val="tx1"/>
                </a:solidFill>
                <a:latin typeface="+mj-lt"/>
                <a:ea typeface="+mj-ea"/>
                <a:cs typeface="+mj-cs"/>
              </a:defRPr>
            </a:lvl1pPr>
          </a:lstStyle>
          <a:p>
            <a:r>
              <a:rPr lang="en-US"/>
              <a:t>[Presenter/Moderator/Panelist] – select a title</a:t>
            </a:r>
          </a:p>
        </p:txBody>
      </p:sp>
      <p:sp>
        <p:nvSpPr>
          <p:cNvPr id="10" name="Picture Placeholder 17">
            <a:extLst>
              <a:ext uri="{FF2B5EF4-FFF2-40B4-BE49-F238E27FC236}">
                <a16:creationId xmlns:a16="http://schemas.microsoft.com/office/drawing/2014/main" id="{D96010C1-4595-4367-B9F6-DB15F9269834}"/>
              </a:ext>
            </a:extLst>
          </p:cNvPr>
          <p:cNvSpPr>
            <a:spLocks noGrp="1"/>
          </p:cNvSpPr>
          <p:nvPr>
            <p:ph type="pic" sz="quarter" idx="23" hasCustomPrompt="1"/>
          </p:nvPr>
        </p:nvSpPr>
        <p:spPr>
          <a:xfrm>
            <a:off x="569373" y="1903422"/>
            <a:ext cx="2194560" cy="2194560"/>
          </a:xfrm>
          <a:prstGeom prst="ellipse">
            <a:avLst/>
          </a:prstGeom>
          <a:pattFill prst="pct5">
            <a:fgClr>
              <a:schemeClr val="accent1"/>
            </a:fgClr>
            <a:bgClr>
              <a:schemeClr val="bg1"/>
            </a:bgClr>
          </a:pattFill>
          <a:ln w="38100">
            <a:solidFill>
              <a:schemeClr val="accent5"/>
            </a:solidFill>
          </a:ln>
        </p:spPr>
        <p:txBody>
          <a:bodyPr anchor="ctr"/>
          <a:lstStyle>
            <a:lvl1pPr marL="0" indent="0" algn="ctr">
              <a:buNone/>
              <a:defRPr b="1"/>
            </a:lvl1pPr>
          </a:lstStyle>
          <a:p>
            <a:r>
              <a:rPr lang="en-US"/>
              <a:t>Click to add portrait photo or remove</a:t>
            </a:r>
          </a:p>
        </p:txBody>
      </p:sp>
      <p:sp>
        <p:nvSpPr>
          <p:cNvPr id="9" name="Text Placeholder 6">
            <a:extLst>
              <a:ext uri="{FF2B5EF4-FFF2-40B4-BE49-F238E27FC236}">
                <a16:creationId xmlns:a16="http://schemas.microsoft.com/office/drawing/2014/main" id="{458F1CB7-C380-4D98-8B57-644A777302F2}"/>
              </a:ext>
            </a:extLst>
          </p:cNvPr>
          <p:cNvSpPr>
            <a:spLocks noGrp="1"/>
          </p:cNvSpPr>
          <p:nvPr>
            <p:ph type="body" sz="quarter" idx="24" hasCustomPrompt="1"/>
          </p:nvPr>
        </p:nvSpPr>
        <p:spPr>
          <a:xfrm>
            <a:off x="3136392" y="1903413"/>
            <a:ext cx="8493356" cy="2187575"/>
          </a:xfrm>
          <a:prstGeom prst="rect">
            <a:avLst/>
          </a:prstGeom>
        </p:spPr>
        <p:txBody>
          <a:bodyPr anchor="ctr"/>
          <a:lstStyle>
            <a:lvl1pPr marL="0" indent="0">
              <a:lnSpc>
                <a:spcPct val="100000"/>
              </a:lnSpc>
              <a:spcBef>
                <a:spcPts val="0"/>
              </a:spcBef>
              <a:spcAft>
                <a:spcPts val="600"/>
              </a:spcAft>
              <a:buFontTx/>
              <a:buNone/>
              <a:defRPr/>
            </a:lvl1pPr>
            <a:lvl2pPr marL="183764" indent="0">
              <a:buFontTx/>
              <a:buNone/>
              <a:defRPr/>
            </a:lvl2pPr>
            <a:lvl3pPr marL="397056" indent="0">
              <a:buFontTx/>
              <a:buNone/>
              <a:defRPr/>
            </a:lvl3pPr>
            <a:lvl4pPr marL="566913" indent="0">
              <a:buFontTx/>
              <a:buNone/>
              <a:defRPr/>
            </a:lvl4pPr>
            <a:lvl5pPr marL="740645" indent="0">
              <a:buFontTx/>
              <a:buNone/>
              <a:defRPr/>
            </a:lvl5pPr>
          </a:lstStyle>
          <a:p>
            <a:pPr lvl="0"/>
            <a:r>
              <a:rPr lang="en-US"/>
              <a:t>Copy and paste the first paragraph of your bio here</a:t>
            </a:r>
          </a:p>
        </p:txBody>
      </p:sp>
      <p:sp>
        <p:nvSpPr>
          <p:cNvPr id="5" name="Text Placeholder 7">
            <a:extLst>
              <a:ext uri="{FF2B5EF4-FFF2-40B4-BE49-F238E27FC236}">
                <a16:creationId xmlns:a16="http://schemas.microsoft.com/office/drawing/2014/main" id="{2BFEA3C9-368E-4564-8216-477D103F8884}"/>
              </a:ext>
            </a:extLst>
          </p:cNvPr>
          <p:cNvSpPr>
            <a:spLocks noGrp="1"/>
          </p:cNvSpPr>
          <p:nvPr>
            <p:ph type="body" sz="quarter" idx="13" hasCustomPrompt="1"/>
          </p:nvPr>
        </p:nvSpPr>
        <p:spPr>
          <a:xfrm>
            <a:off x="574912" y="4258763"/>
            <a:ext cx="5512296" cy="332160"/>
          </a:xfrm>
          <a:prstGeom prst="rect">
            <a:avLst/>
          </a:prstGeom>
        </p:spPr>
        <p:txBody>
          <a:bodyPr anchor="ctr">
            <a:noAutofit/>
          </a:bodyPr>
          <a:lstStyle>
            <a:lvl1pPr marL="0" indent="0">
              <a:spcBef>
                <a:spcPts val="0"/>
              </a:spcBef>
              <a:spcAft>
                <a:spcPts val="0"/>
              </a:spcAft>
              <a:buNone/>
              <a:defRPr sz="1800" b="0">
                <a:solidFill>
                  <a:schemeClr val="tx1"/>
                </a:solidFill>
              </a:defRPr>
            </a:lvl1pPr>
            <a:lvl2pPr marL="169858" indent="0">
              <a:buNone/>
              <a:defRPr/>
            </a:lvl2pPr>
          </a:lstStyle>
          <a:p>
            <a:pPr lvl="0"/>
            <a:r>
              <a:rPr lang="en-US"/>
              <a:t>Click to add name</a:t>
            </a:r>
          </a:p>
        </p:txBody>
      </p:sp>
      <p:sp>
        <p:nvSpPr>
          <p:cNvPr id="6" name="Text Placeholder 7">
            <a:extLst>
              <a:ext uri="{FF2B5EF4-FFF2-40B4-BE49-F238E27FC236}">
                <a16:creationId xmlns:a16="http://schemas.microsoft.com/office/drawing/2014/main" id="{4A29EB88-5E45-4FD8-93B5-97649F1F7C7B}"/>
              </a:ext>
            </a:extLst>
          </p:cNvPr>
          <p:cNvSpPr>
            <a:spLocks noGrp="1"/>
          </p:cNvSpPr>
          <p:nvPr>
            <p:ph type="body" sz="quarter" idx="14" hasCustomPrompt="1"/>
          </p:nvPr>
        </p:nvSpPr>
        <p:spPr>
          <a:xfrm>
            <a:off x="574912" y="4656700"/>
            <a:ext cx="5515344" cy="392985"/>
          </a:xfrm>
          <a:prstGeom prst="rect">
            <a:avLst/>
          </a:prstGeom>
        </p:spPr>
        <p:txBody>
          <a:bodyPr anchor="t">
            <a:noAutofit/>
          </a:bodyPr>
          <a:lstStyle>
            <a:lvl1pPr marL="0" indent="0">
              <a:spcBef>
                <a:spcPts val="0"/>
              </a:spcBef>
              <a:spcAft>
                <a:spcPts val="0"/>
              </a:spcAft>
              <a:buNone/>
              <a:defRPr sz="1400" b="0" i="0"/>
            </a:lvl1pPr>
            <a:lvl2pPr marL="169858" indent="0">
              <a:buNone/>
              <a:defRPr/>
            </a:lvl2pPr>
          </a:lstStyle>
          <a:p>
            <a:pPr lvl="0"/>
            <a:r>
              <a:rPr lang="en-US"/>
              <a:t>Click to add title and company</a:t>
            </a:r>
          </a:p>
        </p:txBody>
      </p:sp>
      <p:sp>
        <p:nvSpPr>
          <p:cNvPr id="7" name="Text Placeholder 7">
            <a:extLst>
              <a:ext uri="{FF2B5EF4-FFF2-40B4-BE49-F238E27FC236}">
                <a16:creationId xmlns:a16="http://schemas.microsoft.com/office/drawing/2014/main" id="{B7A4A313-FD4C-48FC-8393-47C4FDF1DEB7}"/>
              </a:ext>
            </a:extLst>
          </p:cNvPr>
          <p:cNvSpPr>
            <a:spLocks noGrp="1"/>
          </p:cNvSpPr>
          <p:nvPr>
            <p:ph type="body" sz="quarter" idx="15" hasCustomPrompt="1"/>
          </p:nvPr>
        </p:nvSpPr>
        <p:spPr>
          <a:xfrm>
            <a:off x="583704" y="5118885"/>
            <a:ext cx="5512296" cy="332160"/>
          </a:xfrm>
          <a:prstGeom prst="rect">
            <a:avLst/>
          </a:prstGeom>
        </p:spPr>
        <p:txBody>
          <a:bodyPr anchor="ctr">
            <a:noAutofit/>
          </a:bodyPr>
          <a:lstStyle>
            <a:lvl1pPr marL="0" indent="0">
              <a:buNone/>
              <a:defRPr sz="1400" b="0"/>
            </a:lvl1pPr>
            <a:lvl2pPr marL="169858" indent="0">
              <a:buNone/>
              <a:defRPr/>
            </a:lvl2pPr>
          </a:lstStyle>
          <a:p>
            <a:r>
              <a:rPr lang="en-US"/>
              <a:t>Click to add email</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3019557955"/>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2 Authors">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575D78A-CDD8-43A2-B722-4DD086071CBD}"/>
              </a:ext>
            </a:extLst>
          </p:cNvPr>
          <p:cNvSpPr>
            <a:spLocks noGrp="1"/>
          </p:cNvSpPr>
          <p:nvPr>
            <p:ph type="sldNum" sz="quarter" idx="10"/>
          </p:nvPr>
        </p:nvSpPr>
        <p:spPr/>
        <p:txBody>
          <a:bodyPr/>
          <a:lstStyle/>
          <a:p>
            <a:fld id="{5CFA18E4-D58E-4B28-B105-28D9665A8EBC}" type="slidenum">
              <a:rPr lang="en-US" smtClean="0"/>
              <a:pPr/>
              <a:t>‹#›</a:t>
            </a:fld>
            <a:endParaRPr lang="en-US"/>
          </a:p>
        </p:txBody>
      </p:sp>
      <p:sp>
        <p:nvSpPr>
          <p:cNvPr id="4" name="Title 1">
            <a:extLst>
              <a:ext uri="{FF2B5EF4-FFF2-40B4-BE49-F238E27FC236}">
                <a16:creationId xmlns:a16="http://schemas.microsoft.com/office/drawing/2014/main" id="{F20E5D11-48D2-46CF-8380-BEEF8C7D0E67}"/>
              </a:ext>
            </a:extLst>
          </p:cNvPr>
          <p:cNvSpPr>
            <a:spLocks noGrp="1"/>
          </p:cNvSpPr>
          <p:nvPr>
            <p:ph type="title" hasCustomPrompt="1"/>
          </p:nvPr>
        </p:nvSpPr>
        <p:spPr>
          <a:xfrm>
            <a:off x="567039" y="342900"/>
            <a:ext cx="11062709" cy="826183"/>
          </a:xfrm>
        </p:spPr>
        <p:txBody>
          <a:bodyPr/>
          <a:lstStyle>
            <a:lvl1pPr>
              <a:defRPr lang="en-US" sz="2400" kern="1200" dirty="0">
                <a:solidFill>
                  <a:schemeClr val="tx1"/>
                </a:solidFill>
                <a:latin typeface="+mj-lt"/>
                <a:ea typeface="+mj-ea"/>
                <a:cs typeface="+mj-cs"/>
              </a:defRPr>
            </a:lvl1pPr>
          </a:lstStyle>
          <a:p>
            <a:r>
              <a:rPr lang="en-US"/>
              <a:t>[Presenters/Moderators/Panelists] – select a title</a:t>
            </a:r>
          </a:p>
        </p:txBody>
      </p:sp>
      <p:sp>
        <p:nvSpPr>
          <p:cNvPr id="17" name="Picture Placeholder 17">
            <a:extLst>
              <a:ext uri="{FF2B5EF4-FFF2-40B4-BE49-F238E27FC236}">
                <a16:creationId xmlns:a16="http://schemas.microsoft.com/office/drawing/2014/main" id="{0963E4D1-F246-4469-BECB-540CBCA1B881}"/>
              </a:ext>
            </a:extLst>
          </p:cNvPr>
          <p:cNvSpPr>
            <a:spLocks noGrp="1"/>
          </p:cNvSpPr>
          <p:nvPr>
            <p:ph type="pic" sz="quarter" idx="23" hasCustomPrompt="1"/>
          </p:nvPr>
        </p:nvSpPr>
        <p:spPr>
          <a:xfrm>
            <a:off x="569373" y="1903422"/>
            <a:ext cx="2194560" cy="2194560"/>
          </a:xfrm>
          <a:prstGeom prst="ellipse">
            <a:avLst/>
          </a:prstGeom>
          <a:pattFill prst="pct5">
            <a:fgClr>
              <a:schemeClr val="accent1"/>
            </a:fgClr>
            <a:bgClr>
              <a:schemeClr val="bg1"/>
            </a:bgClr>
          </a:pattFill>
          <a:ln w="38100">
            <a:solidFill>
              <a:schemeClr val="accent5"/>
            </a:solidFill>
          </a:ln>
        </p:spPr>
        <p:txBody>
          <a:bodyPr vert="horz" lIns="0" tIns="0" rIns="0" bIns="0" rtlCol="0" anchor="ctr">
            <a:noAutofit/>
          </a:bodyPr>
          <a:lstStyle>
            <a:lvl1pPr>
              <a:defRPr lang="en-US" b="1" dirty="0"/>
            </a:lvl1pPr>
          </a:lstStyle>
          <a:p>
            <a:pPr marL="0" lvl="0" indent="0" algn="ctr">
              <a:buNone/>
            </a:pPr>
            <a:r>
              <a:rPr lang="en-US"/>
              <a:t>Click to add portrait photo or remove</a:t>
            </a:r>
          </a:p>
        </p:txBody>
      </p:sp>
      <p:sp>
        <p:nvSpPr>
          <p:cNvPr id="13" name="Text Placeholder 7">
            <a:extLst>
              <a:ext uri="{FF2B5EF4-FFF2-40B4-BE49-F238E27FC236}">
                <a16:creationId xmlns:a16="http://schemas.microsoft.com/office/drawing/2014/main" id="{DB8E4F65-339D-453C-B85E-9390244580C0}"/>
              </a:ext>
            </a:extLst>
          </p:cNvPr>
          <p:cNvSpPr>
            <a:spLocks noGrp="1"/>
          </p:cNvSpPr>
          <p:nvPr>
            <p:ph type="body" sz="quarter" idx="13" hasCustomPrompt="1"/>
          </p:nvPr>
        </p:nvSpPr>
        <p:spPr>
          <a:xfrm>
            <a:off x="574912" y="4258763"/>
            <a:ext cx="5512296" cy="332160"/>
          </a:xfrm>
          <a:prstGeom prst="rect">
            <a:avLst/>
          </a:prstGeom>
        </p:spPr>
        <p:txBody>
          <a:bodyPr anchor="ctr">
            <a:noAutofit/>
          </a:bodyPr>
          <a:lstStyle>
            <a:lvl1pPr marL="0" indent="0">
              <a:spcBef>
                <a:spcPts val="0"/>
              </a:spcBef>
              <a:spcAft>
                <a:spcPts val="0"/>
              </a:spcAft>
              <a:buNone/>
              <a:defRPr sz="1800" b="0">
                <a:solidFill>
                  <a:schemeClr val="tx1"/>
                </a:solidFill>
              </a:defRPr>
            </a:lvl1pPr>
            <a:lvl2pPr marL="169858" indent="0">
              <a:buNone/>
              <a:defRPr/>
            </a:lvl2pPr>
          </a:lstStyle>
          <a:p>
            <a:pPr lvl="0"/>
            <a:r>
              <a:rPr lang="en-US"/>
              <a:t>Click to add name</a:t>
            </a:r>
          </a:p>
        </p:txBody>
      </p:sp>
      <p:sp>
        <p:nvSpPr>
          <p:cNvPr id="14" name="Text Placeholder 7">
            <a:extLst>
              <a:ext uri="{FF2B5EF4-FFF2-40B4-BE49-F238E27FC236}">
                <a16:creationId xmlns:a16="http://schemas.microsoft.com/office/drawing/2014/main" id="{DA958ED2-3569-4C3C-A692-B6B92B99E2F1}"/>
              </a:ext>
            </a:extLst>
          </p:cNvPr>
          <p:cNvSpPr>
            <a:spLocks noGrp="1"/>
          </p:cNvSpPr>
          <p:nvPr>
            <p:ph type="body" sz="quarter" idx="14" hasCustomPrompt="1"/>
          </p:nvPr>
        </p:nvSpPr>
        <p:spPr>
          <a:xfrm>
            <a:off x="574912" y="4656700"/>
            <a:ext cx="5515344" cy="392985"/>
          </a:xfrm>
          <a:prstGeom prst="rect">
            <a:avLst/>
          </a:prstGeom>
        </p:spPr>
        <p:txBody>
          <a:bodyPr anchor="t">
            <a:noAutofit/>
          </a:bodyPr>
          <a:lstStyle>
            <a:lvl1pPr marL="0" indent="0">
              <a:spcBef>
                <a:spcPts val="0"/>
              </a:spcBef>
              <a:spcAft>
                <a:spcPts val="0"/>
              </a:spcAft>
              <a:buNone/>
              <a:defRPr sz="1400" b="0" i="0"/>
            </a:lvl1pPr>
            <a:lvl2pPr marL="169858" indent="0">
              <a:buNone/>
              <a:defRPr/>
            </a:lvl2pPr>
          </a:lstStyle>
          <a:p>
            <a:pPr lvl="0"/>
            <a:r>
              <a:rPr lang="en-US"/>
              <a:t>Click to add title and company</a:t>
            </a:r>
          </a:p>
        </p:txBody>
      </p:sp>
      <p:sp>
        <p:nvSpPr>
          <p:cNvPr id="15" name="Text Placeholder 7">
            <a:extLst>
              <a:ext uri="{FF2B5EF4-FFF2-40B4-BE49-F238E27FC236}">
                <a16:creationId xmlns:a16="http://schemas.microsoft.com/office/drawing/2014/main" id="{BA3389FA-8A63-4288-9A98-59EC19AC4E5F}"/>
              </a:ext>
            </a:extLst>
          </p:cNvPr>
          <p:cNvSpPr>
            <a:spLocks noGrp="1"/>
          </p:cNvSpPr>
          <p:nvPr>
            <p:ph type="body" sz="quarter" idx="15" hasCustomPrompt="1"/>
          </p:nvPr>
        </p:nvSpPr>
        <p:spPr>
          <a:xfrm>
            <a:off x="583704" y="5118885"/>
            <a:ext cx="5512296" cy="332160"/>
          </a:xfrm>
          <a:prstGeom prst="rect">
            <a:avLst/>
          </a:prstGeom>
        </p:spPr>
        <p:txBody>
          <a:bodyPr anchor="ctr">
            <a:noAutofit/>
          </a:bodyPr>
          <a:lstStyle>
            <a:lvl1pPr marL="0" indent="0">
              <a:buNone/>
              <a:defRPr sz="1400" b="0"/>
            </a:lvl1pPr>
            <a:lvl2pPr marL="169858" indent="0">
              <a:buNone/>
              <a:defRPr/>
            </a:lvl2pPr>
          </a:lstStyle>
          <a:p>
            <a:r>
              <a:rPr lang="en-US"/>
              <a:t>Click to add email</a:t>
            </a:r>
          </a:p>
        </p:txBody>
      </p:sp>
      <p:sp>
        <p:nvSpPr>
          <p:cNvPr id="9" name="Picture Placeholder 17">
            <a:extLst>
              <a:ext uri="{FF2B5EF4-FFF2-40B4-BE49-F238E27FC236}">
                <a16:creationId xmlns:a16="http://schemas.microsoft.com/office/drawing/2014/main" id="{2A8E5B0D-3D58-4517-81C4-D7B36DC30599}"/>
              </a:ext>
            </a:extLst>
          </p:cNvPr>
          <p:cNvSpPr>
            <a:spLocks noGrp="1"/>
          </p:cNvSpPr>
          <p:nvPr>
            <p:ph type="pic" sz="quarter" idx="24" hasCustomPrompt="1"/>
          </p:nvPr>
        </p:nvSpPr>
        <p:spPr>
          <a:xfrm>
            <a:off x="6527866" y="1903422"/>
            <a:ext cx="2194560" cy="2194560"/>
          </a:xfrm>
          <a:prstGeom prst="ellipse">
            <a:avLst/>
          </a:prstGeom>
          <a:pattFill prst="pct5">
            <a:fgClr>
              <a:schemeClr val="accent1"/>
            </a:fgClr>
            <a:bgClr>
              <a:schemeClr val="bg1"/>
            </a:bgClr>
          </a:pattFill>
          <a:ln w="38100">
            <a:solidFill>
              <a:schemeClr val="accent5"/>
            </a:solidFill>
          </a:ln>
        </p:spPr>
        <p:txBody>
          <a:bodyPr vert="horz" lIns="0" tIns="0" rIns="0" bIns="0" rtlCol="0" anchor="ctr">
            <a:noAutofit/>
          </a:bodyPr>
          <a:lstStyle>
            <a:lvl1pPr>
              <a:defRPr lang="en-US" b="1" dirty="0"/>
            </a:lvl1pPr>
          </a:lstStyle>
          <a:p>
            <a:pPr marL="0" lvl="0" indent="0" algn="ctr">
              <a:buNone/>
            </a:pPr>
            <a:r>
              <a:rPr lang="en-US"/>
              <a:t>Click to add portrait photo or remove</a:t>
            </a:r>
          </a:p>
        </p:txBody>
      </p:sp>
      <p:sp>
        <p:nvSpPr>
          <p:cNvPr id="10" name="Text Placeholder 7">
            <a:extLst>
              <a:ext uri="{FF2B5EF4-FFF2-40B4-BE49-F238E27FC236}">
                <a16:creationId xmlns:a16="http://schemas.microsoft.com/office/drawing/2014/main" id="{4B4B870D-FC17-4918-9CBB-99F7941BFFA4}"/>
              </a:ext>
            </a:extLst>
          </p:cNvPr>
          <p:cNvSpPr>
            <a:spLocks noGrp="1"/>
          </p:cNvSpPr>
          <p:nvPr>
            <p:ph type="body" sz="quarter" idx="25" hasCustomPrompt="1"/>
          </p:nvPr>
        </p:nvSpPr>
        <p:spPr>
          <a:xfrm>
            <a:off x="6527865" y="4249619"/>
            <a:ext cx="5093091" cy="332160"/>
          </a:xfrm>
          <a:prstGeom prst="rect">
            <a:avLst/>
          </a:prstGeom>
        </p:spPr>
        <p:txBody>
          <a:bodyPr anchor="ctr">
            <a:noAutofit/>
          </a:bodyPr>
          <a:lstStyle>
            <a:lvl1pPr marL="0" indent="0">
              <a:spcBef>
                <a:spcPts val="0"/>
              </a:spcBef>
              <a:spcAft>
                <a:spcPts val="0"/>
              </a:spcAft>
              <a:buNone/>
              <a:defRPr sz="1800" b="0">
                <a:solidFill>
                  <a:schemeClr val="tx1"/>
                </a:solidFill>
              </a:defRPr>
            </a:lvl1pPr>
            <a:lvl2pPr marL="169858" indent="0">
              <a:buNone/>
              <a:defRPr/>
            </a:lvl2pPr>
          </a:lstStyle>
          <a:p>
            <a:pPr lvl="0"/>
            <a:r>
              <a:rPr lang="en-US"/>
              <a:t>Click to add name</a:t>
            </a:r>
          </a:p>
        </p:txBody>
      </p:sp>
      <p:sp>
        <p:nvSpPr>
          <p:cNvPr id="11" name="Text Placeholder 7">
            <a:extLst>
              <a:ext uri="{FF2B5EF4-FFF2-40B4-BE49-F238E27FC236}">
                <a16:creationId xmlns:a16="http://schemas.microsoft.com/office/drawing/2014/main" id="{59E5C66B-6906-4F19-BF8F-DC836C6943AE}"/>
              </a:ext>
            </a:extLst>
          </p:cNvPr>
          <p:cNvSpPr>
            <a:spLocks noGrp="1"/>
          </p:cNvSpPr>
          <p:nvPr>
            <p:ph type="body" sz="quarter" idx="26" hasCustomPrompt="1"/>
          </p:nvPr>
        </p:nvSpPr>
        <p:spPr>
          <a:xfrm>
            <a:off x="6527865" y="4647556"/>
            <a:ext cx="5095907" cy="392985"/>
          </a:xfrm>
          <a:prstGeom prst="rect">
            <a:avLst/>
          </a:prstGeom>
        </p:spPr>
        <p:txBody>
          <a:bodyPr anchor="t">
            <a:noAutofit/>
          </a:bodyPr>
          <a:lstStyle>
            <a:lvl1pPr marL="0" indent="0">
              <a:spcBef>
                <a:spcPts val="0"/>
              </a:spcBef>
              <a:spcAft>
                <a:spcPts val="0"/>
              </a:spcAft>
              <a:buNone/>
              <a:defRPr sz="1400" b="0" i="0"/>
            </a:lvl1pPr>
            <a:lvl2pPr marL="169858" indent="0">
              <a:buNone/>
              <a:defRPr/>
            </a:lvl2pPr>
          </a:lstStyle>
          <a:p>
            <a:pPr lvl="0"/>
            <a:r>
              <a:rPr lang="en-US"/>
              <a:t>Click to add title and company</a:t>
            </a:r>
          </a:p>
        </p:txBody>
      </p:sp>
      <p:sp>
        <p:nvSpPr>
          <p:cNvPr id="12" name="Text Placeholder 7">
            <a:extLst>
              <a:ext uri="{FF2B5EF4-FFF2-40B4-BE49-F238E27FC236}">
                <a16:creationId xmlns:a16="http://schemas.microsoft.com/office/drawing/2014/main" id="{A0732281-1662-446D-BF97-1F36FDA2C65B}"/>
              </a:ext>
            </a:extLst>
          </p:cNvPr>
          <p:cNvSpPr>
            <a:spLocks noGrp="1"/>
          </p:cNvSpPr>
          <p:nvPr>
            <p:ph type="body" sz="quarter" idx="27" hasCustomPrompt="1"/>
          </p:nvPr>
        </p:nvSpPr>
        <p:spPr>
          <a:xfrm>
            <a:off x="6536657" y="5109741"/>
            <a:ext cx="5093091" cy="332160"/>
          </a:xfrm>
          <a:prstGeom prst="rect">
            <a:avLst/>
          </a:prstGeom>
        </p:spPr>
        <p:txBody>
          <a:bodyPr anchor="ctr">
            <a:noAutofit/>
          </a:bodyPr>
          <a:lstStyle>
            <a:lvl1pPr marL="0" indent="0">
              <a:buNone/>
              <a:defRPr sz="1400" b="0"/>
            </a:lvl1pPr>
            <a:lvl2pPr marL="169858" indent="0">
              <a:buNone/>
              <a:defRPr/>
            </a:lvl2pPr>
          </a:lstStyle>
          <a:p>
            <a:r>
              <a:rPr lang="en-US"/>
              <a:t>Click to add email</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1323458603"/>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3 Authors">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575D78A-CDD8-43A2-B722-4DD086071CBD}"/>
              </a:ext>
            </a:extLst>
          </p:cNvPr>
          <p:cNvSpPr>
            <a:spLocks noGrp="1"/>
          </p:cNvSpPr>
          <p:nvPr>
            <p:ph type="sldNum" sz="quarter" idx="10"/>
          </p:nvPr>
        </p:nvSpPr>
        <p:spPr/>
        <p:txBody>
          <a:bodyPr/>
          <a:lstStyle/>
          <a:p>
            <a:fld id="{5CFA18E4-D58E-4B28-B105-28D9665A8EBC}" type="slidenum">
              <a:rPr lang="en-US" smtClean="0"/>
              <a:pPr/>
              <a:t>‹#›</a:t>
            </a:fld>
            <a:endParaRPr lang="en-US"/>
          </a:p>
        </p:txBody>
      </p:sp>
      <p:sp>
        <p:nvSpPr>
          <p:cNvPr id="4" name="Title 1">
            <a:extLst>
              <a:ext uri="{FF2B5EF4-FFF2-40B4-BE49-F238E27FC236}">
                <a16:creationId xmlns:a16="http://schemas.microsoft.com/office/drawing/2014/main" id="{F20E5D11-48D2-46CF-8380-BEEF8C7D0E67}"/>
              </a:ext>
            </a:extLst>
          </p:cNvPr>
          <p:cNvSpPr>
            <a:spLocks noGrp="1"/>
          </p:cNvSpPr>
          <p:nvPr>
            <p:ph type="title" hasCustomPrompt="1"/>
          </p:nvPr>
        </p:nvSpPr>
        <p:spPr>
          <a:xfrm>
            <a:off x="567039" y="342900"/>
            <a:ext cx="11062709" cy="826183"/>
          </a:xfrm>
        </p:spPr>
        <p:txBody>
          <a:bodyPr/>
          <a:lstStyle>
            <a:lvl1pPr>
              <a:defRPr lang="en-US" sz="2400" kern="1200" dirty="0">
                <a:solidFill>
                  <a:schemeClr val="tx1"/>
                </a:solidFill>
                <a:latin typeface="+mj-lt"/>
                <a:ea typeface="+mj-ea"/>
                <a:cs typeface="+mj-cs"/>
              </a:defRPr>
            </a:lvl1pPr>
          </a:lstStyle>
          <a:p>
            <a:r>
              <a:rPr lang="en-US"/>
              <a:t>[Presenters/Moderators/Panelists] – select a title</a:t>
            </a:r>
          </a:p>
        </p:txBody>
      </p:sp>
      <p:sp>
        <p:nvSpPr>
          <p:cNvPr id="16" name="Picture Placeholder 17">
            <a:extLst>
              <a:ext uri="{FF2B5EF4-FFF2-40B4-BE49-F238E27FC236}">
                <a16:creationId xmlns:a16="http://schemas.microsoft.com/office/drawing/2014/main" id="{E18A9881-DF3F-4314-8841-AAA80E908A97}"/>
              </a:ext>
            </a:extLst>
          </p:cNvPr>
          <p:cNvSpPr>
            <a:spLocks noGrp="1"/>
          </p:cNvSpPr>
          <p:nvPr>
            <p:ph type="pic" sz="quarter" idx="23" hasCustomPrompt="1"/>
          </p:nvPr>
        </p:nvSpPr>
        <p:spPr>
          <a:xfrm>
            <a:off x="569373" y="1903422"/>
            <a:ext cx="2194560" cy="2194560"/>
          </a:xfrm>
          <a:prstGeom prst="ellipse">
            <a:avLst/>
          </a:prstGeom>
          <a:pattFill prst="pct5">
            <a:fgClr>
              <a:schemeClr val="accent1"/>
            </a:fgClr>
            <a:bgClr>
              <a:schemeClr val="bg1"/>
            </a:bgClr>
          </a:pattFill>
          <a:ln w="38100">
            <a:solidFill>
              <a:schemeClr val="accent5"/>
            </a:solidFill>
          </a:ln>
        </p:spPr>
        <p:txBody>
          <a:bodyPr vert="horz" lIns="0" tIns="0" rIns="0" bIns="0" rtlCol="0" anchor="ctr">
            <a:noAutofit/>
          </a:bodyPr>
          <a:lstStyle>
            <a:lvl1pPr>
              <a:defRPr lang="en-US" b="1" dirty="0"/>
            </a:lvl1pPr>
          </a:lstStyle>
          <a:p>
            <a:pPr marL="0" lvl="0" indent="0" algn="ctr">
              <a:buNone/>
            </a:pPr>
            <a:r>
              <a:rPr lang="en-US"/>
              <a:t>Click to add portrait photo or remove</a:t>
            </a:r>
          </a:p>
        </p:txBody>
      </p:sp>
      <p:sp>
        <p:nvSpPr>
          <p:cNvPr id="13" name="Text Placeholder 7">
            <a:extLst>
              <a:ext uri="{FF2B5EF4-FFF2-40B4-BE49-F238E27FC236}">
                <a16:creationId xmlns:a16="http://schemas.microsoft.com/office/drawing/2014/main" id="{DB8E4F65-339D-453C-B85E-9390244580C0}"/>
              </a:ext>
            </a:extLst>
          </p:cNvPr>
          <p:cNvSpPr>
            <a:spLocks noGrp="1"/>
          </p:cNvSpPr>
          <p:nvPr>
            <p:ph type="body" sz="quarter" idx="13" hasCustomPrompt="1"/>
          </p:nvPr>
        </p:nvSpPr>
        <p:spPr>
          <a:xfrm>
            <a:off x="569372" y="4258763"/>
            <a:ext cx="3396175" cy="332160"/>
          </a:xfrm>
          <a:prstGeom prst="rect">
            <a:avLst/>
          </a:prstGeom>
        </p:spPr>
        <p:txBody>
          <a:bodyPr anchor="ctr">
            <a:noAutofit/>
          </a:bodyPr>
          <a:lstStyle>
            <a:lvl1pPr marL="0" indent="0">
              <a:spcBef>
                <a:spcPts val="0"/>
              </a:spcBef>
              <a:spcAft>
                <a:spcPts val="0"/>
              </a:spcAft>
              <a:buNone/>
              <a:defRPr sz="1800" b="0">
                <a:solidFill>
                  <a:schemeClr val="tx1"/>
                </a:solidFill>
              </a:defRPr>
            </a:lvl1pPr>
            <a:lvl2pPr marL="169858" indent="0">
              <a:buNone/>
              <a:defRPr/>
            </a:lvl2pPr>
          </a:lstStyle>
          <a:p>
            <a:pPr lvl="0"/>
            <a:r>
              <a:rPr lang="en-US"/>
              <a:t>Click to add name</a:t>
            </a:r>
          </a:p>
        </p:txBody>
      </p:sp>
      <p:sp>
        <p:nvSpPr>
          <p:cNvPr id="14" name="Text Placeholder 7">
            <a:extLst>
              <a:ext uri="{FF2B5EF4-FFF2-40B4-BE49-F238E27FC236}">
                <a16:creationId xmlns:a16="http://schemas.microsoft.com/office/drawing/2014/main" id="{DA958ED2-3569-4C3C-A692-B6B92B99E2F1}"/>
              </a:ext>
            </a:extLst>
          </p:cNvPr>
          <p:cNvSpPr>
            <a:spLocks noGrp="1"/>
          </p:cNvSpPr>
          <p:nvPr>
            <p:ph type="body" sz="quarter" idx="14" hasCustomPrompt="1"/>
          </p:nvPr>
        </p:nvSpPr>
        <p:spPr>
          <a:xfrm>
            <a:off x="569372" y="4656700"/>
            <a:ext cx="3398053" cy="392985"/>
          </a:xfrm>
          <a:prstGeom prst="rect">
            <a:avLst/>
          </a:prstGeom>
        </p:spPr>
        <p:txBody>
          <a:bodyPr anchor="t">
            <a:noAutofit/>
          </a:bodyPr>
          <a:lstStyle>
            <a:lvl1pPr marL="0" indent="0">
              <a:spcBef>
                <a:spcPts val="0"/>
              </a:spcBef>
              <a:spcAft>
                <a:spcPts val="0"/>
              </a:spcAft>
              <a:buNone/>
              <a:defRPr sz="1400" b="0" i="0"/>
            </a:lvl1pPr>
            <a:lvl2pPr marL="169858" indent="0">
              <a:buNone/>
              <a:defRPr/>
            </a:lvl2pPr>
          </a:lstStyle>
          <a:p>
            <a:pPr lvl="0"/>
            <a:r>
              <a:rPr lang="en-US"/>
              <a:t>Click to add title and company</a:t>
            </a:r>
          </a:p>
        </p:txBody>
      </p:sp>
      <p:sp>
        <p:nvSpPr>
          <p:cNvPr id="15" name="Text Placeholder 7">
            <a:extLst>
              <a:ext uri="{FF2B5EF4-FFF2-40B4-BE49-F238E27FC236}">
                <a16:creationId xmlns:a16="http://schemas.microsoft.com/office/drawing/2014/main" id="{BA3389FA-8A63-4288-9A98-59EC19AC4E5F}"/>
              </a:ext>
            </a:extLst>
          </p:cNvPr>
          <p:cNvSpPr>
            <a:spLocks noGrp="1"/>
          </p:cNvSpPr>
          <p:nvPr>
            <p:ph type="body" sz="quarter" idx="15" hasCustomPrompt="1"/>
          </p:nvPr>
        </p:nvSpPr>
        <p:spPr>
          <a:xfrm>
            <a:off x="578164" y="5118885"/>
            <a:ext cx="3396175" cy="332160"/>
          </a:xfrm>
          <a:prstGeom prst="rect">
            <a:avLst/>
          </a:prstGeom>
        </p:spPr>
        <p:txBody>
          <a:bodyPr anchor="ctr">
            <a:noAutofit/>
          </a:bodyPr>
          <a:lstStyle>
            <a:lvl1pPr marL="0" indent="0">
              <a:buNone/>
              <a:defRPr sz="1400" b="0"/>
            </a:lvl1pPr>
            <a:lvl2pPr marL="169858" indent="0">
              <a:buNone/>
              <a:defRPr/>
            </a:lvl2pPr>
          </a:lstStyle>
          <a:p>
            <a:r>
              <a:rPr lang="en-US"/>
              <a:t>Click to add email</a:t>
            </a:r>
          </a:p>
        </p:txBody>
      </p:sp>
      <p:sp>
        <p:nvSpPr>
          <p:cNvPr id="18" name="Picture Placeholder 17">
            <a:extLst>
              <a:ext uri="{FF2B5EF4-FFF2-40B4-BE49-F238E27FC236}">
                <a16:creationId xmlns:a16="http://schemas.microsoft.com/office/drawing/2014/main" id="{C592B89A-95D5-4D3F-9919-D8C4397786C1}"/>
              </a:ext>
            </a:extLst>
          </p:cNvPr>
          <p:cNvSpPr>
            <a:spLocks noGrp="1"/>
          </p:cNvSpPr>
          <p:nvPr>
            <p:ph type="pic" sz="quarter" idx="24" hasCustomPrompt="1"/>
          </p:nvPr>
        </p:nvSpPr>
        <p:spPr>
          <a:xfrm>
            <a:off x="4448624" y="1903422"/>
            <a:ext cx="2194560" cy="2194560"/>
          </a:xfrm>
          <a:prstGeom prst="ellipse">
            <a:avLst/>
          </a:prstGeom>
          <a:pattFill prst="pct5">
            <a:fgClr>
              <a:schemeClr val="accent1"/>
            </a:fgClr>
            <a:bgClr>
              <a:schemeClr val="bg1"/>
            </a:bgClr>
          </a:pattFill>
          <a:ln w="38100">
            <a:solidFill>
              <a:schemeClr val="accent5"/>
            </a:solidFill>
          </a:ln>
        </p:spPr>
        <p:txBody>
          <a:bodyPr vert="horz" lIns="0" tIns="0" rIns="0" bIns="0" rtlCol="0" anchor="ctr">
            <a:noAutofit/>
          </a:bodyPr>
          <a:lstStyle>
            <a:lvl1pPr>
              <a:defRPr lang="en-US" b="1" dirty="0"/>
            </a:lvl1pPr>
          </a:lstStyle>
          <a:p>
            <a:pPr marL="0" lvl="0" indent="0" algn="ctr">
              <a:buNone/>
            </a:pPr>
            <a:r>
              <a:rPr lang="en-US"/>
              <a:t>Click to add portrait photo or remove</a:t>
            </a:r>
          </a:p>
        </p:txBody>
      </p:sp>
      <p:sp>
        <p:nvSpPr>
          <p:cNvPr id="19" name="Text Placeholder 7">
            <a:extLst>
              <a:ext uri="{FF2B5EF4-FFF2-40B4-BE49-F238E27FC236}">
                <a16:creationId xmlns:a16="http://schemas.microsoft.com/office/drawing/2014/main" id="{B44B7B59-8A0C-4D95-9D25-5E3DF480AAAB}"/>
              </a:ext>
            </a:extLst>
          </p:cNvPr>
          <p:cNvSpPr>
            <a:spLocks noGrp="1"/>
          </p:cNvSpPr>
          <p:nvPr>
            <p:ph type="body" sz="quarter" idx="25" hasCustomPrompt="1"/>
          </p:nvPr>
        </p:nvSpPr>
        <p:spPr>
          <a:xfrm>
            <a:off x="4430937" y="4249619"/>
            <a:ext cx="3396175" cy="332160"/>
          </a:xfrm>
          <a:prstGeom prst="rect">
            <a:avLst/>
          </a:prstGeom>
        </p:spPr>
        <p:txBody>
          <a:bodyPr anchor="ctr">
            <a:noAutofit/>
          </a:bodyPr>
          <a:lstStyle>
            <a:lvl1pPr marL="0" indent="0">
              <a:spcBef>
                <a:spcPts val="0"/>
              </a:spcBef>
              <a:spcAft>
                <a:spcPts val="0"/>
              </a:spcAft>
              <a:buNone/>
              <a:defRPr sz="1800" b="0">
                <a:solidFill>
                  <a:schemeClr val="tx1"/>
                </a:solidFill>
              </a:defRPr>
            </a:lvl1pPr>
            <a:lvl2pPr marL="169858" indent="0">
              <a:buNone/>
              <a:defRPr/>
            </a:lvl2pPr>
          </a:lstStyle>
          <a:p>
            <a:pPr lvl="0"/>
            <a:r>
              <a:rPr lang="en-US"/>
              <a:t>Click to add name</a:t>
            </a:r>
          </a:p>
        </p:txBody>
      </p:sp>
      <p:sp>
        <p:nvSpPr>
          <p:cNvPr id="20" name="Text Placeholder 7">
            <a:extLst>
              <a:ext uri="{FF2B5EF4-FFF2-40B4-BE49-F238E27FC236}">
                <a16:creationId xmlns:a16="http://schemas.microsoft.com/office/drawing/2014/main" id="{D867FDEA-93C7-4652-AC2F-743293039C3C}"/>
              </a:ext>
            </a:extLst>
          </p:cNvPr>
          <p:cNvSpPr>
            <a:spLocks noGrp="1"/>
          </p:cNvSpPr>
          <p:nvPr>
            <p:ph type="body" sz="quarter" idx="26" hasCustomPrompt="1"/>
          </p:nvPr>
        </p:nvSpPr>
        <p:spPr>
          <a:xfrm>
            <a:off x="4430937" y="4647556"/>
            <a:ext cx="3398053" cy="392985"/>
          </a:xfrm>
          <a:prstGeom prst="rect">
            <a:avLst/>
          </a:prstGeom>
        </p:spPr>
        <p:txBody>
          <a:bodyPr anchor="t">
            <a:noAutofit/>
          </a:bodyPr>
          <a:lstStyle>
            <a:lvl1pPr marL="0" indent="0">
              <a:spcBef>
                <a:spcPts val="0"/>
              </a:spcBef>
              <a:spcAft>
                <a:spcPts val="0"/>
              </a:spcAft>
              <a:buNone/>
              <a:defRPr sz="1400" b="0" i="0"/>
            </a:lvl1pPr>
            <a:lvl2pPr marL="169858" indent="0">
              <a:buNone/>
              <a:defRPr/>
            </a:lvl2pPr>
          </a:lstStyle>
          <a:p>
            <a:pPr lvl="0"/>
            <a:r>
              <a:rPr lang="en-US"/>
              <a:t>Click to add title and company</a:t>
            </a:r>
          </a:p>
        </p:txBody>
      </p:sp>
      <p:sp>
        <p:nvSpPr>
          <p:cNvPr id="21" name="Text Placeholder 7">
            <a:extLst>
              <a:ext uri="{FF2B5EF4-FFF2-40B4-BE49-F238E27FC236}">
                <a16:creationId xmlns:a16="http://schemas.microsoft.com/office/drawing/2014/main" id="{5F3E5738-3EED-47E4-B437-5701BE83D5BB}"/>
              </a:ext>
            </a:extLst>
          </p:cNvPr>
          <p:cNvSpPr>
            <a:spLocks noGrp="1"/>
          </p:cNvSpPr>
          <p:nvPr>
            <p:ph type="body" sz="quarter" idx="27" hasCustomPrompt="1"/>
          </p:nvPr>
        </p:nvSpPr>
        <p:spPr>
          <a:xfrm>
            <a:off x="4439729" y="5109741"/>
            <a:ext cx="3396175" cy="332160"/>
          </a:xfrm>
          <a:prstGeom prst="rect">
            <a:avLst/>
          </a:prstGeom>
        </p:spPr>
        <p:txBody>
          <a:bodyPr anchor="ctr">
            <a:noAutofit/>
          </a:bodyPr>
          <a:lstStyle>
            <a:lvl1pPr marL="0" indent="0">
              <a:buNone/>
              <a:defRPr sz="1400" b="0"/>
            </a:lvl1pPr>
            <a:lvl2pPr marL="169858" indent="0">
              <a:buNone/>
              <a:defRPr/>
            </a:lvl2pPr>
          </a:lstStyle>
          <a:p>
            <a:r>
              <a:rPr lang="en-US"/>
              <a:t>Click to add email</a:t>
            </a:r>
          </a:p>
        </p:txBody>
      </p:sp>
      <p:sp>
        <p:nvSpPr>
          <p:cNvPr id="22" name="Picture Placeholder 17">
            <a:extLst>
              <a:ext uri="{FF2B5EF4-FFF2-40B4-BE49-F238E27FC236}">
                <a16:creationId xmlns:a16="http://schemas.microsoft.com/office/drawing/2014/main" id="{565A1BAD-5C48-4C0D-AE93-5DBA70892675}"/>
              </a:ext>
            </a:extLst>
          </p:cNvPr>
          <p:cNvSpPr>
            <a:spLocks noGrp="1"/>
          </p:cNvSpPr>
          <p:nvPr>
            <p:ph type="pic" sz="quarter" idx="28" hasCustomPrompt="1"/>
          </p:nvPr>
        </p:nvSpPr>
        <p:spPr>
          <a:xfrm>
            <a:off x="8224782" y="1903422"/>
            <a:ext cx="2194560" cy="2194560"/>
          </a:xfrm>
          <a:prstGeom prst="ellipse">
            <a:avLst/>
          </a:prstGeom>
          <a:pattFill prst="pct5">
            <a:fgClr>
              <a:schemeClr val="accent1"/>
            </a:fgClr>
            <a:bgClr>
              <a:schemeClr val="bg1"/>
            </a:bgClr>
          </a:pattFill>
          <a:ln w="38100">
            <a:solidFill>
              <a:schemeClr val="accent5"/>
            </a:solidFill>
          </a:ln>
        </p:spPr>
        <p:txBody>
          <a:bodyPr vert="horz" lIns="0" tIns="0" rIns="0" bIns="0" rtlCol="0" anchor="ctr">
            <a:noAutofit/>
          </a:bodyPr>
          <a:lstStyle>
            <a:lvl1pPr>
              <a:defRPr lang="en-US" b="1" dirty="0"/>
            </a:lvl1pPr>
          </a:lstStyle>
          <a:p>
            <a:pPr marL="0" lvl="0" indent="0" algn="ctr">
              <a:buNone/>
            </a:pPr>
            <a:r>
              <a:rPr lang="en-US"/>
              <a:t>Click to add portrait photo or remove</a:t>
            </a:r>
          </a:p>
        </p:txBody>
      </p:sp>
      <p:sp>
        <p:nvSpPr>
          <p:cNvPr id="23" name="Text Placeholder 7">
            <a:extLst>
              <a:ext uri="{FF2B5EF4-FFF2-40B4-BE49-F238E27FC236}">
                <a16:creationId xmlns:a16="http://schemas.microsoft.com/office/drawing/2014/main" id="{EA3D350B-6C94-4545-86A9-0AD2FE58305E}"/>
              </a:ext>
            </a:extLst>
          </p:cNvPr>
          <p:cNvSpPr>
            <a:spLocks noGrp="1"/>
          </p:cNvSpPr>
          <p:nvPr>
            <p:ph type="body" sz="quarter" idx="29" hasCustomPrompt="1"/>
          </p:nvPr>
        </p:nvSpPr>
        <p:spPr>
          <a:xfrm>
            <a:off x="8224781" y="4249619"/>
            <a:ext cx="3396175" cy="332160"/>
          </a:xfrm>
          <a:prstGeom prst="rect">
            <a:avLst/>
          </a:prstGeom>
        </p:spPr>
        <p:txBody>
          <a:bodyPr anchor="ctr">
            <a:noAutofit/>
          </a:bodyPr>
          <a:lstStyle>
            <a:lvl1pPr marL="0" indent="0">
              <a:spcBef>
                <a:spcPts val="0"/>
              </a:spcBef>
              <a:spcAft>
                <a:spcPts val="0"/>
              </a:spcAft>
              <a:buNone/>
              <a:defRPr sz="1800" b="0">
                <a:solidFill>
                  <a:schemeClr val="tx1"/>
                </a:solidFill>
              </a:defRPr>
            </a:lvl1pPr>
            <a:lvl2pPr marL="169858" indent="0">
              <a:buNone/>
              <a:defRPr/>
            </a:lvl2pPr>
          </a:lstStyle>
          <a:p>
            <a:pPr lvl="0"/>
            <a:r>
              <a:rPr lang="en-US"/>
              <a:t>Click to add name</a:t>
            </a:r>
          </a:p>
        </p:txBody>
      </p:sp>
      <p:sp>
        <p:nvSpPr>
          <p:cNvPr id="24" name="Text Placeholder 7">
            <a:extLst>
              <a:ext uri="{FF2B5EF4-FFF2-40B4-BE49-F238E27FC236}">
                <a16:creationId xmlns:a16="http://schemas.microsoft.com/office/drawing/2014/main" id="{FEEFE4CE-79A1-47ED-A87A-3656BFD65401}"/>
              </a:ext>
            </a:extLst>
          </p:cNvPr>
          <p:cNvSpPr>
            <a:spLocks noGrp="1"/>
          </p:cNvSpPr>
          <p:nvPr>
            <p:ph type="body" sz="quarter" idx="30" hasCustomPrompt="1"/>
          </p:nvPr>
        </p:nvSpPr>
        <p:spPr>
          <a:xfrm>
            <a:off x="8224781" y="4647556"/>
            <a:ext cx="3398053" cy="392985"/>
          </a:xfrm>
          <a:prstGeom prst="rect">
            <a:avLst/>
          </a:prstGeom>
        </p:spPr>
        <p:txBody>
          <a:bodyPr anchor="t">
            <a:noAutofit/>
          </a:bodyPr>
          <a:lstStyle>
            <a:lvl1pPr marL="0" indent="0">
              <a:spcBef>
                <a:spcPts val="0"/>
              </a:spcBef>
              <a:spcAft>
                <a:spcPts val="0"/>
              </a:spcAft>
              <a:buNone/>
              <a:defRPr sz="1400" b="0" i="0"/>
            </a:lvl1pPr>
            <a:lvl2pPr marL="169858" indent="0">
              <a:buNone/>
              <a:defRPr/>
            </a:lvl2pPr>
          </a:lstStyle>
          <a:p>
            <a:pPr lvl="0"/>
            <a:r>
              <a:rPr lang="en-US"/>
              <a:t>Click to add title and company</a:t>
            </a:r>
          </a:p>
        </p:txBody>
      </p:sp>
      <p:sp>
        <p:nvSpPr>
          <p:cNvPr id="25" name="Text Placeholder 7">
            <a:extLst>
              <a:ext uri="{FF2B5EF4-FFF2-40B4-BE49-F238E27FC236}">
                <a16:creationId xmlns:a16="http://schemas.microsoft.com/office/drawing/2014/main" id="{35772D5C-CDC5-422E-9C96-517E55AE44FE}"/>
              </a:ext>
            </a:extLst>
          </p:cNvPr>
          <p:cNvSpPr>
            <a:spLocks noGrp="1"/>
          </p:cNvSpPr>
          <p:nvPr>
            <p:ph type="body" sz="quarter" idx="31" hasCustomPrompt="1"/>
          </p:nvPr>
        </p:nvSpPr>
        <p:spPr>
          <a:xfrm>
            <a:off x="8233573" y="5109741"/>
            <a:ext cx="3396175" cy="332160"/>
          </a:xfrm>
          <a:prstGeom prst="rect">
            <a:avLst/>
          </a:prstGeom>
        </p:spPr>
        <p:txBody>
          <a:bodyPr anchor="ctr">
            <a:noAutofit/>
          </a:bodyPr>
          <a:lstStyle>
            <a:lvl1pPr marL="0" indent="0">
              <a:buNone/>
              <a:defRPr sz="1400" b="0"/>
            </a:lvl1pPr>
            <a:lvl2pPr marL="169858" indent="0">
              <a:buNone/>
              <a:defRPr/>
            </a:lvl2pPr>
          </a:lstStyle>
          <a:p>
            <a:r>
              <a:rPr lang="en-US"/>
              <a:t>Click to add email</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3819715706"/>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4 Authors">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9D0302A-6B11-4359-9340-D7697342E077}"/>
              </a:ext>
            </a:extLst>
          </p:cNvPr>
          <p:cNvSpPr>
            <a:spLocks noGrp="1"/>
          </p:cNvSpPr>
          <p:nvPr>
            <p:ph type="sldNum" sz="quarter" idx="10"/>
          </p:nvPr>
        </p:nvSpPr>
        <p:spPr/>
        <p:txBody>
          <a:bodyPr/>
          <a:lstStyle/>
          <a:p>
            <a:fld id="{5CFA18E4-D58E-4B28-B105-28D9665A8EBC}" type="slidenum">
              <a:rPr lang="en-US" smtClean="0"/>
              <a:pPr/>
              <a:t>‹#›</a:t>
            </a:fld>
            <a:endParaRPr lang="en-US"/>
          </a:p>
        </p:txBody>
      </p:sp>
      <p:sp>
        <p:nvSpPr>
          <p:cNvPr id="4" name="Title 1">
            <a:extLst>
              <a:ext uri="{FF2B5EF4-FFF2-40B4-BE49-F238E27FC236}">
                <a16:creationId xmlns:a16="http://schemas.microsoft.com/office/drawing/2014/main" id="{4348ACEE-4D47-4395-8914-65292080F51E}"/>
              </a:ext>
            </a:extLst>
          </p:cNvPr>
          <p:cNvSpPr>
            <a:spLocks noGrp="1"/>
          </p:cNvSpPr>
          <p:nvPr>
            <p:ph type="title" hasCustomPrompt="1"/>
          </p:nvPr>
        </p:nvSpPr>
        <p:spPr>
          <a:xfrm>
            <a:off x="567039" y="342900"/>
            <a:ext cx="11062709" cy="826183"/>
          </a:xfrm>
        </p:spPr>
        <p:txBody>
          <a:bodyPr/>
          <a:lstStyle>
            <a:lvl1pPr>
              <a:defRPr lang="en-US" sz="2400" kern="1200" dirty="0">
                <a:solidFill>
                  <a:schemeClr val="tx1"/>
                </a:solidFill>
                <a:latin typeface="+mj-lt"/>
                <a:ea typeface="+mj-ea"/>
                <a:cs typeface="+mj-cs"/>
              </a:defRPr>
            </a:lvl1pPr>
          </a:lstStyle>
          <a:p>
            <a:r>
              <a:rPr lang="en-US"/>
              <a:t>[Presenters/Moderators/Panelists] – select a title</a:t>
            </a:r>
          </a:p>
        </p:txBody>
      </p:sp>
      <p:sp>
        <p:nvSpPr>
          <p:cNvPr id="5" name="Picture Placeholder 17">
            <a:extLst>
              <a:ext uri="{FF2B5EF4-FFF2-40B4-BE49-F238E27FC236}">
                <a16:creationId xmlns:a16="http://schemas.microsoft.com/office/drawing/2014/main" id="{13874D71-DEE4-4585-9798-1C1D387CEF03}"/>
              </a:ext>
            </a:extLst>
          </p:cNvPr>
          <p:cNvSpPr>
            <a:spLocks noGrp="1"/>
          </p:cNvSpPr>
          <p:nvPr>
            <p:ph type="pic" sz="quarter" idx="23" hasCustomPrompt="1"/>
          </p:nvPr>
        </p:nvSpPr>
        <p:spPr>
          <a:xfrm>
            <a:off x="567039" y="1903422"/>
            <a:ext cx="2194560" cy="2194560"/>
          </a:xfrm>
          <a:prstGeom prst="ellipse">
            <a:avLst/>
          </a:prstGeom>
          <a:pattFill prst="pct5">
            <a:fgClr>
              <a:schemeClr val="accent1"/>
            </a:fgClr>
            <a:bgClr>
              <a:schemeClr val="bg1"/>
            </a:bgClr>
          </a:pattFill>
          <a:ln w="38100">
            <a:solidFill>
              <a:schemeClr val="accent5"/>
            </a:solidFill>
          </a:ln>
        </p:spPr>
        <p:txBody>
          <a:bodyPr vert="horz" lIns="0" tIns="0" rIns="0" bIns="0" rtlCol="0" anchor="ctr">
            <a:noAutofit/>
          </a:bodyPr>
          <a:lstStyle>
            <a:lvl1pPr>
              <a:defRPr lang="en-US" b="1" dirty="0"/>
            </a:lvl1pPr>
          </a:lstStyle>
          <a:p>
            <a:pPr marL="0" lvl="0" indent="0" algn="ctr">
              <a:buNone/>
            </a:pPr>
            <a:r>
              <a:rPr lang="en-US"/>
              <a:t>Click to add portrait photo or remove</a:t>
            </a:r>
          </a:p>
        </p:txBody>
      </p:sp>
      <p:sp>
        <p:nvSpPr>
          <p:cNvPr id="6" name="Text Placeholder 7">
            <a:extLst>
              <a:ext uri="{FF2B5EF4-FFF2-40B4-BE49-F238E27FC236}">
                <a16:creationId xmlns:a16="http://schemas.microsoft.com/office/drawing/2014/main" id="{267613AE-2BF4-40BC-BF6A-47F974F6E966}"/>
              </a:ext>
            </a:extLst>
          </p:cNvPr>
          <p:cNvSpPr>
            <a:spLocks noGrp="1"/>
          </p:cNvSpPr>
          <p:nvPr>
            <p:ph type="body" sz="quarter" idx="13" hasCustomPrompt="1"/>
          </p:nvPr>
        </p:nvSpPr>
        <p:spPr>
          <a:xfrm>
            <a:off x="567039" y="4258584"/>
            <a:ext cx="2435855" cy="332160"/>
          </a:xfrm>
          <a:prstGeom prst="rect">
            <a:avLst/>
          </a:prstGeom>
        </p:spPr>
        <p:txBody>
          <a:bodyPr anchor="ctr">
            <a:noAutofit/>
          </a:bodyPr>
          <a:lstStyle>
            <a:lvl1pPr marL="0" indent="0">
              <a:spcBef>
                <a:spcPts val="0"/>
              </a:spcBef>
              <a:spcAft>
                <a:spcPts val="0"/>
              </a:spcAft>
              <a:buNone/>
              <a:defRPr sz="1800" b="0">
                <a:solidFill>
                  <a:schemeClr val="tx1"/>
                </a:solidFill>
              </a:defRPr>
            </a:lvl1pPr>
            <a:lvl2pPr marL="169858" indent="0">
              <a:buNone/>
              <a:defRPr/>
            </a:lvl2pPr>
          </a:lstStyle>
          <a:p>
            <a:pPr lvl="0"/>
            <a:r>
              <a:rPr lang="en-US"/>
              <a:t>Click to add name</a:t>
            </a:r>
          </a:p>
        </p:txBody>
      </p:sp>
      <p:sp>
        <p:nvSpPr>
          <p:cNvPr id="7" name="Text Placeholder 7">
            <a:extLst>
              <a:ext uri="{FF2B5EF4-FFF2-40B4-BE49-F238E27FC236}">
                <a16:creationId xmlns:a16="http://schemas.microsoft.com/office/drawing/2014/main" id="{AE90B753-E282-442B-84E7-5A7E2F8C0706}"/>
              </a:ext>
            </a:extLst>
          </p:cNvPr>
          <p:cNvSpPr>
            <a:spLocks noGrp="1"/>
          </p:cNvSpPr>
          <p:nvPr>
            <p:ph type="body" sz="quarter" idx="14" hasCustomPrompt="1"/>
          </p:nvPr>
        </p:nvSpPr>
        <p:spPr>
          <a:xfrm>
            <a:off x="567040" y="4656521"/>
            <a:ext cx="2437202" cy="392985"/>
          </a:xfrm>
          <a:prstGeom prst="rect">
            <a:avLst/>
          </a:prstGeom>
        </p:spPr>
        <p:txBody>
          <a:bodyPr anchor="t">
            <a:noAutofit/>
          </a:bodyPr>
          <a:lstStyle>
            <a:lvl1pPr marL="0" indent="0">
              <a:spcBef>
                <a:spcPts val="0"/>
              </a:spcBef>
              <a:spcAft>
                <a:spcPts val="0"/>
              </a:spcAft>
              <a:buNone/>
              <a:defRPr sz="1400" b="0" i="0"/>
            </a:lvl1pPr>
            <a:lvl2pPr marL="169858" indent="0">
              <a:buNone/>
              <a:defRPr/>
            </a:lvl2pPr>
          </a:lstStyle>
          <a:p>
            <a:pPr lvl="0"/>
            <a:r>
              <a:rPr lang="en-US"/>
              <a:t>Click to add title and company</a:t>
            </a:r>
          </a:p>
        </p:txBody>
      </p:sp>
      <p:sp>
        <p:nvSpPr>
          <p:cNvPr id="8" name="Text Placeholder 7">
            <a:extLst>
              <a:ext uri="{FF2B5EF4-FFF2-40B4-BE49-F238E27FC236}">
                <a16:creationId xmlns:a16="http://schemas.microsoft.com/office/drawing/2014/main" id="{B00296E1-79C9-4288-BB0D-268520881F96}"/>
              </a:ext>
            </a:extLst>
          </p:cNvPr>
          <p:cNvSpPr>
            <a:spLocks noGrp="1"/>
          </p:cNvSpPr>
          <p:nvPr>
            <p:ph type="body" sz="quarter" idx="15" hasCustomPrompt="1"/>
          </p:nvPr>
        </p:nvSpPr>
        <p:spPr>
          <a:xfrm>
            <a:off x="575831" y="5118706"/>
            <a:ext cx="2435855" cy="332160"/>
          </a:xfrm>
          <a:prstGeom prst="rect">
            <a:avLst/>
          </a:prstGeom>
        </p:spPr>
        <p:txBody>
          <a:bodyPr anchor="ctr">
            <a:noAutofit/>
          </a:bodyPr>
          <a:lstStyle>
            <a:lvl1pPr marL="0" indent="0">
              <a:buNone/>
              <a:defRPr sz="1400" b="0"/>
            </a:lvl1pPr>
            <a:lvl2pPr marL="169858" indent="0">
              <a:buNone/>
              <a:defRPr/>
            </a:lvl2pPr>
          </a:lstStyle>
          <a:p>
            <a:r>
              <a:rPr lang="en-US"/>
              <a:t>Click to add email</a:t>
            </a:r>
          </a:p>
        </p:txBody>
      </p:sp>
      <p:sp>
        <p:nvSpPr>
          <p:cNvPr id="9" name="Picture Placeholder 17">
            <a:extLst>
              <a:ext uri="{FF2B5EF4-FFF2-40B4-BE49-F238E27FC236}">
                <a16:creationId xmlns:a16="http://schemas.microsoft.com/office/drawing/2014/main" id="{7DCCDFBD-3BCA-4F0C-923B-9AF98CADDCDB}"/>
              </a:ext>
            </a:extLst>
          </p:cNvPr>
          <p:cNvSpPr>
            <a:spLocks noGrp="1"/>
          </p:cNvSpPr>
          <p:nvPr>
            <p:ph type="pic" sz="quarter" idx="24" hasCustomPrompt="1"/>
          </p:nvPr>
        </p:nvSpPr>
        <p:spPr>
          <a:xfrm>
            <a:off x="3448527" y="1903422"/>
            <a:ext cx="2194560" cy="2194560"/>
          </a:xfrm>
          <a:prstGeom prst="ellipse">
            <a:avLst/>
          </a:prstGeom>
          <a:pattFill prst="pct5">
            <a:fgClr>
              <a:schemeClr val="accent1"/>
            </a:fgClr>
            <a:bgClr>
              <a:schemeClr val="bg1"/>
            </a:bgClr>
          </a:pattFill>
          <a:ln w="38100">
            <a:solidFill>
              <a:schemeClr val="accent5"/>
            </a:solidFill>
          </a:ln>
        </p:spPr>
        <p:txBody>
          <a:bodyPr vert="horz" lIns="0" tIns="0" rIns="0" bIns="0" rtlCol="0" anchor="ctr">
            <a:noAutofit/>
          </a:bodyPr>
          <a:lstStyle>
            <a:lvl1pPr>
              <a:defRPr lang="en-US" b="1" dirty="0"/>
            </a:lvl1pPr>
          </a:lstStyle>
          <a:p>
            <a:pPr marL="0" lvl="0" indent="0" algn="ctr">
              <a:buNone/>
            </a:pPr>
            <a:r>
              <a:rPr lang="en-US"/>
              <a:t>Click to add portrait photo or remove</a:t>
            </a:r>
          </a:p>
        </p:txBody>
      </p:sp>
      <p:sp>
        <p:nvSpPr>
          <p:cNvPr id="10" name="Text Placeholder 7">
            <a:extLst>
              <a:ext uri="{FF2B5EF4-FFF2-40B4-BE49-F238E27FC236}">
                <a16:creationId xmlns:a16="http://schemas.microsoft.com/office/drawing/2014/main" id="{5A4BD374-EAF1-48D8-9CD4-A02D195CC8B4}"/>
              </a:ext>
            </a:extLst>
          </p:cNvPr>
          <p:cNvSpPr>
            <a:spLocks noGrp="1"/>
          </p:cNvSpPr>
          <p:nvPr>
            <p:ph type="body" sz="quarter" idx="25" hasCustomPrompt="1"/>
          </p:nvPr>
        </p:nvSpPr>
        <p:spPr>
          <a:xfrm>
            <a:off x="3448527" y="4258584"/>
            <a:ext cx="2435855" cy="332160"/>
          </a:xfrm>
          <a:prstGeom prst="rect">
            <a:avLst/>
          </a:prstGeom>
        </p:spPr>
        <p:txBody>
          <a:bodyPr anchor="ctr">
            <a:noAutofit/>
          </a:bodyPr>
          <a:lstStyle>
            <a:lvl1pPr marL="0" indent="0">
              <a:spcBef>
                <a:spcPts val="0"/>
              </a:spcBef>
              <a:spcAft>
                <a:spcPts val="0"/>
              </a:spcAft>
              <a:buNone/>
              <a:defRPr sz="1800" b="0">
                <a:solidFill>
                  <a:schemeClr val="tx1"/>
                </a:solidFill>
              </a:defRPr>
            </a:lvl1pPr>
            <a:lvl2pPr marL="169858" indent="0">
              <a:buNone/>
              <a:defRPr/>
            </a:lvl2pPr>
          </a:lstStyle>
          <a:p>
            <a:pPr lvl="0"/>
            <a:r>
              <a:rPr lang="en-US"/>
              <a:t>Click to add name</a:t>
            </a:r>
          </a:p>
        </p:txBody>
      </p:sp>
      <p:sp>
        <p:nvSpPr>
          <p:cNvPr id="11" name="Text Placeholder 7">
            <a:extLst>
              <a:ext uri="{FF2B5EF4-FFF2-40B4-BE49-F238E27FC236}">
                <a16:creationId xmlns:a16="http://schemas.microsoft.com/office/drawing/2014/main" id="{A52EF8A5-21BA-476E-8BE5-9C93113CD721}"/>
              </a:ext>
            </a:extLst>
          </p:cNvPr>
          <p:cNvSpPr>
            <a:spLocks noGrp="1"/>
          </p:cNvSpPr>
          <p:nvPr>
            <p:ph type="body" sz="quarter" idx="26" hasCustomPrompt="1"/>
          </p:nvPr>
        </p:nvSpPr>
        <p:spPr>
          <a:xfrm>
            <a:off x="3454175" y="4656521"/>
            <a:ext cx="2437202" cy="392985"/>
          </a:xfrm>
          <a:prstGeom prst="rect">
            <a:avLst/>
          </a:prstGeom>
        </p:spPr>
        <p:txBody>
          <a:bodyPr anchor="t">
            <a:noAutofit/>
          </a:bodyPr>
          <a:lstStyle>
            <a:lvl1pPr marL="0" indent="0">
              <a:spcBef>
                <a:spcPts val="0"/>
              </a:spcBef>
              <a:spcAft>
                <a:spcPts val="0"/>
              </a:spcAft>
              <a:buNone/>
              <a:defRPr sz="1400" b="0" i="0"/>
            </a:lvl1pPr>
            <a:lvl2pPr marL="169858" indent="0">
              <a:buNone/>
              <a:defRPr/>
            </a:lvl2pPr>
          </a:lstStyle>
          <a:p>
            <a:pPr lvl="0"/>
            <a:r>
              <a:rPr lang="en-US"/>
              <a:t>Click to add title and company</a:t>
            </a:r>
          </a:p>
        </p:txBody>
      </p:sp>
      <p:sp>
        <p:nvSpPr>
          <p:cNvPr id="12" name="Text Placeholder 7">
            <a:extLst>
              <a:ext uri="{FF2B5EF4-FFF2-40B4-BE49-F238E27FC236}">
                <a16:creationId xmlns:a16="http://schemas.microsoft.com/office/drawing/2014/main" id="{2F910126-582E-45E7-ADD6-72F532C9B02F}"/>
              </a:ext>
            </a:extLst>
          </p:cNvPr>
          <p:cNvSpPr>
            <a:spLocks noGrp="1"/>
          </p:cNvSpPr>
          <p:nvPr>
            <p:ph type="body" sz="quarter" idx="27" hasCustomPrompt="1"/>
          </p:nvPr>
        </p:nvSpPr>
        <p:spPr>
          <a:xfrm>
            <a:off x="3462966" y="5118706"/>
            <a:ext cx="2435855" cy="332160"/>
          </a:xfrm>
          <a:prstGeom prst="rect">
            <a:avLst/>
          </a:prstGeom>
        </p:spPr>
        <p:txBody>
          <a:bodyPr anchor="ctr">
            <a:noAutofit/>
          </a:bodyPr>
          <a:lstStyle>
            <a:lvl1pPr marL="0" indent="0">
              <a:buNone/>
              <a:defRPr sz="1400" b="0"/>
            </a:lvl1pPr>
            <a:lvl2pPr marL="169858" indent="0">
              <a:buNone/>
              <a:defRPr/>
            </a:lvl2pPr>
          </a:lstStyle>
          <a:p>
            <a:r>
              <a:rPr lang="en-US"/>
              <a:t>Click to add email</a:t>
            </a:r>
          </a:p>
        </p:txBody>
      </p:sp>
      <p:sp>
        <p:nvSpPr>
          <p:cNvPr id="13" name="Picture Placeholder 17">
            <a:extLst>
              <a:ext uri="{FF2B5EF4-FFF2-40B4-BE49-F238E27FC236}">
                <a16:creationId xmlns:a16="http://schemas.microsoft.com/office/drawing/2014/main" id="{825C02C8-87E5-4224-BC8C-BCD842C1C04E}"/>
              </a:ext>
            </a:extLst>
          </p:cNvPr>
          <p:cNvSpPr>
            <a:spLocks noGrp="1"/>
          </p:cNvSpPr>
          <p:nvPr>
            <p:ph type="pic" sz="quarter" idx="28" hasCustomPrompt="1"/>
          </p:nvPr>
        </p:nvSpPr>
        <p:spPr>
          <a:xfrm>
            <a:off x="6330015" y="1903982"/>
            <a:ext cx="2194560" cy="2194560"/>
          </a:xfrm>
          <a:prstGeom prst="ellipse">
            <a:avLst/>
          </a:prstGeom>
          <a:pattFill prst="pct5">
            <a:fgClr>
              <a:schemeClr val="accent1"/>
            </a:fgClr>
            <a:bgClr>
              <a:schemeClr val="bg1"/>
            </a:bgClr>
          </a:pattFill>
          <a:ln w="38100">
            <a:solidFill>
              <a:schemeClr val="accent5"/>
            </a:solidFill>
          </a:ln>
        </p:spPr>
        <p:txBody>
          <a:bodyPr vert="horz" lIns="0" tIns="0" rIns="0" bIns="0" rtlCol="0" anchor="ctr">
            <a:noAutofit/>
          </a:bodyPr>
          <a:lstStyle>
            <a:lvl1pPr>
              <a:defRPr lang="en-US" b="1" dirty="0"/>
            </a:lvl1pPr>
          </a:lstStyle>
          <a:p>
            <a:pPr marL="0" lvl="0" indent="0" algn="ctr">
              <a:buNone/>
            </a:pPr>
            <a:r>
              <a:rPr lang="en-US"/>
              <a:t>Click to add portrait photo or remove</a:t>
            </a:r>
          </a:p>
        </p:txBody>
      </p:sp>
      <p:sp>
        <p:nvSpPr>
          <p:cNvPr id="14" name="Text Placeholder 7">
            <a:extLst>
              <a:ext uri="{FF2B5EF4-FFF2-40B4-BE49-F238E27FC236}">
                <a16:creationId xmlns:a16="http://schemas.microsoft.com/office/drawing/2014/main" id="{6FFA6E76-5DE6-4F14-8C70-9B1EDBA4577B}"/>
              </a:ext>
            </a:extLst>
          </p:cNvPr>
          <p:cNvSpPr>
            <a:spLocks noGrp="1"/>
          </p:cNvSpPr>
          <p:nvPr>
            <p:ph type="body" sz="quarter" idx="29" hasCustomPrompt="1"/>
          </p:nvPr>
        </p:nvSpPr>
        <p:spPr>
          <a:xfrm>
            <a:off x="6330015" y="4259144"/>
            <a:ext cx="2435855" cy="332160"/>
          </a:xfrm>
          <a:prstGeom prst="rect">
            <a:avLst/>
          </a:prstGeom>
        </p:spPr>
        <p:txBody>
          <a:bodyPr anchor="ctr">
            <a:noAutofit/>
          </a:bodyPr>
          <a:lstStyle>
            <a:lvl1pPr marL="0" indent="0">
              <a:spcBef>
                <a:spcPts val="0"/>
              </a:spcBef>
              <a:spcAft>
                <a:spcPts val="0"/>
              </a:spcAft>
              <a:buNone/>
              <a:defRPr sz="1800" b="0">
                <a:solidFill>
                  <a:schemeClr val="tx1"/>
                </a:solidFill>
              </a:defRPr>
            </a:lvl1pPr>
            <a:lvl2pPr marL="169858" indent="0">
              <a:buNone/>
              <a:defRPr/>
            </a:lvl2pPr>
          </a:lstStyle>
          <a:p>
            <a:pPr lvl="0"/>
            <a:r>
              <a:rPr lang="en-US"/>
              <a:t>Click to add name</a:t>
            </a:r>
          </a:p>
        </p:txBody>
      </p:sp>
      <p:sp>
        <p:nvSpPr>
          <p:cNvPr id="15" name="Text Placeholder 7">
            <a:extLst>
              <a:ext uri="{FF2B5EF4-FFF2-40B4-BE49-F238E27FC236}">
                <a16:creationId xmlns:a16="http://schemas.microsoft.com/office/drawing/2014/main" id="{CDF41FE2-E444-49AC-AF04-E846336EF9C7}"/>
              </a:ext>
            </a:extLst>
          </p:cNvPr>
          <p:cNvSpPr>
            <a:spLocks noGrp="1"/>
          </p:cNvSpPr>
          <p:nvPr>
            <p:ph type="body" sz="quarter" idx="30" hasCustomPrompt="1"/>
          </p:nvPr>
        </p:nvSpPr>
        <p:spPr>
          <a:xfrm>
            <a:off x="6332519" y="4657081"/>
            <a:ext cx="2437202" cy="392985"/>
          </a:xfrm>
          <a:prstGeom prst="rect">
            <a:avLst/>
          </a:prstGeom>
        </p:spPr>
        <p:txBody>
          <a:bodyPr anchor="t">
            <a:noAutofit/>
          </a:bodyPr>
          <a:lstStyle>
            <a:lvl1pPr marL="0" indent="0">
              <a:spcBef>
                <a:spcPts val="0"/>
              </a:spcBef>
              <a:spcAft>
                <a:spcPts val="0"/>
              </a:spcAft>
              <a:buNone/>
              <a:defRPr sz="1400" b="0" i="0"/>
            </a:lvl1pPr>
            <a:lvl2pPr marL="169858" indent="0">
              <a:buNone/>
              <a:defRPr/>
            </a:lvl2pPr>
          </a:lstStyle>
          <a:p>
            <a:pPr lvl="0"/>
            <a:r>
              <a:rPr lang="en-US"/>
              <a:t>Click to add title and company</a:t>
            </a:r>
          </a:p>
        </p:txBody>
      </p:sp>
      <p:sp>
        <p:nvSpPr>
          <p:cNvPr id="16" name="Text Placeholder 7">
            <a:extLst>
              <a:ext uri="{FF2B5EF4-FFF2-40B4-BE49-F238E27FC236}">
                <a16:creationId xmlns:a16="http://schemas.microsoft.com/office/drawing/2014/main" id="{1D326573-CDF5-4639-8BB3-A9BF21601920}"/>
              </a:ext>
            </a:extLst>
          </p:cNvPr>
          <p:cNvSpPr>
            <a:spLocks noGrp="1"/>
          </p:cNvSpPr>
          <p:nvPr>
            <p:ph type="body" sz="quarter" idx="31" hasCustomPrompt="1"/>
          </p:nvPr>
        </p:nvSpPr>
        <p:spPr>
          <a:xfrm>
            <a:off x="6341310" y="5119266"/>
            <a:ext cx="2435855" cy="332160"/>
          </a:xfrm>
          <a:prstGeom prst="rect">
            <a:avLst/>
          </a:prstGeom>
        </p:spPr>
        <p:txBody>
          <a:bodyPr anchor="ctr">
            <a:noAutofit/>
          </a:bodyPr>
          <a:lstStyle>
            <a:lvl1pPr marL="0" indent="0">
              <a:buNone/>
              <a:defRPr sz="1400" b="0"/>
            </a:lvl1pPr>
            <a:lvl2pPr marL="169858" indent="0">
              <a:buNone/>
              <a:defRPr/>
            </a:lvl2pPr>
          </a:lstStyle>
          <a:p>
            <a:r>
              <a:rPr lang="en-US"/>
              <a:t>Click to add email</a:t>
            </a:r>
          </a:p>
        </p:txBody>
      </p:sp>
      <p:sp>
        <p:nvSpPr>
          <p:cNvPr id="17" name="Picture Placeholder 17">
            <a:extLst>
              <a:ext uri="{FF2B5EF4-FFF2-40B4-BE49-F238E27FC236}">
                <a16:creationId xmlns:a16="http://schemas.microsoft.com/office/drawing/2014/main" id="{D3BD3CB3-A08D-44E5-A7FB-5896B3A8B382}"/>
              </a:ext>
            </a:extLst>
          </p:cNvPr>
          <p:cNvSpPr>
            <a:spLocks noGrp="1"/>
          </p:cNvSpPr>
          <p:nvPr>
            <p:ph type="pic" sz="quarter" idx="32" hasCustomPrompt="1"/>
          </p:nvPr>
        </p:nvSpPr>
        <p:spPr>
          <a:xfrm>
            <a:off x="9211503" y="1903982"/>
            <a:ext cx="2194560" cy="2194560"/>
          </a:xfrm>
          <a:prstGeom prst="ellipse">
            <a:avLst/>
          </a:prstGeom>
          <a:pattFill prst="pct5">
            <a:fgClr>
              <a:schemeClr val="accent1"/>
            </a:fgClr>
            <a:bgClr>
              <a:schemeClr val="bg1"/>
            </a:bgClr>
          </a:pattFill>
          <a:ln w="38100">
            <a:solidFill>
              <a:schemeClr val="accent5"/>
            </a:solidFill>
          </a:ln>
        </p:spPr>
        <p:txBody>
          <a:bodyPr vert="horz" lIns="0" tIns="0" rIns="0" bIns="0" rtlCol="0" anchor="ctr">
            <a:noAutofit/>
          </a:bodyPr>
          <a:lstStyle>
            <a:lvl1pPr>
              <a:defRPr lang="en-US" b="1" dirty="0"/>
            </a:lvl1pPr>
          </a:lstStyle>
          <a:p>
            <a:pPr marL="0" lvl="0" indent="0" algn="ctr">
              <a:buNone/>
            </a:pPr>
            <a:r>
              <a:rPr lang="en-US"/>
              <a:t>Click to add portrait photo or remove</a:t>
            </a:r>
          </a:p>
        </p:txBody>
      </p:sp>
      <p:sp>
        <p:nvSpPr>
          <p:cNvPr id="18" name="Text Placeholder 7">
            <a:extLst>
              <a:ext uri="{FF2B5EF4-FFF2-40B4-BE49-F238E27FC236}">
                <a16:creationId xmlns:a16="http://schemas.microsoft.com/office/drawing/2014/main" id="{92BC594B-3E6F-42C9-8E2D-D40A431B0600}"/>
              </a:ext>
            </a:extLst>
          </p:cNvPr>
          <p:cNvSpPr>
            <a:spLocks noGrp="1"/>
          </p:cNvSpPr>
          <p:nvPr>
            <p:ph type="body" sz="quarter" idx="33" hasCustomPrompt="1"/>
          </p:nvPr>
        </p:nvSpPr>
        <p:spPr>
          <a:xfrm>
            <a:off x="9211502" y="4259144"/>
            <a:ext cx="2413459" cy="332160"/>
          </a:xfrm>
          <a:prstGeom prst="rect">
            <a:avLst/>
          </a:prstGeom>
        </p:spPr>
        <p:txBody>
          <a:bodyPr anchor="ctr">
            <a:noAutofit/>
          </a:bodyPr>
          <a:lstStyle>
            <a:lvl1pPr marL="0" indent="0">
              <a:spcBef>
                <a:spcPts val="0"/>
              </a:spcBef>
              <a:spcAft>
                <a:spcPts val="0"/>
              </a:spcAft>
              <a:buNone/>
              <a:defRPr sz="1800" b="0">
                <a:solidFill>
                  <a:schemeClr val="tx1"/>
                </a:solidFill>
              </a:defRPr>
            </a:lvl1pPr>
            <a:lvl2pPr marL="169858" indent="0">
              <a:buNone/>
              <a:defRPr/>
            </a:lvl2pPr>
          </a:lstStyle>
          <a:p>
            <a:pPr lvl="0"/>
            <a:r>
              <a:rPr lang="en-US"/>
              <a:t>Click to add name</a:t>
            </a:r>
          </a:p>
        </p:txBody>
      </p:sp>
      <p:sp>
        <p:nvSpPr>
          <p:cNvPr id="19" name="Text Placeholder 7">
            <a:extLst>
              <a:ext uri="{FF2B5EF4-FFF2-40B4-BE49-F238E27FC236}">
                <a16:creationId xmlns:a16="http://schemas.microsoft.com/office/drawing/2014/main" id="{DEDD6D3A-1A63-472D-8053-3788409FA4B0}"/>
              </a:ext>
            </a:extLst>
          </p:cNvPr>
          <p:cNvSpPr>
            <a:spLocks noGrp="1"/>
          </p:cNvSpPr>
          <p:nvPr>
            <p:ph type="body" sz="quarter" idx="34" hasCustomPrompt="1"/>
          </p:nvPr>
        </p:nvSpPr>
        <p:spPr>
          <a:xfrm>
            <a:off x="9211503" y="4657081"/>
            <a:ext cx="2414794" cy="392985"/>
          </a:xfrm>
          <a:prstGeom prst="rect">
            <a:avLst/>
          </a:prstGeom>
        </p:spPr>
        <p:txBody>
          <a:bodyPr anchor="t">
            <a:noAutofit/>
          </a:bodyPr>
          <a:lstStyle>
            <a:lvl1pPr marL="0" indent="0">
              <a:spcBef>
                <a:spcPts val="0"/>
              </a:spcBef>
              <a:spcAft>
                <a:spcPts val="0"/>
              </a:spcAft>
              <a:buNone/>
              <a:defRPr sz="1400" b="0" i="0"/>
            </a:lvl1pPr>
            <a:lvl2pPr marL="169858" indent="0">
              <a:buNone/>
              <a:defRPr/>
            </a:lvl2pPr>
          </a:lstStyle>
          <a:p>
            <a:pPr lvl="0"/>
            <a:r>
              <a:rPr lang="en-US"/>
              <a:t>Click to add title and company</a:t>
            </a:r>
          </a:p>
        </p:txBody>
      </p:sp>
      <p:sp>
        <p:nvSpPr>
          <p:cNvPr id="20" name="Text Placeholder 7">
            <a:extLst>
              <a:ext uri="{FF2B5EF4-FFF2-40B4-BE49-F238E27FC236}">
                <a16:creationId xmlns:a16="http://schemas.microsoft.com/office/drawing/2014/main" id="{8A7D7523-6E2A-4652-9057-9383EAD3750C}"/>
              </a:ext>
            </a:extLst>
          </p:cNvPr>
          <p:cNvSpPr>
            <a:spLocks noGrp="1"/>
          </p:cNvSpPr>
          <p:nvPr>
            <p:ph type="body" sz="quarter" idx="35" hasCustomPrompt="1"/>
          </p:nvPr>
        </p:nvSpPr>
        <p:spPr>
          <a:xfrm>
            <a:off x="9220294" y="5119266"/>
            <a:ext cx="2413459" cy="332160"/>
          </a:xfrm>
          <a:prstGeom prst="rect">
            <a:avLst/>
          </a:prstGeom>
        </p:spPr>
        <p:txBody>
          <a:bodyPr anchor="ctr">
            <a:noAutofit/>
          </a:bodyPr>
          <a:lstStyle>
            <a:lvl1pPr marL="0" indent="0">
              <a:buNone/>
              <a:defRPr sz="1400" b="0"/>
            </a:lvl1pPr>
            <a:lvl2pPr marL="169858" indent="0">
              <a:buNone/>
              <a:defRPr/>
            </a:lvl2pPr>
          </a:lstStyle>
          <a:p>
            <a:r>
              <a:rPr lang="en-US"/>
              <a:t>Click to add email</a:t>
            </a:r>
          </a:p>
        </p:txBody>
      </p:sp>
      <p:pic>
        <p:nvPicPr>
          <p:cNvPr id="100" name="Image 0" descr="https://snp-mediaportal.qbank.se/assets/deployedFiles/b1df7db893866364c914f2942049e8bf.png"/>
          <p:cNvPicPr>
            <a:picLocks noChangeAspect="1"/>
          </p:cNvPicPr>
          <p:nvPr/>
        </p:nvPicPr>
        <p:blipFill>
          <a:blip r:embed="rId1"/>
          <a:stretch>
            <a:fillRect/>
          </a:stretch>
        </p:blipFill>
        <p:spPr>
          <a:xfrm>
            <a:off x="466344" y="6281928"/>
            <a:ext cx="1572768" cy="557784"/>
          </a:xfrm>
          <a:prstGeom prst="rect">
            <a:avLst/>
          </a:prstGeom>
        </p:spPr>
      </p:pic>
    </p:spTree>
    <p:extLst>
      <p:ext uri="{BB962C8B-B14F-4D97-AF65-F5344CB8AC3E}">
        <p14:creationId xmlns:p14="http://schemas.microsoft.com/office/powerpoint/2010/main" val="1527675193"/>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chemeClr val="accent5"/>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84C3E0C-55B5-4DE0-B5B2-69464524EA73}"/>
              </a:ext>
            </a:extLst>
          </p:cNvPr>
          <p:cNvSpPr/>
          <p:nvPr userDrawn="1"/>
        </p:nvSpPr>
        <p:spPr>
          <a:xfrm>
            <a:off x="1" y="1470455"/>
            <a:ext cx="12191999" cy="391709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91440" rtlCol="0" anchor="ctr"/>
          <a:lstStyle/>
          <a:p>
            <a:pPr algn="ctr"/>
            <a:r>
              <a:rPr lang="en-US" sz="7200" b="1">
                <a:solidFill>
                  <a:schemeClr val="tx1"/>
                </a:solidFill>
              </a:rPr>
              <a:t>Disclaimers</a:t>
            </a:r>
          </a:p>
          <a:p>
            <a:pPr algn="ctr"/>
            <a:r>
              <a:rPr lang="en-US" sz="7200" b="1">
                <a:solidFill>
                  <a:schemeClr val="tx1"/>
                </a:solidFill>
              </a:rPr>
              <a:t>Must be included at the end of every deliverable</a:t>
            </a:r>
          </a:p>
        </p:txBody>
      </p:sp>
    </p:spTree>
    <p:extLst>
      <p:ext uri="{BB962C8B-B14F-4D97-AF65-F5344CB8AC3E}">
        <p14:creationId xmlns:p14="http://schemas.microsoft.com/office/powerpoint/2010/main" val="3618316040"/>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userDrawn="1">
  <p:cSld name="Energy">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74A2754-9801-4B84-AD47-B47EDD265969}"/>
              </a:ext>
              <a:ext uri="{C183D7F6-B498-43B3-948B-1728B52AA6E4}">
                <adec:decorative xmlns:adec="http://schemas.microsoft.com/office/drawing/2017/decorative" val="0"/>
              </a:ext>
            </a:extLst>
          </p:cNvPr>
          <p:cNvSpPr txBox="1"/>
          <p:nvPr userDrawn="1"/>
        </p:nvSpPr>
        <p:spPr>
          <a:xfrm>
            <a:off x="566928" y="1228397"/>
            <a:ext cx="11077576" cy="4401205"/>
          </a:xfrm>
          <a:prstGeom prst="rect">
            <a:avLst/>
          </a:prstGeom>
          <a:noFill/>
        </p:spPr>
        <p:txBody>
          <a:bodyPr wrap="square" anchor="t">
            <a:sp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prstClr val="black"/>
                </a:solidFill>
                <a:effectLst/>
                <a:uLnTx/>
                <a:uFillTx/>
                <a:latin typeface="Arial" panose="020B0604020202020204"/>
                <a:ea typeface="+mn-ea"/>
                <a:cs typeface="+mn-cs"/>
              </a:rPr>
              <a:t>© 2026 by S&amp;P Global Inc. All rights reserved.</a:t>
            </a:r>
          </a:p>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a:ln>
                <a:noFill/>
              </a:ln>
              <a:solidFill>
                <a:prstClr val="black"/>
              </a:solidFill>
              <a:effectLst/>
              <a:uLnTx/>
              <a:uFillTx/>
              <a:latin typeface="Arial" panose="020B0604020202020204"/>
              <a:ea typeface="+mn-ea"/>
              <a:cs typeface="+mn-cs"/>
            </a:endParaRPr>
          </a:p>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prstClr val="black"/>
                </a:solidFill>
                <a:effectLst/>
                <a:uLnTx/>
                <a:uFillTx/>
                <a:latin typeface="Arial" panose="020B0604020202020204"/>
                <a:ea typeface="+mn-ea"/>
                <a:cs typeface="+mn-cs"/>
              </a:rPr>
              <a:t>S&amp;P Global, the S&amp;P Global logo, S&amp;P Global Energy, and Platts are trademarks of S&amp;P Global Inc. Permission for any commercial use of these trademarks must be obtained in writing from S&amp;P Global Inc.</a:t>
            </a:r>
          </a:p>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a:ln>
                <a:noFill/>
              </a:ln>
              <a:solidFill>
                <a:prstClr val="black"/>
              </a:solidFill>
              <a:effectLst/>
              <a:uLnTx/>
              <a:uFillTx/>
              <a:latin typeface="Arial" panose="020B0604020202020204"/>
              <a:ea typeface="+mn-ea"/>
              <a:cs typeface="+mn-cs"/>
            </a:endParaRPr>
          </a:p>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prstClr val="black"/>
                </a:solidFill>
                <a:effectLst/>
                <a:uLnTx/>
                <a:uFillTx/>
                <a:latin typeface="Arial" panose="020B0604020202020204"/>
                <a:ea typeface="+mn-ea"/>
                <a:cs typeface="+mn-cs"/>
              </a:rPr>
              <a:t>You may view or otherwise use the information, prices, indices, assessments and other related information, graphs, tables and images ("Data") in or on this publication only for your personal use or, if you or your company has a license for the Data from S&amp;P Global Energy and you are an authorized user, for your company’s internal business use only. You may not publish, reproduce, extract, distribute, retransmit, resell, create any derivative work from, use in any artificial intelligence system, and/or otherwise provide access to the Data or any portion thereof to any person (either within or outside your company, including as part of or via any internal electronic system or intranet), firm or entity, including any subsidiary, parent, or other entity that is affiliated with your company, without S&amp;P Global Energy's prior written consent or as otherwise authorized under license from S&amp;P Global Energy. Any use or distribution of the Data beyond the express uses authorized in this paragraph above is subject to the payment of additional fees to S&amp;P Global Energy.</a:t>
            </a:r>
          </a:p>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a:ln>
                <a:noFill/>
              </a:ln>
              <a:solidFill>
                <a:prstClr val="black"/>
              </a:solidFill>
              <a:effectLst/>
              <a:uLnTx/>
              <a:uFillTx/>
              <a:latin typeface="Arial" panose="020B0604020202020204"/>
              <a:ea typeface="+mn-ea"/>
              <a:cs typeface="+mn-cs"/>
            </a:endParaRPr>
          </a:p>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prstClr val="black"/>
                </a:solidFill>
                <a:effectLst/>
                <a:uLnTx/>
                <a:uFillTx/>
                <a:latin typeface="Arial" panose="020B0604020202020204"/>
                <a:ea typeface="+mn-ea"/>
                <a:cs typeface="+mn-cs"/>
              </a:rPr>
              <a:t>S&amp;P Global Energy, its affiliates and all of their third-party licensors disclaim any and all warranties, express or implied, including, but not limited to, any warranties of merchantability or fitness for a particular purpose or use as to the Data, or the results obtained by its use or as to the performance thereof. Data in this publication includes independent and verifiable data collected from actual market participants. Any user of the Data should not rely on any information and/or assessment contained therein in making any investment, trading, risk management or other decision. S&amp;P Global Energy, its affiliates and their third-party licensors do not guarantee the adequacy, accuracy, timeliness and/or completeness of the Data or any component thereof or any communications (whether written, oral, electronic or in other format), and shall not be subject to any damages or liability, including but not limited to any indirect, special, incidental, punitive or consequential damages (including but not limited to, loss of profits, trading losses and loss of goodwill).</a:t>
            </a:r>
          </a:p>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a:ln>
                <a:noFill/>
              </a:ln>
              <a:solidFill>
                <a:prstClr val="black"/>
              </a:solidFill>
              <a:effectLst/>
              <a:uLnTx/>
              <a:uFillTx/>
              <a:latin typeface="Arial" panose="020B0604020202020204"/>
              <a:ea typeface="+mn-ea"/>
              <a:cs typeface="+mn-cs"/>
            </a:endParaRPr>
          </a:p>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prstClr val="black"/>
                </a:solidFill>
                <a:effectLst/>
                <a:uLnTx/>
                <a:uFillTx/>
                <a:latin typeface="Arial" panose="020B0604020202020204"/>
                <a:ea typeface="+mn-ea"/>
                <a:cs typeface="+mn-cs"/>
              </a:rPr>
              <a:t>ICE index data and NYMEX futures data used herein are provided under S&amp;P Global Energy's commercial licensing agreements with ICE and with NYMEX. You acknowledge that the ICE index data and NYMEX futures data herein are confidential and are proprietary trade secrets and data of ICE and NYMEX or its/their licensors/suppliers, and you shall use best efforts to prevent the unauthorized publication, disclosure or copying of the ICE index data and/or NYMEX futures data.</a:t>
            </a:r>
          </a:p>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a:ln>
                <a:noFill/>
              </a:ln>
              <a:solidFill>
                <a:prstClr val="black"/>
              </a:solidFill>
              <a:effectLst/>
              <a:uLnTx/>
              <a:uFillTx/>
              <a:latin typeface="Arial" panose="020B0604020202020204"/>
              <a:ea typeface="+mn-ea"/>
              <a:cs typeface="+mn-cs"/>
            </a:endParaRPr>
          </a:p>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prstClr val="black"/>
                </a:solidFill>
                <a:effectLst/>
                <a:uLnTx/>
                <a:uFillTx/>
                <a:latin typeface="Arial" panose="020B0604020202020204"/>
                <a:ea typeface="+mn-ea"/>
                <a:cs typeface="+mn-cs"/>
              </a:rPr>
              <a:t>Permission is granted for those registered with the Copyright Clearance Center (CCC) to copy material above for internal reference or personal use only, provided that appropriate payment is made to the CCC, 222 Rosewood Drive, Danvers, MA 01923, phone +1-978-750-8400. Reproduction in any other form, or for any other purpose, is forbidden without the express prior permission of S&amp;P Global Inc. For article reprints contact: The YGS Group, phone +1-717-505-9701 x105 (800-501-9571 from the U.S.).</a:t>
            </a:r>
          </a:p>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prstClr val="black"/>
                </a:solidFill>
                <a:effectLst/>
                <a:uLnTx/>
                <a:uFillTx/>
                <a:latin typeface="Arial" panose="020B0604020202020204"/>
                <a:ea typeface="+mn-ea"/>
                <a:cs typeface="+mn-cs"/>
              </a:rPr>
              <a:t>For all other queries or requests pursuant to this notice, please contact S&amp;P Global Inc. via email at support.energy@spglobal.com.</a:t>
            </a:r>
          </a:p>
        </p:txBody>
      </p:sp>
    </p:spTree>
    <p:extLst>
      <p:ext uri="{BB962C8B-B14F-4D97-AF65-F5344CB8AC3E}">
        <p14:creationId xmlns:p14="http://schemas.microsoft.com/office/powerpoint/2010/main" val="2988930459"/>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preserve="1" userDrawn="1">
  <p:cSld name="Energy_Spark">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74A2754-9801-4B84-AD47-B47EDD265969}"/>
              </a:ext>
              <a:ext uri="{C183D7F6-B498-43B3-948B-1728B52AA6E4}">
                <adec:decorative xmlns:adec="http://schemas.microsoft.com/office/drawing/2017/decorative" val="0"/>
              </a:ext>
            </a:extLst>
          </p:cNvPr>
          <p:cNvSpPr txBox="1"/>
          <p:nvPr userDrawn="1"/>
        </p:nvSpPr>
        <p:spPr>
          <a:xfrm>
            <a:off x="566928" y="1225296"/>
            <a:ext cx="11077576" cy="4555093"/>
          </a:xfrm>
          <a:prstGeom prst="rect">
            <a:avLst/>
          </a:prstGeom>
          <a:noFill/>
        </p:spPr>
        <p:txBody>
          <a:bodyPr wrap="square" anchor="t">
            <a:sp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prstClr val="black"/>
                </a:solidFill>
                <a:effectLst/>
                <a:uLnTx/>
                <a:uFillTx/>
                <a:latin typeface="Arial" panose="020B0604020202020204"/>
                <a:ea typeface="+mn-ea"/>
                <a:cs typeface="+mn-cs"/>
              </a:rPr>
              <a:t>© 2026 by S&amp;P Global Inc. All rights reserved.</a:t>
            </a:r>
          </a:p>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a:ln>
                <a:noFill/>
              </a:ln>
              <a:solidFill>
                <a:prstClr val="black"/>
              </a:solidFill>
              <a:effectLst/>
              <a:uLnTx/>
              <a:uFillTx/>
              <a:latin typeface="Arial" panose="020B0604020202020204"/>
              <a:ea typeface="+mn-ea"/>
              <a:cs typeface="+mn-cs"/>
            </a:endParaRPr>
          </a:p>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prstClr val="black"/>
                </a:solidFill>
                <a:effectLst/>
                <a:uLnTx/>
                <a:uFillTx/>
                <a:latin typeface="Arial" panose="020B0604020202020204"/>
                <a:ea typeface="+mn-ea"/>
                <a:cs typeface="+mn-cs"/>
              </a:rPr>
              <a:t>S&amp;P Global, the S&amp;P Global logo, S&amp;P Global Energy, and Platts are trademarks of S&amp;P Global Inc. Permission for any commercial use of these trademarks must be obtained in writing from S&amp;P Global Inc.</a:t>
            </a:r>
          </a:p>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a:ln>
                <a:noFill/>
              </a:ln>
              <a:solidFill>
                <a:prstClr val="black"/>
              </a:solidFill>
              <a:effectLst/>
              <a:uLnTx/>
              <a:uFillTx/>
              <a:latin typeface="Arial" panose="020B0604020202020204"/>
              <a:ea typeface="+mn-ea"/>
              <a:cs typeface="+mn-cs"/>
            </a:endParaRPr>
          </a:p>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prstClr val="black"/>
                </a:solidFill>
                <a:effectLst/>
                <a:uLnTx/>
                <a:uFillTx/>
                <a:latin typeface="Arial" panose="020B0604020202020204"/>
                <a:ea typeface="+mn-ea"/>
                <a:cs typeface="+mn-cs"/>
              </a:rPr>
              <a:t>You may view or otherwise use the information, prices, indices, assessments and other related information, graphs, tables and images ("Data") in or on this publication only for your personal use or, if you or your company has a license for the Data from S&amp;P Global Energy and you are an authorized user, for your company’s internal business use only. You may not publish, reproduce, extract, distribute, retransmit, resell, create any derivative work from, use in any artificial intelligence system, and/or otherwise provide access to the Data or any portion thereof to any person (either within or outside your company, including as part of or via any internal electronic system or intranet), firm or entity, including any subsidiary, parent, or other entity that is affiliated with your company, without S&amp;P Global Energy's prior written consent or as otherwise authorized under license from S&amp;P Global Energy. Any use or distribution of the Data beyond the express uses authorized in this paragraph above is subject to the payment of additional fees to S&amp;P Global Energy.</a:t>
            </a:r>
          </a:p>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a:ln>
                <a:noFill/>
              </a:ln>
              <a:solidFill>
                <a:prstClr val="black"/>
              </a:solidFill>
              <a:effectLst/>
              <a:uLnTx/>
              <a:uFillTx/>
              <a:latin typeface="Arial" panose="020B0604020202020204"/>
              <a:ea typeface="+mn-ea"/>
              <a:cs typeface="+mn-cs"/>
            </a:endParaRPr>
          </a:p>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prstClr val="black"/>
                </a:solidFill>
                <a:effectLst/>
                <a:uLnTx/>
                <a:uFillTx/>
                <a:latin typeface="Arial" panose="020B0604020202020204"/>
                <a:ea typeface="+mn-ea"/>
                <a:cs typeface="+mn-cs"/>
              </a:rPr>
              <a:t>S&amp;P Global Energy, its affiliates and all of their third-party licensors disclaim any and all warranties, express or implied, including, but not limited to, any warranties of merchantability or fitness for a particular purpose or use as to the Data, or the results obtained by its use or as to the performance thereof. Data in this publication includes independent and verifiable data collected from actual market participants. Any user of the Data should not rely on any information and/or assessment contained therein in making any investment, trading, risk management or other decision. S&amp;P Global Energy, its affiliates and their third-party licensors do not guarantee the adequacy, accuracy, timeliness and/or completeness of the Data or any component thereof or any communications (whether written, oral, electronic or in other format), and shall not be subject to any damages or liability, including but not limited to any indirect, special, incidental, punitive or consequential damages (including but not limited to, loss of profits, trading losses and loss of goodwill).</a:t>
            </a:r>
          </a:p>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a:ln>
                <a:noFill/>
              </a:ln>
              <a:solidFill>
                <a:prstClr val="black"/>
              </a:solidFill>
              <a:effectLst/>
              <a:uLnTx/>
              <a:uFillTx/>
              <a:latin typeface="Arial" panose="020B0604020202020204"/>
              <a:ea typeface="+mn-ea"/>
              <a:cs typeface="+mn-cs"/>
            </a:endParaRPr>
          </a:p>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prstClr val="black"/>
                </a:solidFill>
                <a:effectLst/>
                <a:uLnTx/>
                <a:uFillTx/>
                <a:latin typeface="Arial" panose="020B0604020202020204"/>
                <a:ea typeface="+mn-ea"/>
                <a:cs typeface="+mn-cs"/>
              </a:rPr>
              <a:t>ICE index data and NYMEX futures data used herein are provided under S&amp;P Global Energy's commercial licensing agreements with ICE and with NYMEX. You acknowledge that the ICE index data and NYMEX futures data herein are confidential and are proprietary trade secrets and data of ICE and NYMEX or its/their licensors/suppliers, and you shall use best efforts to prevent the unauthorized publication, disclosure or copying of the ICE index data and/or NYMEX futures data.</a:t>
            </a:r>
          </a:p>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a:ln>
                <a:noFill/>
              </a:ln>
              <a:solidFill>
                <a:prstClr val="black"/>
              </a:solidFill>
              <a:effectLst/>
              <a:uLnTx/>
              <a:uFillTx/>
              <a:latin typeface="Arial" panose="020B0604020202020204"/>
              <a:ea typeface="+mn-ea"/>
              <a:cs typeface="+mn-cs"/>
            </a:endParaRPr>
          </a:p>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prstClr val="black"/>
                </a:solidFill>
                <a:effectLst/>
                <a:uLnTx/>
                <a:uFillTx/>
                <a:latin typeface="Arial" panose="020B0604020202020204"/>
                <a:ea typeface="+mn-ea"/>
                <a:cs typeface="+mn-cs"/>
              </a:rPr>
              <a:t>Permission is granted for those registered with the Copyright Clearance Center (CCC) to copy material above for internal reference or personal use only, provided that appropriate payment is made to the CCC, 222 Rosewood Drive, Danvers, MA 01923, phone +1-978-750-8400. Reproduction in any other form, or for any other purpose, is forbidden without the express prior permission of S&amp;P Global Inc. For article reprints contact: The YGS Group, phone +1-717-505-9701 x105 (800-501-9571 from the U.S.).</a:t>
            </a:r>
          </a:p>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prstClr val="black"/>
                </a:solidFill>
                <a:effectLst/>
                <a:uLnTx/>
                <a:uFillTx/>
                <a:latin typeface="Arial" panose="020B0604020202020204"/>
                <a:ea typeface="+mn-ea"/>
                <a:cs typeface="+mn-cs"/>
              </a:rPr>
              <a:t>For all other queries or requests pursuant to this notice, please contact S&amp;P Global Inc. via email </a:t>
            </a:r>
            <a:r>
              <a:rPr kumimoji="0" lang="en-US" sz="1000" b="0" i="0" u="none" strike="noStrike" kern="1200" cap="none" spc="0" normalizeH="0" baseline="0" noProof="0">
                <a:ln>
                  <a:noFill/>
                </a:ln>
                <a:solidFill>
                  <a:schemeClr val="tx1"/>
                </a:solidFill>
                <a:effectLst/>
                <a:uLnTx/>
                <a:uFillTx/>
                <a:latin typeface="Arial" panose="020B0604020202020204"/>
                <a:ea typeface="+mn-ea"/>
                <a:cs typeface="+mn-cs"/>
              </a:rPr>
              <a:t>at </a:t>
            </a:r>
            <a:r>
              <a:rPr kumimoji="0" lang="en-US" sz="1000" b="0" i="0" u="none" strike="noStrike" kern="1200" cap="none" spc="0" normalizeH="0" baseline="0" noProof="0">
                <a:ln>
                  <a:noFill/>
                </a:ln>
                <a:solidFill>
                  <a:schemeClr val="tx1"/>
                </a:solidFill>
                <a:effectLst/>
                <a:uLnTx/>
                <a:uFillTx/>
                <a:latin typeface="Arial" panose="020B0604020202020204"/>
                <a:ea typeface="+mn-ea"/>
                <a:cs typeface="+mn-cs"/>
                <a:hlinkClick r:id="rId2">
                  <a:extLst>
                    <a:ext uri="{A12FA001-AC4F-418D-AE19-62706E023703}">
                      <ahyp:hlinkClr xmlns:ahyp="http://schemas.microsoft.com/office/drawing/2018/hyperlinkcolor" val="tx"/>
                    </a:ext>
                  </a:extLst>
                </a:hlinkClick>
              </a:rPr>
              <a:t>support.energy@spglobal.com</a:t>
            </a:r>
            <a:r>
              <a:rPr kumimoji="0" lang="en-US" sz="1000" b="0" i="0" u="none" strike="noStrike" kern="1200" cap="none" spc="0" normalizeH="0" baseline="0" noProof="0">
                <a:ln>
                  <a:noFill/>
                </a:ln>
                <a:solidFill>
                  <a:schemeClr val="tx1"/>
                </a:solidFill>
                <a:effectLst/>
                <a:uLnTx/>
                <a:uFillTx/>
                <a:latin typeface="Arial" panose="020B0604020202020204"/>
                <a:ea typeface="+mn-ea"/>
                <a:cs typeface="+mn-cs"/>
              </a:rPr>
              <a:t>.</a:t>
            </a:r>
          </a:p>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a:ln>
                <a:noFill/>
              </a:ln>
              <a:solidFill>
                <a:schemeClr val="tx1"/>
              </a:solidFill>
              <a:effectLst/>
              <a:uLnTx/>
              <a:uFillTx/>
              <a:latin typeface="Arial" panose="020B0604020202020204"/>
              <a:ea typeface="+mn-ea"/>
              <a:cs typeface="+mn-cs"/>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1000">
                <a:solidFill>
                  <a:schemeClr val="tx1"/>
                </a:solidFill>
                <a:effectLst/>
              </a:rPr>
              <a:t>This content was created with the assistance of Kensho Spark Assist, an artificial intelligence (AI) tool. For complete Terms of Use, see </a:t>
            </a:r>
            <a:r>
              <a:rPr lang="en-US" sz="1000">
                <a:solidFill>
                  <a:schemeClr val="tx1"/>
                </a:solidFill>
                <a:effectLst/>
                <a:hlinkClick r:id="rId3" tooltip="https://www.spglobal.com/en/terms-of-use.">
                  <a:extLst>
                    <a:ext uri="{A12FA001-AC4F-418D-AE19-62706E023703}">
                      <ahyp:hlinkClr xmlns:ahyp="http://schemas.microsoft.com/office/drawing/2018/hyperlinkcolor" val="tx"/>
                    </a:ext>
                  </a:extLst>
                </a:hlinkClick>
              </a:rPr>
              <a:t>https://www.spglobal.com/en/terms-of-use</a:t>
            </a:r>
            <a:r>
              <a:rPr lang="en-US" sz="1000">
                <a:solidFill>
                  <a:schemeClr val="tx1"/>
                </a:solidFill>
                <a:effectLst/>
              </a:rPr>
              <a:t>. </a:t>
            </a:r>
            <a:endParaRPr kumimoji="0" lang="en-US" sz="1000" b="0" i="0" u="none" strike="noStrike" kern="1200" cap="none" spc="0" normalizeH="0" baseline="0" noProof="0">
              <a:ln>
                <a:noFill/>
              </a:ln>
              <a:solidFill>
                <a:schemeClr val="tx1"/>
              </a:solidFill>
              <a:effectLst/>
              <a:uLnTx/>
              <a:uFillTx/>
              <a:latin typeface="Arial" panose="020B0604020202020204"/>
              <a:ea typeface="+mn-ea"/>
              <a:cs typeface="+mn-cs"/>
            </a:endParaRPr>
          </a:p>
        </p:txBody>
      </p:sp>
    </p:spTree>
    <p:extLst>
      <p:ext uri="{BB962C8B-B14F-4D97-AF65-F5344CB8AC3E}">
        <p14:creationId xmlns:p14="http://schemas.microsoft.com/office/powerpoint/2010/main" val="1588851511"/>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preserve="1" userDrawn="1">
  <p:cSld name="Companies &amp; Transactions">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74A2754-9801-4B84-AD47-B47EDD265969}"/>
              </a:ext>
              <a:ext uri="{C183D7F6-B498-43B3-948B-1728B52AA6E4}">
                <adec:decorative xmlns:adec="http://schemas.microsoft.com/office/drawing/2017/decorative" val="0"/>
              </a:ext>
            </a:extLst>
          </p:cNvPr>
          <p:cNvSpPr txBox="1"/>
          <p:nvPr userDrawn="1"/>
        </p:nvSpPr>
        <p:spPr>
          <a:xfrm>
            <a:off x="566928" y="1732733"/>
            <a:ext cx="11077576" cy="3392532"/>
          </a:xfrm>
          <a:prstGeom prst="rect">
            <a:avLst/>
          </a:prstGeom>
          <a:noFill/>
        </p:spPr>
        <p:txBody>
          <a:bodyPr wrap="square" anchor="t">
            <a:spAutoFit/>
          </a:bodyPr>
          <a:lstStyle/>
          <a:p>
            <a:pPr marL="0" marR="0">
              <a:lnSpc>
                <a:spcPct val="107000"/>
              </a:lnSpc>
              <a:spcBef>
                <a:spcPts val="0"/>
              </a:spcBef>
              <a:spcAft>
                <a:spcPts val="800"/>
              </a:spcAft>
            </a:pPr>
            <a:r>
              <a:rPr lang="en-US" sz="1000" b="1">
                <a:effectLst/>
                <a:latin typeface="Arial" panose="020B0604020202020204" pitchFamily="34" charset="0"/>
                <a:ea typeface="Calibri" panose="020F0502020204030204" pitchFamily="34" charset="0"/>
                <a:cs typeface="Arial" panose="020B0604020202020204" pitchFamily="34" charset="0"/>
              </a:rPr>
              <a:t>Disclaimer</a:t>
            </a:r>
            <a:endParaRPr lang="en-US" sz="1000">
              <a:effectLst/>
              <a:latin typeface="Arial" panose="020B0604020202020204" pitchFamily="34" charset="0"/>
              <a:ea typeface="Calibri" panose="020F0502020204030204" pitchFamily="34" charset="0"/>
              <a:cs typeface="Arial" panose="020B0604020202020204" pitchFamily="34" charset="0"/>
            </a:endParaRPr>
          </a:p>
          <a:p>
            <a:pPr marL="0" marR="0">
              <a:lnSpc>
                <a:spcPct val="107000"/>
              </a:lnSpc>
              <a:spcBef>
                <a:spcPts val="0"/>
              </a:spcBef>
              <a:spcAft>
                <a:spcPts val="800"/>
              </a:spcAft>
            </a:pPr>
            <a:r>
              <a:rPr lang="en-US" sz="1000">
                <a:effectLst/>
                <a:latin typeface="Arial" panose="020B0604020202020204" pitchFamily="34" charset="0"/>
                <a:ea typeface="Calibri" panose="020F0502020204030204" pitchFamily="34" charset="0"/>
                <a:cs typeface="Arial" panose="020B0604020202020204" pitchFamily="34" charset="0"/>
              </a:rPr>
              <a:t>IHS Herold Inc. (“IHS Herold”), a wholly-owned subsidiary of S&amp;P Global, provides data and analysis on the strategy, performance, and valuation of companies in the global energy industry, as well as energy transactions and trends. IHS Herold serves a subscription client base consisting of energy companies, financial institutions, investment managers, and advisory firms. IHS Herold is not affiliated with any broker, dealer, bank, or investment bank. Companies mentioned in this report may be or may have been subscribers to IHS Herold data and research in the past year on terms consistent with all other clients of IHS Herold or clients of any member of the S&amp;P Global group. IHS Herold does not inform any company in advance of the nature or conclusions of its research reports. Analysts do not receive any compensation from the companies on which they report or from any other industry source.</a:t>
            </a:r>
          </a:p>
          <a:p>
            <a:pPr marL="0" marR="0">
              <a:lnSpc>
                <a:spcPct val="107000"/>
              </a:lnSpc>
              <a:spcBef>
                <a:spcPts val="0"/>
              </a:spcBef>
              <a:spcAft>
                <a:spcPts val="800"/>
              </a:spcAft>
            </a:pPr>
            <a:r>
              <a:rPr lang="en-US" sz="1000">
                <a:effectLst/>
                <a:latin typeface="Arial" panose="020B0604020202020204" pitchFamily="34" charset="0"/>
                <a:ea typeface="Calibri" panose="020F0502020204030204" pitchFamily="34" charset="0"/>
                <a:cs typeface="Arial" panose="020B0604020202020204" pitchFamily="34" charset="0"/>
              </a:rPr>
              <a:t>Copyright © 2026 S&amp;P Global. All rights reserved. The [</a:t>
            </a:r>
            <a:r>
              <a:rPr lang="en-US" sz="1000">
                <a:solidFill>
                  <a:srgbClr val="B92051"/>
                </a:solidFill>
                <a:effectLst/>
                <a:latin typeface="Arial" panose="020B0604020202020204" pitchFamily="34" charset="0"/>
                <a:ea typeface="Calibri" panose="020F0502020204030204" pitchFamily="34" charset="0"/>
                <a:cs typeface="Arial" panose="020B0604020202020204" pitchFamily="34" charset="0"/>
              </a:rPr>
              <a:t>Insert publication</a:t>
            </a:r>
            <a:r>
              <a:rPr lang="en-US" sz="1000">
                <a:effectLst/>
                <a:latin typeface="Arial" panose="020B0604020202020204" pitchFamily="34" charset="0"/>
                <a:ea typeface="Calibri" panose="020F0502020204030204" pitchFamily="34" charset="0"/>
                <a:cs typeface="Arial" panose="020B0604020202020204" pitchFamily="34" charset="0"/>
              </a:rPr>
              <a:t>] is published by IHS Herold, 55 Post Rd W, 2nd Floor, Westport, CT 06880, USA for the exclusive use of S&amp;P Global clients. Reproduction of this report, even for internal distribution, is strictly prohibited. The information contained herein has been obtained from sources believed to be reliable, but neither S&amp;P Global nor any of its affiliates guarantees their accuracy or completeness. No information or opinions contained herein constitutes a representation or solicitation for the purchase of any securities of the companies mentioned herein. From time to time, IHS Herold and/or its officers and employees may have long or short positions in the securities mentioned herein or during the past year may have transacted in securities of the companies mentioned. </a:t>
            </a:r>
          </a:p>
          <a:p>
            <a:pPr marL="0" marR="0">
              <a:lnSpc>
                <a:spcPct val="107000"/>
              </a:lnSpc>
              <a:spcBef>
                <a:spcPts val="0"/>
              </a:spcBef>
              <a:spcAft>
                <a:spcPts val="800"/>
              </a:spcAft>
            </a:pPr>
            <a:r>
              <a:rPr lang="en-US" sz="1000">
                <a:solidFill>
                  <a:schemeClr val="accent1"/>
                </a:solidFill>
                <a:effectLst/>
                <a:latin typeface="Arial" panose="020B0604020202020204" pitchFamily="34" charset="0"/>
                <a:ea typeface="Calibri" panose="020F0502020204030204" pitchFamily="34" charset="0"/>
                <a:cs typeface="Arial" panose="020B0604020202020204" pitchFamily="34" charset="0"/>
              </a:rPr>
              <a:t>The research analyst who prepared this report certifies that the views expressed herein accurately reflect the research analyst’s professional opinions, are consistent with established IHS Herold methodologies and standards, and that no part of his or her compensation was, is, or will be directly or indirectly related to specific views contained in this report.</a:t>
            </a:r>
          </a:p>
          <a:p>
            <a:pPr marL="0" marR="0">
              <a:lnSpc>
                <a:spcPct val="107000"/>
              </a:lnSpc>
              <a:spcBef>
                <a:spcPts val="0"/>
              </a:spcBef>
              <a:spcAft>
                <a:spcPts val="800"/>
              </a:spcAft>
            </a:pPr>
            <a:r>
              <a:rPr lang="en-US" sz="1000">
                <a:solidFill>
                  <a:schemeClr val="accent1"/>
                </a:solidFill>
                <a:effectLst/>
                <a:latin typeface="Arial" panose="020B0604020202020204" pitchFamily="34" charset="0"/>
                <a:ea typeface="Calibri" panose="020F0502020204030204" pitchFamily="34" charset="0"/>
                <a:cs typeface="Arial" panose="020B0604020202020204" pitchFamily="34" charset="0"/>
              </a:rPr>
              <a:t>The research analysts who prepared this report certify that the views expressed herein accurately reflect their professional opinions, are consistent with established IHS Herold methodologies and standards, and that no part of their compensation was, is, or will be directly or indirectly related to specific views contained in this report.</a:t>
            </a:r>
          </a:p>
          <a:p>
            <a:pPr marL="0" marR="0" lvl="0" indent="0" algn="l" defTabSz="457200" rtl="0" eaLnBrk="1" fontAlgn="auto" latinLnBrk="0" hangingPunct="1">
              <a:lnSpc>
                <a:spcPct val="107000"/>
              </a:lnSpc>
              <a:spcBef>
                <a:spcPts val="0"/>
              </a:spcBef>
              <a:spcAft>
                <a:spcPts val="800"/>
              </a:spcAft>
              <a:buClrTx/>
              <a:buSzTx/>
              <a:buFontTx/>
              <a:buNone/>
              <a:tabLst/>
              <a:defRPr/>
            </a:pPr>
            <a:r>
              <a:rPr lang="en-US" sz="1000">
                <a:solidFill>
                  <a:schemeClr val="accent1"/>
                </a:solidFill>
                <a:latin typeface="Arial" panose="020B0604020202020204" pitchFamily="34" charset="0"/>
                <a:cs typeface="Arial" panose="020B0604020202020204" pitchFamily="34" charset="0"/>
              </a:rPr>
              <a:t>The analyst that prepared this report has a [long/short] position in the securities of [company] mentioned in this report. This analyst is contractually prohibited from purchasing or selling the securities of this company during the blackout period implemented by IHS Herold for this type of report.</a:t>
            </a:r>
          </a:p>
        </p:txBody>
      </p:sp>
    </p:spTree>
    <p:extLst>
      <p:ext uri="{BB962C8B-B14F-4D97-AF65-F5344CB8AC3E}">
        <p14:creationId xmlns:p14="http://schemas.microsoft.com/office/powerpoint/2010/main" val="60755330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showMasterSp="0" preserve="1" userDrawn="1">
  <p:cSld name="Companies &amp; Transactions_Spark">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74A2754-9801-4B84-AD47-B47EDD265969}"/>
              </a:ext>
              <a:ext uri="{C183D7F6-B498-43B3-948B-1728B52AA6E4}">
                <adec:decorative xmlns:adec="http://schemas.microsoft.com/office/drawing/2017/decorative" val="0"/>
              </a:ext>
            </a:extLst>
          </p:cNvPr>
          <p:cNvSpPr txBox="1"/>
          <p:nvPr userDrawn="1"/>
        </p:nvSpPr>
        <p:spPr>
          <a:xfrm>
            <a:off x="566928" y="1737360"/>
            <a:ext cx="11077576" cy="3659784"/>
          </a:xfrm>
          <a:prstGeom prst="rect">
            <a:avLst/>
          </a:prstGeom>
          <a:noFill/>
        </p:spPr>
        <p:txBody>
          <a:bodyPr wrap="square" anchor="t">
            <a:spAutoFit/>
          </a:bodyPr>
          <a:lstStyle/>
          <a:p>
            <a:pPr marL="0" marR="0">
              <a:lnSpc>
                <a:spcPct val="107000"/>
              </a:lnSpc>
              <a:spcBef>
                <a:spcPts val="0"/>
              </a:spcBef>
              <a:spcAft>
                <a:spcPts val="800"/>
              </a:spcAft>
            </a:pPr>
            <a:r>
              <a:rPr lang="en-US" sz="1000" b="1">
                <a:effectLst/>
                <a:latin typeface="Arial" panose="020B0604020202020204" pitchFamily="34" charset="0"/>
                <a:ea typeface="Calibri" panose="020F0502020204030204" pitchFamily="34" charset="0"/>
                <a:cs typeface="Arial" panose="020B0604020202020204" pitchFamily="34" charset="0"/>
              </a:rPr>
              <a:t>Disclaimer</a:t>
            </a:r>
            <a:endParaRPr lang="en-US" sz="1000">
              <a:effectLst/>
              <a:latin typeface="Arial" panose="020B0604020202020204" pitchFamily="34" charset="0"/>
              <a:ea typeface="Calibri" panose="020F0502020204030204" pitchFamily="34" charset="0"/>
              <a:cs typeface="Arial" panose="020B0604020202020204" pitchFamily="34" charset="0"/>
            </a:endParaRPr>
          </a:p>
          <a:p>
            <a:pPr marL="0" marR="0">
              <a:lnSpc>
                <a:spcPct val="107000"/>
              </a:lnSpc>
              <a:spcBef>
                <a:spcPts val="0"/>
              </a:spcBef>
              <a:spcAft>
                <a:spcPts val="800"/>
              </a:spcAft>
            </a:pPr>
            <a:r>
              <a:rPr lang="en-US" sz="1000">
                <a:effectLst/>
                <a:latin typeface="Arial" panose="020B0604020202020204" pitchFamily="34" charset="0"/>
                <a:ea typeface="Calibri" panose="020F0502020204030204" pitchFamily="34" charset="0"/>
                <a:cs typeface="Arial" panose="020B0604020202020204" pitchFamily="34" charset="0"/>
              </a:rPr>
              <a:t>IHS Herold Inc. (“IHS Herold”), a wholly-owned subsidiary of S&amp;P Global, provides data and analysis on the strategy, performance, and valuation of companies in the global energy industry, as well as energy transactions and trends. IHS Herold serves a subscription client base consisting of energy companies, financial institutions, investment managers, and advisory firms. IHS Herold is not affiliated with any broker, dealer, bank, or investment bank. Companies mentioned in this report may be or may have been subscribers to IHS Herold data and research in the past year on terms consistent with all other clients of IHS Herold or clients of any member of the S&amp;P Global group. IHS Herold does not inform any company in advance of the nature or conclusions of its research reports. Analysts do not receive any compensation from the companies on which they report or from any other industry source.</a:t>
            </a:r>
          </a:p>
          <a:p>
            <a:pPr marL="0" marR="0">
              <a:lnSpc>
                <a:spcPct val="107000"/>
              </a:lnSpc>
              <a:spcBef>
                <a:spcPts val="0"/>
              </a:spcBef>
              <a:spcAft>
                <a:spcPts val="800"/>
              </a:spcAft>
            </a:pPr>
            <a:r>
              <a:rPr lang="en-US" sz="1000">
                <a:effectLst/>
                <a:latin typeface="Arial" panose="020B0604020202020204" pitchFamily="34" charset="0"/>
                <a:ea typeface="Calibri" panose="020F0502020204030204" pitchFamily="34" charset="0"/>
                <a:cs typeface="Arial" panose="020B0604020202020204" pitchFamily="34" charset="0"/>
              </a:rPr>
              <a:t>Copyright © 2026 S&amp;P Global. All rights reserved. The [</a:t>
            </a:r>
            <a:r>
              <a:rPr lang="en-US" sz="1000">
                <a:solidFill>
                  <a:srgbClr val="B92051"/>
                </a:solidFill>
                <a:effectLst/>
                <a:latin typeface="Arial" panose="020B0604020202020204" pitchFamily="34" charset="0"/>
                <a:ea typeface="Calibri" panose="020F0502020204030204" pitchFamily="34" charset="0"/>
                <a:cs typeface="Arial" panose="020B0604020202020204" pitchFamily="34" charset="0"/>
              </a:rPr>
              <a:t>Insert publication</a:t>
            </a:r>
            <a:r>
              <a:rPr lang="en-US" sz="1000">
                <a:effectLst/>
                <a:latin typeface="Arial" panose="020B0604020202020204" pitchFamily="34" charset="0"/>
                <a:ea typeface="Calibri" panose="020F0502020204030204" pitchFamily="34" charset="0"/>
                <a:cs typeface="Arial" panose="020B0604020202020204" pitchFamily="34" charset="0"/>
              </a:rPr>
              <a:t>] is published by IHS Herold, 55 Post Rd W, 2nd Floor, Westport, CT 06880, USA for the exclusive use of S&amp;P Global clients. Reproduction of this report, even for internal distribution, is strictly prohibited. The information contained herein has been obtained from sources believed to be reliable, but neither S&amp;P Global nor any of its affiliates guarantees their accuracy or completeness. No information or opinions contained herein constitutes a representation or solicitation for the purchase of any securities of the companies mentioned herein. From time to time, IHS Herold and/or its officers and employees may have long or short positions in the securities mentioned herein or during the past year may have transacted in securities of the companies mentioned. </a:t>
            </a:r>
          </a:p>
          <a:p>
            <a:pPr marL="0" marR="0">
              <a:lnSpc>
                <a:spcPct val="107000"/>
              </a:lnSpc>
              <a:spcBef>
                <a:spcPts val="0"/>
              </a:spcBef>
              <a:spcAft>
                <a:spcPts val="800"/>
              </a:spcAft>
            </a:pPr>
            <a:r>
              <a:rPr lang="en-US" sz="1000">
                <a:solidFill>
                  <a:schemeClr val="accent1"/>
                </a:solidFill>
                <a:effectLst/>
                <a:latin typeface="Arial" panose="020B0604020202020204" pitchFamily="34" charset="0"/>
                <a:ea typeface="Calibri" panose="020F0502020204030204" pitchFamily="34" charset="0"/>
                <a:cs typeface="Arial" panose="020B0604020202020204" pitchFamily="34" charset="0"/>
              </a:rPr>
              <a:t>The research analyst who prepared this report certifies that the views expressed herein accurately reflect the research analyst’s professional opinions, are consistent with established IHS Herold methodologies and standards, and that no part of his or her compensation was, is, or will be directly or indirectly related to specific views contained in this report.</a:t>
            </a:r>
          </a:p>
          <a:p>
            <a:pPr marL="0" marR="0">
              <a:lnSpc>
                <a:spcPct val="107000"/>
              </a:lnSpc>
              <a:spcBef>
                <a:spcPts val="0"/>
              </a:spcBef>
              <a:spcAft>
                <a:spcPts val="800"/>
              </a:spcAft>
            </a:pPr>
            <a:r>
              <a:rPr lang="en-US" sz="1000">
                <a:solidFill>
                  <a:schemeClr val="accent1"/>
                </a:solidFill>
                <a:effectLst/>
                <a:latin typeface="Arial" panose="020B0604020202020204" pitchFamily="34" charset="0"/>
                <a:ea typeface="Calibri" panose="020F0502020204030204" pitchFamily="34" charset="0"/>
                <a:cs typeface="Arial" panose="020B0604020202020204" pitchFamily="34" charset="0"/>
              </a:rPr>
              <a:t>The research analysts who prepared this report certify that the views expressed herein accurately reflect their professional opinions, are consistent with established IHS Herold methodologies and standards, and that no part of their compensation was, is, or will be directly or indirectly related to specific views contained in this report.</a:t>
            </a:r>
          </a:p>
          <a:p>
            <a:pPr marL="0" marR="0" lvl="0" indent="0" algn="l" defTabSz="457200" rtl="0" eaLnBrk="1" fontAlgn="auto" latinLnBrk="0" hangingPunct="1">
              <a:lnSpc>
                <a:spcPct val="107000"/>
              </a:lnSpc>
              <a:spcBef>
                <a:spcPts val="0"/>
              </a:spcBef>
              <a:spcAft>
                <a:spcPts val="800"/>
              </a:spcAft>
              <a:buClrTx/>
              <a:buSzTx/>
              <a:buFontTx/>
              <a:buNone/>
              <a:tabLst/>
              <a:defRPr/>
            </a:pPr>
            <a:r>
              <a:rPr lang="en-US" sz="1000">
                <a:solidFill>
                  <a:schemeClr val="accent1"/>
                </a:solidFill>
                <a:latin typeface="Arial" panose="020B0604020202020204" pitchFamily="34" charset="0"/>
                <a:cs typeface="Arial" panose="020B0604020202020204" pitchFamily="34" charset="0"/>
              </a:rPr>
              <a:t>The analyst that prepared this report has a [long/short] position in the securities of [company] mentioned in this report. This analyst is contractually prohibited from purchasing or selling the securities of this company during the blackout period implemented by IHS Herold for this type of report.</a:t>
            </a:r>
          </a:p>
          <a:p>
            <a:pPr marL="0" marR="0" lvl="0" indent="0" algn="l" defTabSz="457200" rtl="0" eaLnBrk="1" fontAlgn="auto" latinLnBrk="0" hangingPunct="1">
              <a:lnSpc>
                <a:spcPct val="107000"/>
              </a:lnSpc>
              <a:spcBef>
                <a:spcPts val="0"/>
              </a:spcBef>
              <a:spcAft>
                <a:spcPts val="800"/>
              </a:spcAft>
              <a:buClrTx/>
              <a:buSzTx/>
              <a:buFontTx/>
              <a:buNone/>
              <a:tabLst/>
              <a:defRPr/>
            </a:pPr>
            <a:r>
              <a:rPr lang="en-US" sz="1000">
                <a:solidFill>
                  <a:schemeClr val="tx1"/>
                </a:solidFill>
                <a:effectLst/>
              </a:rPr>
              <a:t>This content was created with the assistance of Kensho Spark Assist, an artificial intelligence (AI) tool. For complete Terms of Use, see </a:t>
            </a:r>
            <a:r>
              <a:rPr lang="en-US" sz="1000">
                <a:solidFill>
                  <a:schemeClr val="tx1"/>
                </a:solidFill>
                <a:effectLst/>
                <a:hlinkClick r:id="rId3" tooltip="https://www.spglobal.com/en/terms-of-use.">
                  <a:extLst>
                    <a:ext uri="{A12FA001-AC4F-418D-AE19-62706E023703}">
                      <ahyp:hlinkClr xmlns:ahyp="http://schemas.microsoft.com/office/drawing/2018/hyperlinkcolor" val="tx"/>
                    </a:ext>
                  </a:extLst>
                </a:hlinkClick>
              </a:rPr>
              <a:t>https://www.spglobal.com/en/terms-of-use</a:t>
            </a:r>
            <a:r>
              <a:rPr lang="en-US" sz="1000">
                <a:solidFill>
                  <a:schemeClr val="tx1"/>
                </a:solidFill>
                <a:effectLst/>
              </a:rPr>
              <a:t>. </a:t>
            </a:r>
            <a:endParaRPr lang="en-US" sz="100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54998028"/>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chemeClr val="accent5"/>
        </a:solidFill>
        <a:effectLst/>
      </p:bgPr>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8EA77DE4-BCDB-47D9-B82E-92CB162DC268}"/>
              </a:ext>
            </a:extLst>
          </p:cNvPr>
          <p:cNvSpPr txBox="1"/>
          <p:nvPr userDrawn="1"/>
        </p:nvSpPr>
        <p:spPr>
          <a:xfrm>
            <a:off x="0" y="0"/>
            <a:ext cx="12192000" cy="6858000"/>
          </a:xfrm>
          <a:prstGeom prst="rect">
            <a:avLst/>
          </a:prstGeom>
          <a:solidFill>
            <a:schemeClr val="accent5"/>
          </a:solidFill>
        </p:spPr>
        <p:txBody>
          <a:bodyPr wrap="square" rtlCol="0" anchor="ctr">
            <a:noAutofit/>
          </a:bodyPr>
          <a:lstStyle/>
          <a:p>
            <a:pPr algn="ctr">
              <a:lnSpc>
                <a:spcPct val="90000"/>
              </a:lnSpc>
            </a:pPr>
            <a:r>
              <a:rPr lang="en-US" sz="11500" b="1"/>
              <a:t>DO NOT USE LAYOUTS AFTER THIS! </a:t>
            </a:r>
          </a:p>
        </p:txBody>
      </p:sp>
    </p:spTree>
    <p:extLst>
      <p:ext uri="{BB962C8B-B14F-4D97-AF65-F5344CB8AC3E}">
        <p14:creationId xmlns:p14="http://schemas.microsoft.com/office/powerpoint/2010/main" val="863730396"/>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p:cSld name="Contact us">
    <p:bg>
      <p:bgPr>
        <a:solidFill>
          <a:srgbClr val="00000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611112" y="0"/>
            <a:ext cx="5577840" cy="6858000"/>
          </a:xfrm>
          <a:prstGeom prst="rect">
            <a:avLst/>
          </a:prstGeom>
        </p:spPr>
      </p:pic>
      <p:pic>
        <p:nvPicPr>
          <p:cNvPr id="3" name="Image 1" descr="https://snp-mediaportal.qbank.se/assets/deployedFiles/fd6ac17e8cb753e1865b09a3b5a17939.png">    </p:cNvPr>
          <p:cNvPicPr>
            <a:picLocks noChangeAspect="1"/>
          </p:cNvPicPr>
          <p:nvPr/>
        </p:nvPicPr>
        <p:blipFill>
          <a:blip r:embed="rId2"/>
          <a:stretch>
            <a:fillRect/>
          </a:stretch>
        </p:blipFill>
        <p:spPr>
          <a:xfrm>
            <a:off x="466344" y="6281928"/>
            <a:ext cx="1572768" cy="557784"/>
          </a:xfrm>
          <a:prstGeom prst="rect">
            <a:avLst/>
          </a:prstGeom>
        </p:spPr>
      </p:pic>
      <p:sp>
        <p:nvSpPr>
          <p:cNvPr id="4" name="Text 0"/>
          <p:cNvSpPr/>
          <p:nvPr/>
        </p:nvSpPr>
        <p:spPr>
          <a:xfrm>
            <a:off x="5276088" y="6565392"/>
            <a:ext cx="6126480" cy="219456"/>
          </a:xfrm>
          <a:prstGeom prst="rect">
            <a:avLst/>
          </a:prstGeom>
          <a:noFill/>
          <a:ln/>
        </p:spPr>
        <p:txBody>
          <a:bodyPr wrap="square" rtlCol="0" anchor="ctr"/>
          <a:lstStyle/>
          <a:p>
            <a:pPr algn="r" indent="0" marL="0">
              <a:buNone/>
            </a:pPr>
            <a:r>
              <a:rPr lang="en-US" sz="700" dirty="0">
                <a:solidFill>
                  <a:srgbClr val="FFFFFF"/>
                </a:solidFill>
                <a:latin typeface="Arial" pitchFamily="34" charset="0"/>
                <a:ea typeface="Arial" pitchFamily="34" charset="-122"/>
                <a:cs typeface="Arial" pitchFamily="34" charset="-120"/>
              </a:rPr>
              <a:t>© 2025 S&amp;P Global.</a:t>
            </a:r>
            <a:endParaRPr lang="en-US" sz="700" dirty="0"/>
          </a:p>
        </p:txBody>
      </p:sp>
      <p:sp>
        <p:nvSpPr>
          <p:cNvPr id="5" name="Text 1"/>
          <p:cNvSpPr/>
          <p:nvPr>
            <p:ph idx="103" type="sldNum" hasCustomPrompt="1"/>
          </p:nvPr>
        </p:nvSpPr>
        <p:spPr/>
        <p:txBody>
          <a:bodyPr wrap="none" rtlCol="0" anchor="ctr"/>
          <a:lstStyle/>
          <a:p>
            <a:pPr algn="r" indent="0" marL="0">
              <a:buNone/>
            </a:pPr>
            <a:r>
              <a:rPr lang="en-US" sz="700" dirty="0">
                <a:solidFill>
                  <a:srgbClr val="FFFFFF"/>
                </a:solidFill>
                <a:latin typeface="Arial" pitchFamily="34" charset="0"/>
                <a:ea typeface="Arial" pitchFamily="34" charset="-122"/>
                <a:cs typeface="Arial" pitchFamily="34" charset="-120"/>
              </a:rPr>
              <a:t>&lt;#&gt;</a:t>
            </a:r>
            <a:endParaRPr lang="en-US" sz="700" dirty="0"/>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p:cSld name="disclaimer">
    <p:bg>
      <p:bgPr>
        <a:solidFill>
          <a:srgbClr val="FFFFFF"/>
        </a:solidFill>
      </p:bgPr>
    </p:bg>
    <p:spTree>
      <p:nvGrpSpPr>
        <p:cNvPr id="1" name=""/>
        <p:cNvGrpSpPr/>
        <p:nvPr/>
      </p:nvGrpSpPr>
      <p:grpSpPr>
        <a:xfrm>
          <a:off x="0" y="0"/>
          <a:ext cx="0" cy="0"/>
          <a:chOff x="0" y="0"/>
          <a:chExt cx="0" cy="0"/>
        </a:xfrm>
      </p:grpSpPr>
      <p:pic>
        <p:nvPicPr>
          <p:cNvPr id="2" name="Image 0" descr="https://snp-mediaportal.qbank.se/assets/deployedFiles/b1df7db893866364c914f2942049e8bf.png">    </p:cNvPr>
          <p:cNvPicPr>
            <a:picLocks noChangeAspect="1"/>
          </p:cNvPicPr>
          <p:nvPr/>
        </p:nvPicPr>
        <p:blipFill>
          <a:blip r:embed="rId1"/>
          <a:stretch>
            <a:fillRect/>
          </a:stretch>
        </p:blipFill>
        <p:spPr>
          <a:xfrm>
            <a:off x="466344" y="6281928"/>
            <a:ext cx="1572768" cy="557784"/>
          </a:xfrm>
          <a:prstGeom prst="rect">
            <a:avLst/>
          </a:prstGeom>
        </p:spPr>
      </p:pic>
      <p:sp>
        <p:nvSpPr>
          <p:cNvPr id="3" name="Text 0"/>
          <p:cNvSpPr/>
          <p:nvPr>
            <p:ph idx="101" type="sldNum" hasCustomPrompt="1"/>
          </p:nvPr>
        </p:nvSpPr>
        <p:spPr/>
        <p:txBody>
          <a:bodyPr wrap="none" rtlCol="0" anchor="ctr"/>
          <a:lstStyle/>
          <a:p>
            <a:pPr algn="r" indent="0" marL="0">
              <a:buNone/>
            </a:pPr>
            <a:r>
              <a:rPr lang="en-US" sz="700" dirty="0">
                <a:solidFill>
                  <a:srgbClr val="FFFFFF"/>
                </a:solidFill>
                <a:latin typeface="Arial" pitchFamily="34" charset="0"/>
                <a:ea typeface="Arial" pitchFamily="34" charset="-122"/>
                <a:cs typeface="Arial" pitchFamily="34" charset="-120"/>
              </a:rPr>
              <a:t>&lt;#&gt;</a:t>
            </a:r>
            <a:endParaRPr lang="en-US" sz="700" dirty="0"/>
          </a:p>
        </p:txBody>
      </p:sp>
      <p:sp>
        <p:nvSpPr>
          <p:cNvPr id="4" name="Text 0"/>
          <p:cNvSpPr/>
          <p:nvPr/>
        </p:nvSpPr>
        <p:spPr>
          <a:xfrm>
            <a:off x="566928" y="448056"/>
            <a:ext cx="11064240" cy="5788152"/>
          </a:xfrm>
          <a:prstGeom prst="rect">
            <a:avLst/>
          </a:prstGeom>
          <a:noFill/>
          <a:ln/>
        </p:spPr>
        <p:txBody>
          <a:bodyPr wrap="square" lIns="0" tIns="0" rIns="0" bIns="0" rtlCol="0" anchor="ctr"/>
          <a:lstStyle/>
          <a:p>
            <a:pPr algn="l" indent="0" marL="0">
              <a:buNone/>
            </a:pPr>
            <a:r>
              <a:rPr lang="en-US" sz="1000" dirty="0">
                <a:solidFill>
                  <a:srgbClr val="000000"/>
                </a:solidFill>
                <a:latin typeface="Arial" pitchFamily="34" charset="0"/>
                <a:ea typeface="Arial" pitchFamily="34" charset="-122"/>
                <a:cs typeface="Arial" pitchFamily="34" charset="-120"/>
              </a:rPr>
              <a:t>Copyright © 2025 by S&amp;P Global Market Intelligence, a division of S&amp;P Global Inc. All rights reserved.</a:t>
            </a:r>
            <a:endParaRPr lang="en-US" sz="1000" dirty="0"/>
          </a:p>
          <a:p>
            <a:pPr algn="l" indent="0" marL="0">
              <a:buNone/>
            </a:pPr>
            <a:endParaRPr lang="en-US" sz="1000" dirty="0"/>
          </a:p>
          <a:p>
            <a:pPr algn="l" indent="0" marL="0">
              <a:buNone/>
            </a:pPr>
            <a:r>
              <a:rPr lang="en-US" sz="1000" dirty="0">
                <a:solidFill>
                  <a:srgbClr val="000000"/>
                </a:solidFill>
                <a:latin typeface="Arial" pitchFamily="34" charset="0"/>
                <a:ea typeface="Arial" pitchFamily="34" charset="-122"/>
                <a:cs typeface="Arial" pitchFamily="34" charset="-120"/>
              </a:rPr>
              <a:t>These materials have been prepared solely for information purposes based upon information generally available to the public and from sources believed to be reliable. No content (including index data, ratings, credit-related analyses and data, research, model, software or other application or output therefrom) or any part thereof (Content) may be modified, reverse engineered, reproduced or distributed in any form by any means, or stored in a database or retrieval system, without the prior written permission of S&amp;P Global Market Intelligence or its affiliates (collectively, S&amp;P Global). The Content shall not be used for any unlawful or unauthorized purposes. S&amp;P Global and any third-party providers, (collectively S&amp;P Global Parties) do not guarantee the accuracy, completeness, timeliness or availability of the Content. S&amp;P Global Parties are not responsible for any errors or omissions, regardless of the cause, for the results obtained from the use of the Content. THE CONTENT IS PROVIDED ON "AS IS" BASIS. S&amp;P GLOBAL PARTIES DISCLAIM ANY AND ALL EXPRESS OR IMPLIED WARRANTIES, INCLUDING, BUT NOT LIMITED TO, ANY WARRANTIES OF MERCHANTABILITY OR FITNESS FOR A PARTICULAR PURPOSE OR USE, FREEDOM FROM BUGS, SOFTWARE ERRORS OR DEFECTS, THAT THE CONTENT'S FUNCTIONING WILL BE UNINTERRUPTED OR THAT THE CONTENT WILL OPERATE WITH ANY SOFTWARE OR HARDWARE CONFIGURATION. In no event shall S&amp;P Global Parties be liable to any party for any direct, indirect, incidental, exemplary, compensatory, punitive, special or consequential damages, costs, expenses, legal fees, or losses (including, without limitation, lost income or lost profits and opportunity costs or losses caused by negligence) in connection with any use of the Content even if advised of the possibility of such damages.</a:t>
            </a:r>
            <a:endParaRPr lang="en-US" sz="1000" dirty="0"/>
          </a:p>
          <a:p>
            <a:pPr algn="l" indent="0" marL="0">
              <a:buNone/>
            </a:pPr>
            <a:endParaRPr lang="en-US" sz="1000" dirty="0"/>
          </a:p>
          <a:p>
            <a:pPr algn="l" indent="0" marL="0">
              <a:buNone/>
            </a:pPr>
            <a:r>
              <a:rPr lang="en-US" sz="1000" dirty="0">
                <a:solidFill>
                  <a:srgbClr val="000000"/>
                </a:solidFill>
                <a:latin typeface="Arial" pitchFamily="34" charset="0"/>
                <a:ea typeface="Arial" pitchFamily="34" charset="-122"/>
                <a:cs typeface="Arial" pitchFamily="34" charset="-120"/>
              </a:rPr>
              <a:t>S&amp;P Global Market Intelligence's opinions, quotes and credit-related and other analyses are statements of opinion as of the date they are expressed and not statements of fact or recommendations to purchase, hold, or sell any securities or to make any investment decisions, and do not address the suitability of any security. S&amp;P Global Market Intelligence may provide index data. Direct investment in an index is not possible. Exposure to an asset class represented by an index is available through investable instruments based on that index. S&amp;P Global Market Intelligence assumes no obligation to update the Content following publication in any form or format. The Content should not be relied on and is not a substitute for the skill, judgment and experience of the user, its management, employees, advisors and/or clients when making investment and other business decisions. S&amp;P Global Market Intelligence does not endorse companies, technologies, products, services, or solutions.</a:t>
            </a:r>
            <a:endParaRPr lang="en-US" sz="1000" dirty="0"/>
          </a:p>
          <a:p>
            <a:pPr algn="l" indent="0" marL="0">
              <a:buNone/>
            </a:pPr>
            <a:endParaRPr lang="en-US" sz="1000" dirty="0"/>
          </a:p>
          <a:p>
            <a:pPr algn="l" indent="0" marL="0">
              <a:buNone/>
            </a:pPr>
            <a:r>
              <a:rPr lang="en-US" sz="1000" dirty="0">
                <a:solidFill>
                  <a:srgbClr val="000000"/>
                </a:solidFill>
                <a:latin typeface="Arial" pitchFamily="34" charset="0"/>
                <a:ea typeface="Arial" pitchFamily="34" charset="-122"/>
                <a:cs typeface="Arial" pitchFamily="34" charset="-120"/>
              </a:rPr>
              <a:t>S&amp;P Global keeps certain activities of its divisions separate from each other in order to preserve the independence and objectivity of their respective activities. As a result, certain divisions of S&amp;P Global may have information that is not available to other S&amp;P Global divisions. S&amp;P Global has established policies and procedures to maintain the confidentiality of certain non-public information received in connection with each analytical process.</a:t>
            </a:r>
            <a:endParaRPr lang="en-US" sz="1000" dirty="0"/>
          </a:p>
          <a:p>
            <a:pPr algn="l" indent="0" marL="0">
              <a:buNone/>
            </a:pPr>
            <a:endParaRPr lang="en-US" sz="1000" dirty="0"/>
          </a:p>
          <a:p>
            <a:pPr algn="l" indent="0" marL="0">
              <a:buNone/>
            </a:pPr>
            <a:r>
              <a:rPr lang="en-US" sz="1000" dirty="0">
                <a:solidFill>
                  <a:srgbClr val="000000"/>
                </a:solidFill>
                <a:latin typeface="Arial" pitchFamily="34" charset="0"/>
                <a:ea typeface="Arial" pitchFamily="34" charset="-122"/>
                <a:cs typeface="Arial" pitchFamily="34" charset="-120"/>
              </a:rPr>
              <a:t>S&amp;P Global may receive compensation for its ratings and certain analyses, normally from issuers or underwriters of securities or from obligors. S&amp;P Global reserves the right to disseminate its opinions and analyses. S&amp;P Global's public ratings and analyses are made available on its websites, www.standardandpoors.com (free of charge) and www.ratingsdirect.com (subscription), and may be distributed through other means, including via S&amp;P Global publications and third-party redistributors. Additional information about our ratings fees is available at www.standardandpoors.com/usratingsfees.</a:t>
            </a:r>
            <a:endParaRPr lang="en-US" sz="1000" dirty="0"/>
          </a:p>
          <a:p>
            <a:pPr algn="l" indent="0" marL="0">
              <a:buNone/>
            </a:pPr>
            <a:endParaRPr lang="en-US" sz="1000" dirty="0"/>
          </a:p>
          <a:p>
            <a:pPr algn="l" indent="0" marL="0">
              <a:buNone/>
            </a:pPr>
            <a:r>
              <a:rPr lang="en-US" sz="1000" dirty="0">
                <a:solidFill>
                  <a:srgbClr val="000000"/>
                </a:solidFill>
                <a:latin typeface="Arial" pitchFamily="34" charset="0"/>
                <a:ea typeface="Arial" pitchFamily="34" charset="-122"/>
                <a:cs typeface="Arial" pitchFamily="34" charset="-120"/>
              </a:rPr>
              <a:t>This content was created with the assistance of Kensho Spark Assist, an artificial intelligence (AI) tool. For complete Terms of Use, see https://www.spglobal.com/en/terms-of-use.</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slideLayout" Target="../slideLayouts/slideLayout56.xml"/><Relationship Id="rId57" Type="http://schemas.openxmlformats.org/officeDocument/2006/relationships/slideLayout" Target="../slideLayouts/slideLayout57.xml"/><Relationship Id="rId58" Type="http://schemas.openxmlformats.org/officeDocument/2006/relationships/slideLayout" Target="../slideLayouts/slideLayout58.xml"/><Relationship Id="rId59" Type="http://schemas.openxmlformats.org/officeDocument/2006/relationships/slideLayout" Target="../slideLayouts/slideLayout59.xml"/><Relationship Id="rId60" Type="http://schemas.openxmlformats.org/officeDocument/2006/relationships/slideLayout" Target="../slideLayouts/slideLayout60.xml"/><Relationship Id="rId61" Type="http://schemas.openxmlformats.org/officeDocument/2006/relationships/slideLayout" Target="../slideLayouts/slideLayout61.xml"/><Relationship Id="rId62" Type="http://schemas.openxmlformats.org/officeDocument/2006/relationships/slideLayout" Target="../slideLayouts/slideLayout62.xml"/><Relationship Id="rId63" Type="http://schemas.openxmlformats.org/officeDocument/2006/relationships/slideLayout" Target="../slideLayouts/slideLayout63.xml"/><Relationship Id="rId64" Type="http://schemas.openxmlformats.org/officeDocument/2006/relationships/slideLayout" Target="../slideLayouts/slideLayout64.xml"/><Relationship Id="rId65" Type="http://schemas.openxmlformats.org/officeDocument/2006/relationships/slideLayout" Target="../slideLayouts/slideLayout65.xml"/><Relationship Id="rId66" Type="http://schemas.openxmlformats.org/officeDocument/2006/relationships/slideLayout" Target="../slideLayouts/slideLayout66.xml"/><Relationship Id="rId67" Type="http://schemas.openxmlformats.org/officeDocument/2006/relationships/slideLayout" Target="../slideLayouts/slideLayout67.xml"/><Relationship Id="rId6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DA160B2F-9375-4DE3-A5A0-161BE0A64385}"/>
              </a:ext>
            </a:extLst>
          </p:cNvPr>
          <p:cNvSpPr>
            <a:spLocks noGrp="1"/>
          </p:cNvSpPr>
          <p:nvPr>
            <p:ph type="ftr" sz="quarter" idx="3"/>
          </p:nvPr>
        </p:nvSpPr>
        <p:spPr>
          <a:xfrm>
            <a:off x="6096000" y="0"/>
            <a:ext cx="5535279" cy="317674"/>
          </a:xfrm>
          <a:prstGeom prst="rect">
            <a:avLst/>
          </a:prstGeom>
        </p:spPr>
        <p:txBody>
          <a:bodyPr vert="horz" wrap="none" lIns="0" tIns="0" rIns="0" bIns="0" rtlCol="0" anchor="ctr"/>
          <a:lstStyle>
            <a:lvl1pPr algn="r">
              <a:defRPr sz="900">
                <a:solidFill>
                  <a:schemeClr val="tx1"/>
                </a:solidFill>
              </a:defRPr>
            </a:lvl1pPr>
          </a:lstStyle>
          <a:p>
            <a:r>
              <a:rPr lang="en-US"/>
              <a:t>Section name (optional) / Title / Month 20YY</a:t>
            </a:r>
          </a:p>
        </p:txBody>
      </p:sp>
      <p:sp>
        <p:nvSpPr>
          <p:cNvPr id="6" name="Slide Number Placeholder 5"/>
          <p:cNvSpPr>
            <a:spLocks noGrp="1"/>
          </p:cNvSpPr>
          <p:nvPr userDrawn="1">
            <p:ph type="sldNum" sz="quarter" idx="4"/>
          </p:nvPr>
        </p:nvSpPr>
        <p:spPr>
          <a:xfrm>
            <a:off x="11320251" y="6563709"/>
            <a:ext cx="311576" cy="214804"/>
          </a:xfrm>
          <a:prstGeom prst="rect">
            <a:avLst/>
          </a:prstGeom>
        </p:spPr>
        <p:txBody>
          <a:bodyPr vert="horz" lIns="0" tIns="0" rIns="0" bIns="0" rtlCol="0" anchor="ctr"/>
          <a:lstStyle>
            <a:lvl1pPr algn="r">
              <a:defRPr sz="700">
                <a:solidFill>
                  <a:schemeClr val="tx1"/>
                </a:solidFill>
              </a:defRPr>
            </a:lvl1pPr>
          </a:lstStyle>
          <a:p>
            <a:fld id="{5CFA18E4-D58E-4B28-B105-28D9665A8EBC}" type="slidenum">
              <a:rPr lang="en-US" smtClean="0"/>
              <a:pPr/>
              <a:t>‹#›</a:t>
            </a:fld>
            <a:endParaRPr lang="en-US"/>
          </a:p>
        </p:txBody>
      </p:sp>
      <p:sp>
        <p:nvSpPr>
          <p:cNvPr id="88" name="Title Placeholder 1">
            <a:extLst>
              <a:ext uri="{FF2B5EF4-FFF2-40B4-BE49-F238E27FC236}">
                <a16:creationId xmlns:a16="http://schemas.microsoft.com/office/drawing/2014/main" id="{92E3486A-297A-4953-BF79-0AEFDE6C9C3F}"/>
              </a:ext>
            </a:extLst>
          </p:cNvPr>
          <p:cNvSpPr>
            <a:spLocks noGrp="1"/>
          </p:cNvSpPr>
          <p:nvPr userDrawn="1">
            <p:ph type="title"/>
          </p:nvPr>
        </p:nvSpPr>
        <p:spPr>
          <a:xfrm>
            <a:off x="567039" y="323644"/>
            <a:ext cx="11062709" cy="845439"/>
          </a:xfrm>
          <a:prstGeom prst="rect">
            <a:avLst/>
          </a:prstGeom>
        </p:spPr>
        <p:txBody>
          <a:bodyPr vert="horz" lIns="0" tIns="0" rIns="0" bIns="0" rtlCol="0" anchor="t">
            <a:noAutofit/>
          </a:bodyPr>
          <a:lstStyle/>
          <a:p>
            <a:r>
              <a:rPr lang="en-US"/>
              <a:t>Click to edit Master title style</a:t>
            </a:r>
          </a:p>
        </p:txBody>
      </p:sp>
      <p:sp>
        <p:nvSpPr>
          <p:cNvPr id="27" name="Text Placeholder 2">
            <a:extLst>
              <a:ext uri="{FF2B5EF4-FFF2-40B4-BE49-F238E27FC236}">
                <a16:creationId xmlns:a16="http://schemas.microsoft.com/office/drawing/2014/main" id="{F08B5A9E-5A85-46D7-B45C-7C4E83238E02}"/>
              </a:ext>
            </a:extLst>
          </p:cNvPr>
          <p:cNvSpPr>
            <a:spLocks noGrp="1"/>
          </p:cNvSpPr>
          <p:nvPr userDrawn="1">
            <p:ph type="body" idx="1"/>
          </p:nvPr>
        </p:nvSpPr>
        <p:spPr>
          <a:xfrm>
            <a:off x="567039" y="1289097"/>
            <a:ext cx="11064240" cy="4261397"/>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0" name="Rectangle 79">
            <a:extLst>
              <a:ext uri="{FF2B5EF4-FFF2-40B4-BE49-F238E27FC236}">
                <a16:creationId xmlns:a16="http://schemas.microsoft.com/office/drawing/2014/main" id="{1284AB22-BA66-47B9-8BEB-416F2BFF4706}"/>
              </a:ext>
              <a:ext uri="{C183D7F6-B498-43B3-948B-1728B52AA6E4}">
                <adec:decorative xmlns:adec="http://schemas.microsoft.com/office/drawing/2017/decorative" val="0"/>
              </a:ext>
            </a:extLst>
          </p:cNvPr>
          <p:cNvSpPr/>
          <p:nvPr userDrawn="1"/>
        </p:nvSpPr>
        <p:spPr>
          <a:xfrm>
            <a:off x="5272088" y="6575649"/>
            <a:ext cx="6129126" cy="200055"/>
          </a:xfrm>
          <a:prstGeom prst="rect">
            <a:avLst/>
          </a:prstGeom>
        </p:spPr>
        <p:txBody>
          <a:bodyPr wrap="square" anchor="b">
            <a:spAutoFit/>
          </a:bodyPr>
          <a:lstStyle/>
          <a:p>
            <a:pPr algn="r"/>
            <a:r>
              <a:rPr lang="en-US" sz="700">
                <a:latin typeface="+mn-lt"/>
              </a:rPr>
              <a:t>© 2026 S&amp;P Global.</a:t>
            </a:r>
          </a:p>
        </p:txBody>
      </p:sp>
    </p:spTree>
    <p:extLst>
      <p:ext uri="{BB962C8B-B14F-4D97-AF65-F5344CB8AC3E}">
        <p14:creationId xmlns:p14="http://schemas.microsoft.com/office/powerpoint/2010/main" val="3674233272"/>
      </p:ext>
    </p:extLst>
  </p:cSld>
  <p:clrMap bg1="lt1" tx1="dk1" bg2="lt2" tx2="dk2" accent1="accent1" accent2="accent2" accent3="accent3" accent4="accent4" accent5="accent5" accent6="accent6" hlink="hlink" folHlink="folHlink"/>
  <p:sldLayoutIdLst>
    <p:sldLayoutId id="2147483001" r:id="rId1"/>
    <p:sldLayoutId id="2147483002" r:id="rId2"/>
    <p:sldLayoutId id="2147483003" r:id="rId3"/>
    <p:sldLayoutId id="2147483004" r:id="rId4"/>
    <p:sldLayoutId id="2147483005" r:id="rId5"/>
    <p:sldLayoutId id="2147483006" r:id="rId6"/>
    <p:sldLayoutId id="2147483007" r:id="rId7"/>
    <p:sldLayoutId id="2147483008" r:id="rId8"/>
    <p:sldLayoutId id="2147483009" r:id="rId9"/>
    <p:sldLayoutId id="2147483010" r:id="rId10"/>
    <p:sldLayoutId id="2147483011" r:id="rId11"/>
    <p:sldLayoutId id="2147483012" r:id="rId12"/>
    <p:sldLayoutId id="2147483013" r:id="rId13"/>
    <p:sldLayoutId id="2147483014" r:id="rId14"/>
    <p:sldLayoutId id="2147483015" r:id="rId15"/>
    <p:sldLayoutId id="2147483016" r:id="rId16"/>
    <p:sldLayoutId id="2147483017" r:id="rId17"/>
    <p:sldLayoutId id="2147483018" r:id="rId18"/>
    <p:sldLayoutId id="2147483019" r:id="rId19"/>
    <p:sldLayoutId id="2147483020" r:id="rId20"/>
    <p:sldLayoutId id="2147483021" r:id="rId21"/>
    <p:sldLayoutId id="2147483022" r:id="rId22"/>
    <p:sldLayoutId id="2147483023" r:id="rId23"/>
    <p:sldLayoutId id="2147483024" r:id="rId24"/>
    <p:sldLayoutId id="2147483025" r:id="rId25"/>
    <p:sldLayoutId id="2147483026" r:id="rId26"/>
    <p:sldLayoutId id="2147483027" r:id="rId27"/>
    <p:sldLayoutId id="2147483028" r:id="rId28"/>
    <p:sldLayoutId id="2147483029" r:id="rId29"/>
    <p:sldLayoutId id="2147483030" r:id="rId30"/>
    <p:sldLayoutId id="2147483031" r:id="rId31"/>
    <p:sldLayoutId id="2147483032" r:id="rId32"/>
    <p:sldLayoutId id="2147483033" r:id="rId33"/>
    <p:sldLayoutId id="2147483034" r:id="rId34"/>
    <p:sldLayoutId id="2147483035" r:id="rId35"/>
    <p:sldLayoutId id="2147483036" r:id="rId36"/>
    <p:sldLayoutId id="2147483037" r:id="rId37"/>
    <p:sldLayoutId id="2147483038" r:id="rId38"/>
    <p:sldLayoutId id="2147483039" r:id="rId39"/>
    <p:sldLayoutId id="2147483040" r:id="rId40"/>
    <p:sldLayoutId id="2147483041" r:id="rId41"/>
    <p:sldLayoutId id="2147483042" r:id="rId42"/>
    <p:sldLayoutId id="2147483043" r:id="rId43"/>
    <p:sldLayoutId id="2147483044" r:id="rId44"/>
    <p:sldLayoutId id="2147483045" r:id="rId45"/>
    <p:sldLayoutId id="2147483046" r:id="rId46"/>
    <p:sldLayoutId id="2147483047" r:id="rId47"/>
    <p:sldLayoutId id="2147483048" r:id="rId48"/>
    <p:sldLayoutId id="2147483049" r:id="rId49"/>
    <p:sldLayoutId id="2147483050" r:id="rId50"/>
    <p:sldLayoutId id="2147483051" r:id="rId51"/>
    <p:sldLayoutId id="2147483052" r:id="rId52"/>
    <p:sldLayoutId id="2147483053" r:id="rId53"/>
    <p:sldLayoutId id="2147483054" r:id="rId54"/>
    <p:sldLayoutId id="2147483055" r:id="rId55"/>
    <p:sldLayoutId id="2147483056" r:id="rId56"/>
    <p:sldLayoutId id="2147483057" r:id="rId57"/>
    <p:sldLayoutId id="2147483058" r:id="rId58"/>
    <p:sldLayoutId id="2147483059" r:id="rId59"/>
    <p:sldLayoutId id="2147483060" r:id="rId60"/>
    <p:sldLayoutId id="2147483061" r:id="rId61"/>
    <p:sldLayoutId id="2147483062" r:id="rId62"/>
    <p:sldLayoutId id="2147483063" r:id="rId63"/>
    <p:sldLayoutId id="2147483064" r:id="rId64"/>
    <p:sldLayoutId id="2147483065" r:id="rId65"/>
    <p:sldLayoutId id="2147483066" r:id="rId66"/>
    <p:sldLayoutId id="2147483067" r:id="rId67"/>
  </p:sldLayoutIdLst>
  <p:hf hdr="0" ftr="0" dt="0"/>
  <p:txStyles>
    <p:titleStyle>
      <a:lvl1pPr algn="l" defTabSz="914400" rtl="0" eaLnBrk="1" latinLnBrk="0" hangingPunct="1">
        <a:lnSpc>
          <a:spcPct val="90000"/>
        </a:lnSpc>
        <a:spcBef>
          <a:spcPct val="0"/>
        </a:spcBef>
        <a:buNone/>
        <a:defRPr sz="2400" kern="1200">
          <a:solidFill>
            <a:schemeClr val="tx1"/>
          </a:solidFill>
          <a:latin typeface="+mj-lt"/>
          <a:ea typeface="+mj-ea"/>
          <a:cs typeface="+mj-cs"/>
        </a:defRPr>
      </a:lvl1pPr>
    </p:titleStyle>
    <p:bodyStyle>
      <a:lvl1pPr marL="169863" indent="-169863" algn="l" defTabSz="914400" rtl="0" eaLnBrk="1" latinLnBrk="0" hangingPunct="1">
        <a:lnSpc>
          <a:spcPct val="100000"/>
        </a:lnSpc>
        <a:spcBef>
          <a:spcPts val="0"/>
        </a:spcBef>
        <a:spcAft>
          <a:spcPts val="600"/>
        </a:spcAft>
        <a:buFont typeface="Arial" panose="020B0604020202020204" pitchFamily="34" charset="0"/>
        <a:buChar char="•"/>
        <a:defRPr sz="1600" kern="1200">
          <a:solidFill>
            <a:schemeClr val="tx1"/>
          </a:solidFill>
          <a:latin typeface="+mn-lt"/>
          <a:ea typeface="+mn-ea"/>
          <a:cs typeface="+mn-cs"/>
        </a:defRPr>
      </a:lvl1pPr>
      <a:lvl2pPr marL="341313" indent="-17145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2pPr>
      <a:lvl3pPr marL="517525" indent="-176213" algn="l" defTabSz="914400" rtl="0" eaLnBrk="1" latinLnBrk="0" hangingPunct="1">
        <a:lnSpc>
          <a:spcPct val="100000"/>
        </a:lnSpc>
        <a:spcBef>
          <a:spcPts val="0"/>
        </a:spcBef>
        <a:spcAft>
          <a:spcPts val="600"/>
        </a:spcAft>
        <a:buFont typeface="Arial" panose="020B0604020202020204" pitchFamily="34" charset="0"/>
        <a:buChar char="•"/>
        <a:tabLst/>
        <a:defRPr sz="1200" kern="1200">
          <a:solidFill>
            <a:schemeClr val="tx1"/>
          </a:solidFill>
          <a:latin typeface="+mn-lt"/>
          <a:ea typeface="+mn-ea"/>
          <a:cs typeface="+mn-cs"/>
        </a:defRPr>
      </a:lvl3pPr>
      <a:lvl4pPr marL="687388" indent="-169863" algn="l" defTabSz="914400" rtl="0" eaLnBrk="1" latinLnBrk="0" hangingPunct="1">
        <a:lnSpc>
          <a:spcPct val="100000"/>
        </a:lnSpc>
        <a:spcBef>
          <a:spcPts val="0"/>
        </a:spcBef>
        <a:spcAft>
          <a:spcPts val="600"/>
        </a:spcAft>
        <a:buFont typeface="Arial" panose="020B0604020202020204" pitchFamily="34" charset="0"/>
        <a:buChar char="–"/>
        <a:defRPr sz="1050" kern="1200">
          <a:solidFill>
            <a:schemeClr val="tx1"/>
          </a:solidFill>
          <a:latin typeface="+mn-lt"/>
          <a:ea typeface="+mn-ea"/>
          <a:cs typeface="+mn-cs"/>
        </a:defRPr>
      </a:lvl4pPr>
      <a:lvl5pPr marL="914400" indent="-227013" algn="l" defTabSz="914400" rtl="0" eaLnBrk="1" latinLnBrk="0" hangingPunct="1">
        <a:lnSpc>
          <a:spcPct val="100000"/>
        </a:lnSpc>
        <a:spcBef>
          <a:spcPts val="0"/>
        </a:spcBef>
        <a:spcAft>
          <a:spcPts val="600"/>
        </a:spcAft>
        <a:buFont typeface="Arial" panose="020B0604020202020204" pitchFamily="34" charset="0"/>
        <a:buChar char="•"/>
        <a:defRPr sz="105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5" pos="3840" userDrawn="1">
          <p15:clr>
            <a:srgbClr val="A4A3A4"/>
          </p15:clr>
        </p15:guide>
        <p15:guide id="6" pos="7329" userDrawn="1">
          <p15:clr>
            <a:srgbClr val="F26B43"/>
          </p15:clr>
        </p15:guide>
        <p15:guide id="9" orient="horz" pos="216" userDrawn="1">
          <p15:clr>
            <a:srgbClr val="F26B43"/>
          </p15:clr>
        </p15:guide>
        <p15:guide id="12" orient="horz" pos="3912" userDrawn="1">
          <p15:clr>
            <a:srgbClr val="F26B43"/>
          </p15:clr>
        </p15:guide>
        <p15:guide id="21" pos="351"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47.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teams.microsoft.com/l/chat/0/0?users=mizan.binabdulrahman@spglobal.com&amp;message=Hi%20Mizan,%20can%20you%20help%20me%20install%20theme%20colors,%20please?" TargetMode="External"/><Relationship Id="rId2" Type="http://schemas.openxmlformats.org/officeDocument/2006/relationships/hyperlink" Target="https://sphere.spglobal.com/sites/cross-divisional-initiatives/news/436529/branded-smartart-slide-elements" TargetMode="External"/><Relationship Id="rId3" Type="http://schemas.openxmlformats.org/officeDocument/2006/relationships/slideLayout" Target="../slideLayouts/slideLayout10.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mediaportal.spglobal.com/search/images" TargetMode="External"/><Relationship Id="rId2" Type="http://schemas.openxmlformats.org/officeDocument/2006/relationships/hyperlink" Target="https://brandcenter.spglobal.com/content/photography-principles" TargetMode="External"/><Relationship Id="rId3" Type="http://schemas.openxmlformats.org/officeDocument/2006/relationships/hyperlink" Target="https://forms.office.com/Pages/ResponsePage.aspx?id=6jY-jzmAQEuBp33AWZ6GRaLKtkOlT3tHpcP174yxCTxUQzA3TTJYQkxRNUJSVElSWURUT0lLNzlaSyQlQCN0PWcu" TargetMode="External"/><Relationship Id="rId4" Type="http://schemas.openxmlformats.org/officeDocument/2006/relationships/hyperlink" Target="https://www.gettyimages.com/landing/pa-preview/expanded/170478" TargetMode="External"/><Relationship Id="rId5" Type="http://schemas.openxmlformats.org/officeDocument/2006/relationships/hyperlink" Target="https://spark.spglobal.com/assist?spark_id=33792" TargetMode="External"/><Relationship Id="rId6" Type="http://schemas.openxmlformats.org/officeDocument/2006/relationships/hyperlink" Target="https://brandcenter.spglobal.com/content/iconography" TargetMode="External"/><Relationship Id="rId7" Type="http://schemas.openxmlformats.org/officeDocument/2006/relationships/hyperlink" Target="https://forms.office.com/Pages/ResponsePage.aspx?id=6jY-jzmAQEuBp33AWZ6GRaLKtkOlT3tHpcP174yxCTxUNzY4WFRaS1czTTkwOTBPUjI2SU1DMzk4WSQlQCN0PWcu" TargetMode="External"/><Relationship Id="rId8" Type="http://schemas.openxmlformats.org/officeDocument/2006/relationships/hyperlink" Target="https://forms.office.com/Pages/ResponsePage.aspx?id=6jY-jzmAQEuBp33AWZ6GRZl6-kBxW6hEiiDSu0_M_X1UM0FMWVVFMTRWMjgyM0k4VE9aWjZXOU4zSSQlQCN0PWcu" TargetMode="External"/><Relationship Id="rId9" Type="http://schemas.openxmlformats.org/officeDocument/2006/relationships/hyperlink" Target="https://spgl.sharepoint.com/sites/group_nam_corp_edp_m/SitePages/Energy-Editorial-Submissions.aspx" TargetMode="External"/><Relationship Id="rId10" Type="http://schemas.openxmlformats.org/officeDocument/2006/relationships/hyperlink" Target="https://spgl.sharepoint.com/sites/ResearchAnalysis/Lists/SC/NewForm.aspx" TargetMode="External"/><Relationship Id="rId11" Type="http://schemas.openxmlformats.org/officeDocument/2006/relationships/hyperlink" Target="mailto:jane.crispin@spglobal.com" TargetMode="External"/><Relationship Id="rId12" Type="http://schemas.openxmlformats.org/officeDocument/2006/relationships/hyperlink" Target="mailto:GIA_editorial@spglobal.com" TargetMode="External"/><Relationship Id="rId13" Type="http://schemas.openxmlformats.org/officeDocument/2006/relationships/hyperlink" Target="mailto:h-ihsm-DL-MaritimeEditing&amp;Design@spglobal.com" TargetMode="External"/><Relationship Id="rId14" Type="http://schemas.openxmlformats.org/officeDocument/2006/relationships/hyperlink" Target="mailto:finews.submissions@spglobal.com" TargetMode="External"/><Relationship Id="rId15" Type="http://schemas.openxmlformats.org/officeDocument/2006/relationships/hyperlink" Target="https://spgi.service-now.com/esc?id=sc_cat_item&amp;sys_id=c49f549bc3f0d214fffbdecf050131bb" TargetMode="External"/><Relationship Id="rId16" Type="http://schemas.openxmlformats.org/officeDocument/2006/relationships/hyperlink" Target="https://spgl.sharepoint.com/sites/group_nam_corp_edp_m/DLF/_Essential_tools/Add-ins" TargetMode="External"/><Relationship Id="rId17" Type="http://schemas.openxmlformats.org/officeDocument/2006/relationships/hyperlink" Target="mailto:publish.pira@spglobal.com" TargetMode="External"/><Relationship Id="rId18" Type="http://schemas.openxmlformats.org/officeDocument/2006/relationships/hyperlink" Target="mailto:EditorialTeam451@spglobal.com" TargetMode="External"/><Relationship Id="rId19" Type="http://schemas.openxmlformats.org/officeDocument/2006/relationships/hyperlink" Target="mailto:MIResearchEditorial@spglobal.com" TargetMode="External"/><Relationship Id="rId20" Type="http://schemas.openxmlformats.org/officeDocument/2006/relationships/hyperlink" Target="mailto:mark.pengelly@spglobal.com" TargetMode="External"/><Relationship Id="rId21" Type="http://schemas.openxmlformats.org/officeDocument/2006/relationships/slideLayout" Target="../slideLayouts/slideLayout10.xml"/><Relationship Id="rId2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7.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type="title" hasCustomPrompt="1"/>
          </p:nvPr>
        </p:nvSpPr>
        <p:spPr/>
        <p:txBody>
          <a:bodyPr/>
          <a:lstStyle/>
          <a:p>
            <a:r>
              <a:rPr lang="en-US" dirty="0"/>
              <a:t>Generative AI and Future Work</a:t>
            </a:r>
            <a:endParaRPr lang="en-US" dirty="0"/>
          </a:p>
        </p:txBody>
      </p:sp>
      <p:sp>
        <p:nvSpPr>
          <p:cNvPr id="3" name="Text 0"/>
          <p:cNvSpPr/>
          <p:nvPr>
            <p:ph idx="14" type="body" hasCustomPrompt="1"/>
          </p:nvPr>
        </p:nvSpPr>
        <p:spPr/>
        <p:txBody>
          <a:bodyPr/>
          <a:lstStyle/>
          <a:p>
            <a:r>
              <a:rPr lang="en-US" dirty="0"/>
              <a:t>Workforce Redistribution Over Reduction</a:t>
            </a:r>
            <a:endParaRPr lang="en-US" dirty="0"/>
          </a:p>
        </p:txBody>
      </p:sp>
      <p:sp>
        <p:nvSpPr>
          <p:cNvPr id="4" name="Text 0"/>
          <p:cNvSpPr/>
          <p:nvPr>
            <p:ph idx="20" type="body" hasCustomPrompt="1"/>
          </p:nvPr>
        </p:nvSpPr>
        <p:spPr/>
        <p:txBody>
          <a:bodyPr/>
          <a:lstStyle/>
          <a:p>
            <a:r>
              <a:rPr lang="en-US" dirty="0"/>
              <a:t>Mizan Bin Abdul Rahman / Market Intelligence / Senior Analyst</a:t>
            </a:r>
            <a:endParaRPr lang="en-US" dirty="0"/>
          </a:p>
        </p:txBody>
      </p:sp>
      <p:sp>
        <p:nvSpPr>
          <p:cNvPr id="5" name="Text 0"/>
          <p:cNvSpPr/>
          <p:nvPr>
            <p:ph idx="18" type="body" hasCustomPrompt="1"/>
          </p:nvPr>
        </p:nvSpPr>
        <p:spPr/>
        <p:txBody>
          <a:bodyPr/>
          <a:lstStyle/>
          <a:p>
            <a:r>
              <a:rPr lang="en-US" dirty="0"/>
              <a:t>STRATEGIC REPORT</a:t>
            </a:r>
            <a:endParaRPr lang="en-US" dirty="0"/>
          </a:p>
        </p:txBody>
      </p:sp>
      <p:sp>
        <p:nvSpPr>
          <p:cNvPr id="6" name="Text 0"/>
          <p:cNvSpPr/>
          <p:nvPr>
            <p:ph idx="21" type="body" hasCustomPrompt="1"/>
          </p:nvPr>
        </p:nvSpPr>
        <p:spPr/>
        <p:txBody>
          <a:bodyPr/>
          <a:lstStyle/>
          <a:p>
            <a:endParaRPr lang="en-US" dirty="0"/>
          </a:p>
        </p:txBody>
      </p:sp>
      <p:sp>
        <p:nvSpPr>
          <p:cNvPr id="7" name="Text 0"/>
          <p:cNvSpPr/>
          <p:nvPr>
            <p:ph idx="17" type="body" hasCustomPrompt="1"/>
          </p:nvPr>
        </p:nvSpPr>
        <p:spPr/>
        <p:txBody>
          <a:bodyPr/>
          <a:lstStyle/>
          <a:p>
            <a:r>
              <a:rPr lang="en-US" dirty="0"/>
              <a:t>December 2024</a:t>
            </a:r>
            <a:endParaRPr lang="en-US" dirty="0"/>
          </a:p>
        </p:txBody>
      </p:sp>
      <p:pic>
        <p:nvPicPr>
          <p:cNvPr id="8" name="Image 0" descr="https://snp-mediaportal.qbank.se/assets/deployedFiles/9f0cb2a217f0a72991a451a46b1a3f05.jpg">    </p:cNvPr>
          <p:cNvPicPr>
            <a:picLocks noChangeAspect="1"/>
          </p:cNvPicPr>
          <p:nvPr/>
        </p:nvPicPr>
        <p:blipFill>
          <a:blip r:embed="rId1"/>
          <a:srcRect l="27232" r="27232" t="0" b="0"/>
          <a:stretch/>
        </p:blipFill>
        <p:spPr>
          <a:xfrm>
            <a:off x="7909560" y="1289304"/>
            <a:ext cx="4288536" cy="4928616"/>
          </a:xfrm>
          <a:prstGeom prst="rect">
            <a:avLst/>
          </a:prstGeom>
        </p:spPr>
      </p:pic>
      <p:sp>
        <p:nvSpPr>
          <p:cNvPr id="10" name="Text 0"/>
          <p:cNvSpPr/>
          <p:nvPr>
            <p:ph idx="107" type="pic" hasCustomPrompt="1"/>
          </p:nvPr>
        </p:nvSpPr>
        <p:spPr/>
        <p:txBody>
          <a:bodyPr/>
          <a:lstStyle/>
          <a:p>
            <a:pPr indent="0" marL="0">
              <a:buNone/>
            </a:pPr>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2" type="sldNum" hasCustomPrompt="1"/>
          </p:nvPr>
        </p:nvSpPr>
        <p:spPr/>
        <p:txBody>
          <a:bodyPr/>
          <a:lstStyle/>
          <a:p>
            <a:r>
              <a:rPr lang="en-US" dirty="0"/>
              <a:t>2</a:t>
            </a:r>
            <a:endParaRPr lang="en-US" dirty="0"/>
          </a:p>
        </p:txBody>
      </p:sp>
      <p:sp>
        <p:nvSpPr>
          <p:cNvPr id="3" name="Text 0"/>
          <p:cNvSpPr/>
          <p:nvPr>
            <p:ph type="title" hasCustomPrompt="1"/>
          </p:nvPr>
        </p:nvSpPr>
        <p:spPr/>
        <p:txBody>
          <a:bodyPr/>
          <a:lstStyle/>
          <a:p>
            <a:r>
              <a:rPr lang="en-US" dirty="0"/>
              <a:t>The Redistribution Reality</a:t>
            </a:r>
            <a:endParaRPr lang="en-US" dirty="0"/>
          </a:p>
        </p:txBody>
      </p:sp>
      <p:sp>
        <p:nvSpPr>
          <p:cNvPr id="4" name="Text 0"/>
          <p:cNvSpPr/>
          <p:nvPr>
            <p:ph idx="13" type="body" hasCustomPrompt="1"/>
          </p:nvPr>
        </p:nvSpPr>
        <p:spPr/>
        <p:txBody>
          <a:bodyPr/>
          <a:lstStyle/>
          <a:p>
            <a:r>
              <a:rPr lang="en-US" dirty="0"/>
              <a:t>Key findings challenge displacement fears</a:t>
            </a:r>
            <a:endParaRPr lang="en-US" dirty="0"/>
          </a:p>
        </p:txBody>
      </p:sp>
      <p:sp>
        <p:nvSpPr>
          <p:cNvPr id="5" name="Text 0"/>
          <p:cNvSpPr/>
          <p:nvPr>
            <p:ph idx="20" type="ftr" hasCustomPrompt="1"/>
          </p:nvPr>
        </p:nvSpPr>
        <p:spPr/>
        <p:txBody>
          <a:bodyPr/>
          <a:lstStyle/>
          <a:p>
            <a:r>
              <a:rPr lang="en-US" dirty="0"/>
              <a:t>Market Intelligence / Generative AI and Future Work / December 2024</a:t>
            </a:r>
            <a:endParaRPr lang="en-US" dirty="0"/>
          </a:p>
        </p:txBody>
      </p:sp>
      <p:sp>
        <p:nvSpPr>
          <p:cNvPr id="6" name="Text 0"/>
          <p:cNvSpPr/>
          <p:nvPr>
            <p:ph idx="17" type="body" hasCustomPrompt="1"/>
          </p:nvPr>
        </p:nvSpPr>
        <p:spPr/>
        <p:txBody>
          <a:bodyPr/>
          <a:lstStyle/>
          <a:p>
            <a:r>
              <a:rPr lang="en-US" dirty="0"/>
              <a:t>Contrary to widespread fears of mass unemployment, S&amp;P Global's research reveals that generative AI will primarily redistribute rather than eliminate jobs across the economy. The analysis shows that while certain routine and repetitive tasks face automation, the technology simultaneously creates new roles and enhances existing positions requiring human creativity, emotional intelligence, and complex problem-solving. This redistribution pattern mirrors historical technological transitions, where innovation displaced some jobs while generating entirely new categories of employment. The research identifies three primary workforce segments: jobs that will be enhanced by AI collaboration, roles that will be transformed but remain human-centric, and entirely new positions emerging from AI implementation and management needs. Rather than the apocalyptic scenarios often portrayed, the data suggests a more nuanced transformation where workers adapt their skills and organizations restructure their operations to leverage both human and artificial intelligence capabilities effectively.</a:t>
            </a:r>
            <a:endParaRPr lang="en-US" dirty="0"/>
          </a:p>
        </p:txBody>
      </p:sp>
      <p:sp>
        <p:nvSpPr>
          <p:cNvPr id="7" name="Text 0"/>
          <p:cNvSpPr/>
          <p:nvPr>
            <p:ph idx="15" type="body" hasCustomPrompt="1"/>
          </p:nvPr>
        </p:nvSpPr>
        <p:spPr/>
        <p:txBody>
          <a:bodyPr/>
          <a:lstStyle/>
          <a:p>
            <a:r>
              <a:rPr lang="en-US" dirty="0"/>
              <a:t>Source: S&amp;P Global | Web sources: https://www.spglobal.com/en/research-insights/special-reports/generative-ai-workforce-more-redistribution-than-reduction</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2" type="sldNum" hasCustomPrompt="1"/>
          </p:nvPr>
        </p:nvSpPr>
        <p:spPr/>
        <p:txBody>
          <a:bodyPr/>
          <a:lstStyle/>
          <a:p>
            <a:r>
              <a:rPr lang="en-US" dirty="0"/>
              <a:t>3</a:t>
            </a:r>
            <a:endParaRPr lang="en-US" dirty="0"/>
          </a:p>
        </p:txBody>
      </p:sp>
      <p:sp>
        <p:nvSpPr>
          <p:cNvPr id="3" name="Text 0"/>
          <p:cNvSpPr/>
          <p:nvPr>
            <p:ph type="title" hasCustomPrompt="1"/>
          </p:nvPr>
        </p:nvSpPr>
        <p:spPr/>
        <p:txBody>
          <a:bodyPr/>
          <a:lstStyle/>
          <a:p>
            <a:r>
              <a:rPr lang="en-US" dirty="0"/>
              <a:t>Current AI Adoption Landscape</a:t>
            </a:r>
            <a:endParaRPr lang="en-US" dirty="0"/>
          </a:p>
        </p:txBody>
      </p:sp>
      <p:sp>
        <p:nvSpPr>
          <p:cNvPr id="4" name="Text 0"/>
          <p:cNvSpPr/>
          <p:nvPr>
            <p:ph idx="13" type="body" hasCustomPrompt="1"/>
          </p:nvPr>
        </p:nvSpPr>
        <p:spPr/>
        <p:txBody>
          <a:bodyPr/>
          <a:lstStyle/>
          <a:p>
            <a:r>
              <a:rPr lang="en-US" dirty="0"/>
              <a:t>Understanding today's baseline for tomorrow's transformation</a:t>
            </a:r>
            <a:endParaRPr lang="en-US" dirty="0"/>
          </a:p>
        </p:txBody>
      </p:sp>
      <p:sp>
        <p:nvSpPr>
          <p:cNvPr id="5" name="Text 0"/>
          <p:cNvSpPr/>
          <p:nvPr>
            <p:ph idx="24" type="ftr" hasCustomPrompt="1"/>
          </p:nvPr>
        </p:nvSpPr>
        <p:spPr/>
        <p:txBody>
          <a:bodyPr/>
          <a:lstStyle/>
          <a:p>
            <a:r>
              <a:rPr lang="en-US" dirty="0"/>
              <a:t>Market Intelligence / Generative AI and Future Work / December 2024</a:t>
            </a:r>
            <a:endParaRPr lang="en-US" dirty="0"/>
          </a:p>
        </p:txBody>
      </p:sp>
      <p:sp>
        <p:nvSpPr>
          <p:cNvPr id="6" name="Text 0"/>
          <p:cNvSpPr/>
          <p:nvPr>
            <p:ph idx="16" type="body" hasCustomPrompt="1"/>
          </p:nvPr>
        </p:nvSpPr>
        <p:spPr/>
        <p:txBody>
          <a:bodyPr/>
          <a:lstStyle/>
          <a:p>
            <a:r>
              <a:rPr lang="en-US" dirty="0"/>
              <a:t>Present State</a:t>
            </a:r>
            <a:endParaRPr lang="en-US" dirty="0"/>
          </a:p>
        </p:txBody>
      </p:sp>
      <p:sp>
        <p:nvSpPr>
          <p:cNvPr id="7" name="Text 0"/>
          <p:cNvSpPr/>
          <p:nvPr>
            <p:ph idx="22" type="body" hasCustomPrompt="1"/>
          </p:nvPr>
        </p:nvSpPr>
        <p:spPr/>
        <p:txBody>
          <a:bodyPr/>
          <a:lstStyle/>
          <a:p>
            <a:r>
              <a:rPr lang="en-US" dirty="0"/>
              <a:t>Organizations across industries are in early-stage AI adoption, with most companies experimenting with generative AI tools for content creation, customer service, and data analysis. Current implementation focuses primarily on productivity enhancement rather than workforce replacement. The technology remains largely supplementary to human workers, requiring significant human oversight and intervention. Most businesses report positive initial results but acknowledge the need for substantial infrastructure investment and employee training to realize full potential benefits.</a:t>
            </a:r>
            <a:endParaRPr lang="en-US" dirty="0"/>
          </a:p>
        </p:txBody>
      </p:sp>
      <p:sp>
        <p:nvSpPr>
          <p:cNvPr id="8" name="Text 0"/>
          <p:cNvSpPr/>
          <p:nvPr>
            <p:ph idx="19" type="body" hasCustomPrompt="1"/>
          </p:nvPr>
        </p:nvSpPr>
        <p:spPr/>
        <p:txBody>
          <a:bodyPr/>
          <a:lstStyle/>
          <a:p>
            <a:r>
              <a:rPr lang="en-US" dirty="0"/>
              <a:t>Historical Context</a:t>
            </a:r>
            <a:endParaRPr lang="en-US" dirty="0"/>
          </a:p>
        </p:txBody>
      </p:sp>
      <p:sp>
        <p:nvSpPr>
          <p:cNvPr id="9" name="Text 0"/>
          <p:cNvSpPr/>
          <p:nvPr>
            <p:ph idx="20" type="body" hasCustomPrompt="1"/>
          </p:nvPr>
        </p:nvSpPr>
        <p:spPr/>
        <p:txBody>
          <a:bodyPr/>
          <a:lstStyle/>
          <a:p>
            <a:r>
              <a:rPr lang="en-US" dirty="0"/>
              <a:t>Previous technological revolutions provide valuable precedent for understanding AI's workforce impact. The industrial revolution initially displaced agricultural workers but created manufacturing jobs. Computer adoption in the 1980s-90s eliminated some clerical positions while generating entire new sectors in IT, software development, and digital services. Each transition period involved temporary displacement followed by skill adaptation and new opportunity creation. These historical patterns suggest that workforce disruption, while challenging, typically results in net job creation over time as economies adapt to new technological capabilities.</a:t>
            </a:r>
            <a:endParaRPr lang="en-US" dirty="0"/>
          </a:p>
        </p:txBody>
      </p:sp>
      <p:sp>
        <p:nvSpPr>
          <p:cNvPr id="10" name="Text 0"/>
          <p:cNvSpPr/>
          <p:nvPr>
            <p:ph idx="15" type="body" hasCustomPrompt="1"/>
          </p:nvPr>
        </p:nvSpPr>
        <p:spPr/>
        <p:txBody>
          <a:bodyPr/>
          <a:lstStyle/>
          <a:p>
            <a:r>
              <a:rPr lang="en-US" dirty="0"/>
              <a:t>Source: S&amp;P Global | Web sources: https://www.spglobal.com/en/research-insights/special-reports/generative-ai-workforce-more-redistribution-than-reduction</a:t>
            </a:r>
            <a:endParaRPr lang="en-US" dirty="0"/>
          </a:p>
        </p:txBody>
      </p:sp>
      <p:sp>
        <p:nvSpPr>
          <p:cNvPr id="12" name="Text 0"/>
          <p:cNvSpPr/>
          <p:nvPr>
            <p:ph idx="16" type="body" hasCustomPrompt="1"/>
          </p:nvPr>
        </p:nvSpPr>
        <p:spPr/>
        <p:txBody>
          <a:bodyPr wrap="none" rtlCol="0" anchor="ctr"/>
          <a:lstStyle/>
          <a:p>
            <a:pPr algn="l" indent="0" marL="0">
              <a:buNone/>
            </a:pPr>
            <a:endParaRPr lang="en-US" sz="1800" dirty="0"/>
          </a:p>
        </p:txBody>
      </p:sp>
      <p:sp>
        <p:nvSpPr>
          <p:cNvPr id="13" name="Text 0"/>
          <p:cNvSpPr/>
          <p:nvPr>
            <p:ph idx="22" type="body" hasCustomPrompt="1"/>
          </p:nvPr>
        </p:nvSpPr>
        <p:spPr/>
        <p:txBody>
          <a:bodyPr wrap="none" rtlCol="0" anchor="t"/>
          <a:lstStyle/>
          <a:p>
            <a:pPr algn="l" indent="0" marL="0">
              <a:spcAft>
                <a:spcPts val="600"/>
              </a:spcAft>
              <a:buNone/>
            </a:pPr>
            <a:endParaRPr lang="en-US" sz="1200" dirty="0"/>
          </a:p>
        </p:txBody>
      </p:sp>
      <p:sp>
        <p:nvSpPr>
          <p:cNvPr id="14" name="Text 0"/>
          <p:cNvSpPr/>
          <p:nvPr>
            <p:ph idx="19" type="body" hasCustomPrompt="1"/>
          </p:nvPr>
        </p:nvSpPr>
        <p:spPr/>
        <p:txBody>
          <a:bodyPr wrap="none" rtlCol="0" anchor="ctr"/>
          <a:lstStyle/>
          <a:p>
            <a:pPr algn="l" indent="0" marL="0">
              <a:buNone/>
            </a:pPr>
            <a:endParaRPr lang="en-US" sz="1800" dirty="0"/>
          </a:p>
        </p:txBody>
      </p:sp>
      <p:sp>
        <p:nvSpPr>
          <p:cNvPr id="15" name="Text 0"/>
          <p:cNvSpPr/>
          <p:nvPr>
            <p:ph idx="20" type="body" hasCustomPrompt="1"/>
          </p:nvPr>
        </p:nvSpPr>
        <p:spPr/>
        <p:txBody>
          <a:bodyPr wrap="none" rtlCol="0" anchor="t"/>
          <a:lstStyle/>
          <a:p>
            <a:pPr algn="l" indent="0" marL="0">
              <a:spcAft>
                <a:spcPts val="600"/>
              </a:spcAft>
              <a:buNone/>
            </a:pP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2" type="sldNum" hasCustomPrompt="1"/>
          </p:nvPr>
        </p:nvSpPr>
        <p:spPr/>
        <p:txBody>
          <a:bodyPr/>
          <a:lstStyle/>
          <a:p>
            <a:r>
              <a:rPr lang="en-US" dirty="0"/>
              <a:t>4</a:t>
            </a:r>
            <a:endParaRPr lang="en-US" dirty="0"/>
          </a:p>
        </p:txBody>
      </p:sp>
      <p:sp>
        <p:nvSpPr>
          <p:cNvPr id="3" name="Text 0"/>
          <p:cNvSpPr/>
          <p:nvPr>
            <p:ph type="title" hasCustomPrompt="1"/>
          </p:nvPr>
        </p:nvSpPr>
        <p:spPr/>
        <p:txBody>
          <a:bodyPr/>
          <a:lstStyle/>
          <a:p>
            <a:r>
              <a:rPr lang="en-US" dirty="0"/>
              <a:t>Workforce Impact Categories</a:t>
            </a:r>
            <a:endParaRPr lang="en-US" dirty="0"/>
          </a:p>
        </p:txBody>
      </p:sp>
      <p:sp>
        <p:nvSpPr>
          <p:cNvPr id="4" name="Text 0"/>
          <p:cNvSpPr/>
          <p:nvPr>
            <p:ph idx="13" type="body" hasCustomPrompt="1"/>
          </p:nvPr>
        </p:nvSpPr>
        <p:spPr/>
        <p:txBody>
          <a:bodyPr/>
          <a:lstStyle/>
          <a:p>
            <a:r>
              <a:rPr lang="en-US" dirty="0"/>
              <a:t>How generative AI reshapes different job types</a:t>
            </a:r>
            <a:endParaRPr lang="en-US" dirty="0"/>
          </a:p>
        </p:txBody>
      </p:sp>
      <p:sp>
        <p:nvSpPr>
          <p:cNvPr id="5" name="Text 0"/>
          <p:cNvSpPr/>
          <p:nvPr>
            <p:ph idx="16" type="body" hasCustomPrompt="1"/>
          </p:nvPr>
        </p:nvSpPr>
        <p:spPr/>
        <p:txBody>
          <a:bodyPr/>
          <a:lstStyle/>
          <a:p>
            <a:r>
              <a:rPr lang="en-US" dirty="0"/>
              <a:t>Enhanced</a:t>
            </a:r>
            <a:endParaRPr lang="en-US" dirty="0"/>
          </a:p>
        </p:txBody>
      </p:sp>
      <p:sp>
        <p:nvSpPr>
          <p:cNvPr id="6" name="Text 0"/>
          <p:cNvSpPr/>
          <p:nvPr>
            <p:ph idx="24" type="body" hasCustomPrompt="1"/>
          </p:nvPr>
        </p:nvSpPr>
        <p:spPr/>
        <p:txBody>
          <a:bodyPr/>
          <a:lstStyle/>
          <a:p>
            <a:r>
              <a:rPr lang="en-US" dirty="0"/>
              <a:t>Jobs augmented by AI tools while maintaining human centrality. Creative professionals, analysts, and strategic roles benefit from AI assistance without replacement risk.</a:t>
            </a:r>
            <a:endParaRPr lang="en-US" dirty="0"/>
          </a:p>
        </p:txBody>
      </p:sp>
      <p:sp>
        <p:nvSpPr>
          <p:cNvPr id="7" name="Text 0"/>
          <p:cNvSpPr/>
          <p:nvPr>
            <p:ph idx="17" type="body" hasCustomPrompt="1"/>
          </p:nvPr>
        </p:nvSpPr>
        <p:spPr/>
        <p:txBody>
          <a:bodyPr/>
          <a:lstStyle/>
          <a:p>
            <a:r>
              <a:rPr lang="en-US" dirty="0"/>
              <a:t>Transformed</a:t>
            </a:r>
            <a:endParaRPr lang="en-US" dirty="0"/>
          </a:p>
        </p:txBody>
      </p:sp>
      <p:sp>
        <p:nvSpPr>
          <p:cNvPr id="8" name="Text 0"/>
          <p:cNvSpPr/>
          <p:nvPr>
            <p:ph idx="25" type="body" hasCustomPrompt="1"/>
          </p:nvPr>
        </p:nvSpPr>
        <p:spPr/>
        <p:txBody>
          <a:bodyPr/>
          <a:lstStyle/>
          <a:p>
            <a:r>
              <a:rPr lang="en-US" dirty="0"/>
              <a:t>Roles requiring significant skill adaptation as AI handles routine tasks. Workers focus on higher-value activities, relationship management, and complex problem-solving.</a:t>
            </a:r>
            <a:endParaRPr lang="en-US" dirty="0"/>
          </a:p>
        </p:txBody>
      </p:sp>
      <p:sp>
        <p:nvSpPr>
          <p:cNvPr id="9" name="Text 0"/>
          <p:cNvSpPr/>
          <p:nvPr>
            <p:ph idx="19" type="body" hasCustomPrompt="1"/>
          </p:nvPr>
        </p:nvSpPr>
        <p:spPr/>
        <p:txBody>
          <a:bodyPr/>
          <a:lstStyle/>
          <a:p>
            <a:r>
              <a:rPr lang="en-US" dirty="0"/>
              <a:t>Displaced</a:t>
            </a:r>
            <a:endParaRPr lang="en-US" dirty="0"/>
          </a:p>
        </p:txBody>
      </p:sp>
      <p:sp>
        <p:nvSpPr>
          <p:cNvPr id="10" name="Text 0"/>
          <p:cNvSpPr/>
          <p:nvPr>
            <p:ph idx="26" type="body" hasCustomPrompt="1"/>
          </p:nvPr>
        </p:nvSpPr>
        <p:spPr/>
        <p:txBody>
          <a:bodyPr/>
          <a:lstStyle/>
          <a:p>
            <a:r>
              <a:rPr lang="en-US" dirty="0"/>
              <a:t>Positions with high automation potential, primarily routine, repetitive tasks. However, displacement occurs gradually, allowing time for reskilling and transition planning.</a:t>
            </a:r>
            <a:endParaRPr lang="en-US" dirty="0"/>
          </a:p>
        </p:txBody>
      </p:sp>
      <p:sp>
        <p:nvSpPr>
          <p:cNvPr id="11" name="Text 0"/>
          <p:cNvSpPr/>
          <p:nvPr>
            <p:ph idx="21" type="body" hasCustomPrompt="1"/>
          </p:nvPr>
        </p:nvSpPr>
        <p:spPr/>
        <p:txBody>
          <a:bodyPr/>
          <a:lstStyle/>
          <a:p>
            <a:r>
              <a:rPr lang="en-US" dirty="0"/>
              <a:t>Created</a:t>
            </a:r>
            <a:endParaRPr lang="en-US" dirty="0"/>
          </a:p>
        </p:txBody>
      </p:sp>
      <p:sp>
        <p:nvSpPr>
          <p:cNvPr id="12" name="Text 0"/>
          <p:cNvSpPr/>
          <p:nvPr>
            <p:ph idx="27" type="body" hasCustomPrompt="1"/>
          </p:nvPr>
        </p:nvSpPr>
        <p:spPr/>
        <p:txBody>
          <a:bodyPr/>
          <a:lstStyle/>
          <a:p>
            <a:r>
              <a:rPr lang="en-US" dirty="0"/>
              <a:t>New roles emerging from AI implementation needs. AI trainers, prompt engineers, human-AI collaboration specialists, and AI ethics officers represent growing job categories.</a:t>
            </a:r>
            <a:endParaRPr lang="en-US" dirty="0"/>
          </a:p>
        </p:txBody>
      </p:sp>
      <p:sp>
        <p:nvSpPr>
          <p:cNvPr id="13" name="Text 0"/>
          <p:cNvSpPr/>
          <p:nvPr>
            <p:ph idx="31" type="ftr" hasCustomPrompt="1"/>
          </p:nvPr>
        </p:nvSpPr>
        <p:spPr/>
        <p:txBody>
          <a:bodyPr/>
          <a:lstStyle/>
          <a:p>
            <a:r>
              <a:rPr lang="en-US" dirty="0"/>
              <a:t>Market Intelligence / Generative AI and Future Work / December 2024</a:t>
            </a:r>
            <a:endParaRPr lang="en-US" dirty="0"/>
          </a:p>
        </p:txBody>
      </p:sp>
      <p:sp>
        <p:nvSpPr>
          <p:cNvPr id="14" name="Text 0"/>
          <p:cNvSpPr/>
          <p:nvPr>
            <p:ph idx="15" type="body" hasCustomPrompt="1"/>
          </p:nvPr>
        </p:nvSpPr>
        <p:spPr/>
        <p:txBody>
          <a:bodyPr/>
          <a:lstStyle/>
          <a:p>
            <a:r>
              <a:rPr lang="en-US" dirty="0"/>
              <a:t>Source: S&amp;P Global | Web sources: https://www.spglobal.com/en/research-insights/special-reports/generative-ai-workforce-more-redistribution-than-reduction</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2" type="sldNum" hasCustomPrompt="1"/>
          </p:nvPr>
        </p:nvSpPr>
        <p:spPr/>
        <p:txBody>
          <a:bodyPr/>
          <a:lstStyle/>
          <a:p>
            <a:r>
              <a:rPr lang="en-US" dirty="0"/>
              <a:t>5</a:t>
            </a:r>
            <a:endParaRPr lang="en-US" dirty="0"/>
          </a:p>
        </p:txBody>
      </p:sp>
      <p:sp>
        <p:nvSpPr>
          <p:cNvPr id="3" name="Text 0"/>
          <p:cNvSpPr/>
          <p:nvPr>
            <p:ph type="title" hasCustomPrompt="1"/>
          </p:nvPr>
        </p:nvSpPr>
        <p:spPr/>
        <p:txBody>
          <a:bodyPr/>
          <a:lstStyle/>
          <a:p>
            <a:r>
              <a:rPr lang="en-US" dirty="0"/>
              <a:t>Strategic Workforce Planning</a:t>
            </a:r>
            <a:endParaRPr lang="en-US" dirty="0"/>
          </a:p>
        </p:txBody>
      </p:sp>
      <p:sp>
        <p:nvSpPr>
          <p:cNvPr id="4" name="Text 0"/>
          <p:cNvSpPr/>
          <p:nvPr>
            <p:ph idx="13" type="body" hasCustomPrompt="1"/>
          </p:nvPr>
        </p:nvSpPr>
        <p:spPr/>
        <p:txBody>
          <a:bodyPr/>
          <a:lstStyle/>
          <a:p>
            <a:r>
              <a:rPr lang="en-US" dirty="0"/>
              <a:t>Preparing for the redistribution reality</a:t>
            </a:r>
            <a:endParaRPr lang="en-US" dirty="0"/>
          </a:p>
        </p:txBody>
      </p:sp>
      <p:sp>
        <p:nvSpPr>
          <p:cNvPr id="5" name="Text 0"/>
          <p:cNvSpPr/>
          <p:nvPr>
            <p:ph idx="23" type="ftr" hasCustomPrompt="1"/>
          </p:nvPr>
        </p:nvSpPr>
        <p:spPr/>
        <p:txBody>
          <a:bodyPr/>
          <a:lstStyle/>
          <a:p>
            <a:r>
              <a:rPr lang="en-US" dirty="0"/>
              <a:t>Market Intelligence / Generative AI and Future Work / December 2024</a:t>
            </a:r>
            <a:endParaRPr lang="en-US" dirty="0"/>
          </a:p>
        </p:txBody>
      </p:sp>
      <p:sp>
        <p:nvSpPr>
          <p:cNvPr id="6" name="Text 0"/>
          <p:cNvSpPr/>
          <p:nvPr>
            <p:ph idx="22" type="body" hasCustomPrompt="1"/>
          </p:nvPr>
        </p:nvSpPr>
        <p:spPr/>
        <p:txBody>
          <a:bodyPr/>
          <a:lstStyle/>
          <a:p>
            <a:r>
              <a:rPr lang="en-US" dirty="0"/>
              <a:t>Organizations must shift from defensive to proactive workforce strategies as generative AI reshapes job markets. The redistribution pattern identified by S&amp;P Global research requires immediate action in three critical areas: skills development programs that prepare workers for enhanced and transformed roles, strategic workforce planning that anticipates new job categories and requirements, and change management processes that support smooth transitions. Companies should invest in continuous learning platforms, establish AI-human collaboration frameworks, and develop clear career pathways for workers moving between job categories. The gradual nature of AI adoption provides a window of opportunity for thoughtful preparation rather than reactive responses.</a:t>
            </a:r>
            <a:endParaRPr lang="en-US" dirty="0"/>
          </a:p>
        </p:txBody>
      </p:sp>
      <p:sp>
        <p:nvSpPr>
          <p:cNvPr id="7" name="Text 0"/>
          <p:cNvSpPr/>
          <p:nvPr>
            <p:ph idx="2" type="body" hasCustomPrompt="1"/>
          </p:nvPr>
        </p:nvSpPr>
        <p:spPr/>
        <p:txBody>
          <a:bodyPr/>
          <a:lstStyle/>
          <a:p>
            <a:r>
              <a:rPr lang="en-US" dirty="0"/>
              <a:t>Key Actions: Implement upskilling programs focused on AI collaboration skills. Establish cross-functional teams to identify transformation opportunities. Create transition support systems for displaced workers. Develop new performance metrics for human-AI collaboration. Build partnerships with educational institutions for ongoing skill development.</a:t>
            </a:r>
            <a:endParaRPr lang="en-US" dirty="0"/>
          </a:p>
        </p:txBody>
      </p:sp>
      <p:sp>
        <p:nvSpPr>
          <p:cNvPr id="8" name="Text 0"/>
          <p:cNvSpPr/>
          <p:nvPr>
            <p:ph idx="15" type="body" hasCustomPrompt="1"/>
          </p:nvPr>
        </p:nvSpPr>
        <p:spPr/>
        <p:txBody>
          <a:bodyPr/>
          <a:lstStyle/>
          <a:p>
            <a:r>
              <a:rPr lang="en-US" dirty="0"/>
              <a:t>Source: S&amp;P Global | Web sources: https://www.spglobal.com/en/research-insights/special-reports/generative-ai-workforce-more-redistribution-than-reduction</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3" type="sldNum" hasCustomPrompt="1"/>
          </p:nvPr>
        </p:nvSpPr>
        <p:spPr/>
        <p:txBody>
          <a:bodyPr/>
          <a:lstStyle/>
          <a:p>
            <a:r>
              <a:rPr lang="en-US" dirty="0"/>
              <a:t>7</a:t>
            </a:r>
            <a:endParaRPr lang="en-US" dirty="0"/>
          </a:p>
        </p:txBody>
      </p:sp>
      <p:sp>
        <p:nvSpPr>
          <p:cNvPr id="3" name="Text 0"/>
          <p:cNvSpPr/>
          <p:nvPr/>
        </p:nvSpPr>
        <p:spPr>
          <a:xfrm>
            <a:off x="566928" y="347472"/>
            <a:ext cx="5029200" cy="457200"/>
          </a:xfrm>
          <a:prstGeom prst="rect">
            <a:avLst/>
          </a:prstGeom>
          <a:noFill/>
          <a:ln/>
        </p:spPr>
        <p:txBody>
          <a:bodyPr wrap="square" lIns="0" tIns="0" rIns="0" bIns="0" rtlCol="0" anchor="ctr"/>
          <a:lstStyle/>
          <a:p>
            <a:pPr algn="l" indent="0" marL="0">
              <a:buNone/>
            </a:pPr>
            <a:r>
              <a:rPr lang="en-US" sz="3600" dirty="0">
                <a:solidFill>
                  <a:srgbClr val="FFFFFF"/>
                </a:solidFill>
                <a:latin typeface="Arial" pitchFamily="34" charset="0"/>
                <a:ea typeface="Arial" pitchFamily="34" charset="-122"/>
                <a:cs typeface="Arial" pitchFamily="34" charset="-120"/>
              </a:rPr>
              <a:t>Contact us</a:t>
            </a:r>
            <a:endParaRPr lang="en-US" sz="3600" dirty="0"/>
          </a:p>
        </p:txBody>
      </p:sp>
      <p:sp>
        <p:nvSpPr>
          <p:cNvPr id="4" name="Text 1"/>
          <p:cNvSpPr/>
          <p:nvPr/>
        </p:nvSpPr>
        <p:spPr>
          <a:xfrm>
            <a:off x="566928" y="1197864"/>
            <a:ext cx="5029200" cy="365760"/>
          </a:xfrm>
          <a:prstGeom prst="rect">
            <a:avLst/>
          </a:prstGeom>
          <a:noFill/>
          <a:ln/>
        </p:spPr>
        <p:txBody>
          <a:bodyPr wrap="square" lIns="0" tIns="0" rIns="0" bIns="0" rtlCol="0" anchor="ctr"/>
          <a:lstStyle/>
          <a:p>
            <a:pPr algn="l" indent="0" marL="0">
              <a:buNone/>
            </a:pPr>
            <a:r>
              <a:rPr lang="en-US" sz="2000" dirty="0">
                <a:solidFill>
                  <a:srgbClr val="FFFFFF"/>
                </a:solidFill>
                <a:latin typeface="Arial" pitchFamily="34" charset="0"/>
                <a:ea typeface="Arial" pitchFamily="34" charset="-122"/>
                <a:cs typeface="Arial" pitchFamily="34" charset="-120"/>
              </a:rPr>
              <a:t>Primary contact(s)</a:t>
            </a:r>
            <a:endParaRPr lang="en-US" sz="2000" dirty="0"/>
          </a:p>
        </p:txBody>
      </p:sp>
      <p:sp>
        <p:nvSpPr>
          <p:cNvPr id="5" name="Text 2"/>
          <p:cNvSpPr/>
          <p:nvPr/>
        </p:nvSpPr>
        <p:spPr>
          <a:xfrm>
            <a:off x="566928" y="3300984"/>
            <a:ext cx="5779008" cy="2999232"/>
          </a:xfrm>
          <a:prstGeom prst="rect">
            <a:avLst/>
          </a:prstGeom>
          <a:noFill/>
          <a:ln/>
        </p:spPr>
        <p:txBody>
          <a:bodyPr wrap="square" lIns="0" tIns="0" rIns="0" bIns="0" rtlCol="0" anchor="t"/>
          <a:lstStyle/>
          <a:p>
            <a:pPr algn="l" indent="0" marL="0">
              <a:spcAft>
                <a:spcPts val="1200"/>
              </a:spcAft>
              <a:buNone/>
            </a:pPr>
            <a:r>
              <a:rPr lang="en-US" sz="2000" dirty="0">
                <a:solidFill>
                  <a:srgbClr val="FFFFFF"/>
                </a:solidFill>
                <a:latin typeface="Arial" pitchFamily="34" charset="0"/>
                <a:ea typeface="Arial" pitchFamily="34" charset="-122"/>
                <a:cs typeface="Arial" pitchFamily="34" charset="-120"/>
              </a:rPr>
              <a:t>Contact us</a:t>
            </a:r>
            <a:endParaRPr lang="en-US" sz="2000" dirty="0"/>
          </a:p>
          <a:p>
            <a:pPr algn="l" indent="0" marL="0">
              <a:spcAft>
                <a:spcPts val="600"/>
              </a:spcAft>
              <a:buNone/>
            </a:pPr>
            <a:r>
              <a:rPr lang="en-US" sz="1600" dirty="0">
                <a:solidFill>
                  <a:srgbClr val="FFFFFF"/>
                </a:solidFill>
                <a:latin typeface="Arial" pitchFamily="34" charset="0"/>
                <a:ea typeface="Arial" pitchFamily="34" charset="-122"/>
                <a:cs typeface="Arial" pitchFamily="34" charset="-120"/>
              </a:rPr>
              <a:t>Americas 			 +1 800 447 2273</a:t>
            </a:r>
            <a:endParaRPr lang="en-US" sz="2000" dirty="0"/>
          </a:p>
          <a:p>
            <a:pPr algn="l" indent="0" marL="0">
              <a:spcAft>
                <a:spcPts val="600"/>
              </a:spcAft>
              <a:buNone/>
            </a:pPr>
            <a:r>
              <a:rPr lang="en-US" sz="1600" dirty="0">
                <a:solidFill>
                  <a:srgbClr val="FFFFFF"/>
                </a:solidFill>
                <a:latin typeface="Arial" pitchFamily="34" charset="0"/>
                <a:ea typeface="Arial" pitchFamily="34" charset="-122"/>
                <a:cs typeface="Arial" pitchFamily="34" charset="-120"/>
              </a:rPr>
              <a:t>Japan 			 +81 3 6262 1887</a:t>
            </a:r>
            <a:endParaRPr lang="en-US" sz="2000" dirty="0"/>
          </a:p>
          <a:p>
            <a:pPr algn="l" indent="0" marL="0">
              <a:spcAft>
                <a:spcPts val="600"/>
              </a:spcAft>
              <a:buNone/>
            </a:pPr>
            <a:r>
              <a:rPr lang="en-US" sz="1600" dirty="0">
                <a:solidFill>
                  <a:srgbClr val="FFFFFF"/>
                </a:solidFill>
                <a:latin typeface="Arial" pitchFamily="34" charset="0"/>
                <a:ea typeface="Arial" pitchFamily="34" charset="-122"/>
                <a:cs typeface="Arial" pitchFamily="34" charset="-120"/>
              </a:rPr>
              <a:t>Asia-Pacific 		 +60 4 291 3600</a:t>
            </a:r>
            <a:endParaRPr lang="en-US" sz="2000" dirty="0"/>
          </a:p>
          <a:p>
            <a:pPr algn="l" indent="0" marL="0">
              <a:spcAft>
                <a:spcPts val="600"/>
              </a:spcAft>
              <a:buNone/>
            </a:pPr>
            <a:r>
              <a:rPr lang="en-US" sz="1600" dirty="0">
                <a:solidFill>
                  <a:srgbClr val="FFFFFF"/>
                </a:solidFill>
                <a:latin typeface="Arial" pitchFamily="34" charset="0"/>
                <a:ea typeface="Arial" pitchFamily="34" charset="-122"/>
                <a:cs typeface="Arial" pitchFamily="34" charset="-120"/>
              </a:rPr>
              <a:t>Europe, Middle East, Africa 	 +44 (0) 134 432 8300</a:t>
            </a:r>
            <a:endParaRPr lang="en-US" sz="2000" dirty="0"/>
          </a:p>
          <a:p>
            <a:pPr algn="l" indent="0" marL="0">
              <a:spcAft>
                <a:spcPts val="600"/>
              </a:spcAft>
              <a:buNone/>
            </a:pPr>
            <a:r>
              <a:rPr lang="en-US" sz="2000" dirty="0">
                <a:solidFill>
                  <a:srgbClr val="FFFFFF"/>
                </a:solidFill>
                <a:latin typeface="Arial" pitchFamily="34" charset="0"/>
                <a:ea typeface="Arial" pitchFamily="34" charset="-122"/>
                <a:cs typeface="Arial" pitchFamily="34" charset="-120"/>
              </a:rPr>
              <a:t> </a:t>
            </a:r>
            <a:endParaRPr lang="en-US" sz="2000" dirty="0"/>
          </a:p>
          <a:p>
            <a:pPr algn="l" indent="0" marL="0">
              <a:buNone/>
            </a:pPr>
            <a:r>
              <a:rPr lang="en-US" sz="1600" dirty="0">
                <a:solidFill>
                  <a:srgbClr val="0F82AF"/>
                </a:solidFill>
                <a:latin typeface="Arial" pitchFamily="34" charset="0"/>
                <a:ea typeface="Arial" pitchFamily="34" charset="-122"/>
                <a:cs typeface="Arial" pitchFamily="34" charset="-120"/>
              </a:rPr>
              <a:t>www.spglobal.com/en/enterprise/about/contact-us.html</a:t>
            </a:r>
            <a:endParaRPr lang="en-US" sz="2000" dirty="0"/>
          </a:p>
          <a:p>
            <a:pPr algn="l" indent="0" marL="0">
              <a:buNone/>
            </a:pPr>
            <a:r>
              <a:rPr lang="en-US" sz="1600" dirty="0">
                <a:solidFill>
                  <a:srgbClr val="0F82AF"/>
                </a:solidFill>
                <a:latin typeface="Arial" pitchFamily="34" charset="0"/>
                <a:ea typeface="Arial" pitchFamily="34" charset="-122"/>
                <a:cs typeface="Arial" pitchFamily="34" charset="-120"/>
              </a:rPr>
              <a:t>www.spglobal.com</a:t>
            </a:r>
            <a:endParaRPr lang="en-US" sz="2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75488" y="1591056"/>
          <a:ext cx="5779008" cy="914400"/>
        </p:xfrm>
        <a:graphic>
          <a:graphicData uri="http://schemas.openxmlformats.org/drawingml/2006/table">
            <a:tbl>
              <a:tblPr/>
              <a:tblGrid>
                <a:gridCol w="2889504"/>
                <a:gridCol w="2889504"/>
              </a:tblGrid>
              <a:tr h="0">
                <a:tc>
                  <a:txBody>
                    <a:bodyPr/>
                    <a:lstStyle/>
                    <a:p>
                      <a:pPr indent="0" marL="0">
                        <a:buNone/>
                      </a:pPr>
                      <a:r>
                        <a:rPr lang="en-US" sz="1800" dirty="0">
                          <a:solidFill>
                            <a:srgbClr val="FFFFFF"/>
                          </a:solidFill>
                          <a:latin typeface="Arial" pitchFamily="34" charset="0"/>
                          <a:ea typeface="Arial" pitchFamily="34" charset="-122"/>
                          <a:cs typeface="Arial" pitchFamily="34" charset="-120"/>
                        </a:rPr>
                        <a:t>[Enter your name]</a:t>
                      </a:r>
                      <a:endParaRPr lang="en-US" sz="180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000000"/>
                    </a:solidFill>
                  </a:tcPr>
                </a:tc>
                <a:tc>
                  <a:txBody>
                    <a:bodyPr/>
                    <a:lstStyle/>
                    <a:p>
                      <a:pPr indent="0" marL="0">
                        <a:buNone/>
                      </a:pPr>
                      <a:r>
                        <a:rPr lang="en-US" sz="1800" dirty="0">
                          <a:solidFill>
                            <a:srgbClr val="FFFFFF"/>
                          </a:solidFill>
                          <a:latin typeface="Arial" pitchFamily="34" charset="0"/>
                          <a:ea typeface="Arial" pitchFamily="34" charset="-122"/>
                          <a:cs typeface="Arial" pitchFamily="34" charset="-120"/>
                        </a:rPr>
                        <a:t>[Enter your name]</a:t>
                      </a:r>
                      <a:endParaRPr lang="en-US" sz="180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000000"/>
                    </a:solidFill>
                  </a:tcPr>
                </a:tc>
              </a:tr>
              <a:tr h="0">
                <a:tc>
                  <a:txBody>
                    <a:bodyPr/>
                    <a:lstStyle/>
                    <a:p>
                      <a:pPr indent="0" marL="0">
                        <a:buNone/>
                      </a:pPr>
                      <a:r>
                        <a:rPr lang="en-US" sz="1400" dirty="0">
                          <a:solidFill>
                            <a:srgbClr val="FFFFFF"/>
                          </a:solidFill>
                          <a:latin typeface="Arial" pitchFamily="34" charset="0"/>
                          <a:ea typeface="Arial" pitchFamily="34" charset="-122"/>
                          <a:cs typeface="Arial" pitchFamily="34" charset="-120"/>
                        </a:rPr>
                        <a:t>[aaa.bbb@spglobal.com]</a:t>
                      </a:r>
                      <a:endParaRPr lang="en-US" sz="140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000000"/>
                    </a:solidFill>
                  </a:tcPr>
                </a:tc>
                <a:tc>
                  <a:txBody>
                    <a:bodyPr/>
                    <a:lstStyle/>
                    <a:p>
                      <a:pPr indent="0" marL="0">
                        <a:buNone/>
                      </a:pPr>
                      <a:r>
                        <a:rPr lang="en-US" sz="1400" dirty="0">
                          <a:solidFill>
                            <a:srgbClr val="FFFFFF"/>
                          </a:solidFill>
                          <a:latin typeface="Arial" pitchFamily="34" charset="0"/>
                          <a:ea typeface="Arial" pitchFamily="34" charset="-122"/>
                          <a:cs typeface="Arial" pitchFamily="34" charset="-120"/>
                        </a:rPr>
                        <a:t>[aaa.bbb@spglobal.com]</a:t>
                      </a:r>
                      <a:endParaRPr lang="en-US" sz="140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000000"/>
                    </a:solidFill>
                  </a:tcPr>
                </a:tc>
              </a:tr>
              <a:tr h="0">
                <a:tc>
                  <a:txBody>
                    <a:bodyPr/>
                    <a:lstStyle/>
                    <a:p>
                      <a:pPr indent="0" marL="0">
                        <a:buNone/>
                      </a:pPr>
                      <a:r>
                        <a:rPr lang="en-US" sz="1800" dirty="0">
                          <a:solidFill>
                            <a:srgbClr val="FFFFFF"/>
                          </a:solidFill>
                          <a:latin typeface="Arial" pitchFamily="34" charset="0"/>
                          <a:ea typeface="Arial" pitchFamily="34" charset="-122"/>
                          <a:cs typeface="Arial" pitchFamily="34" charset="-120"/>
                        </a:rPr>
                        <a:t>[Enter your name]</a:t>
                      </a:r>
                      <a:endParaRPr lang="en-US" sz="180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000000"/>
                    </a:solidFill>
                  </a:tcPr>
                </a:tc>
                <a:tc>
                  <a:txBody>
                    <a:bodyPr/>
                    <a:lstStyle/>
                    <a:p>
                      <a:pPr indent="0" marL="0">
                        <a:buNone/>
                      </a:pPr>
                      <a:r>
                        <a:rPr lang="en-US" sz="1800" dirty="0">
                          <a:solidFill>
                            <a:srgbClr val="FFFFFF"/>
                          </a:solidFill>
                          <a:latin typeface="Arial" pitchFamily="34" charset="0"/>
                          <a:ea typeface="Arial" pitchFamily="34" charset="-122"/>
                          <a:cs typeface="Arial" pitchFamily="34" charset="-120"/>
                        </a:rPr>
                        <a:t>[Enter your name]</a:t>
                      </a:r>
                      <a:endParaRPr lang="en-US" sz="180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000000"/>
                    </a:solidFill>
                  </a:tcPr>
                </a:tc>
              </a:tr>
              <a:tr h="0">
                <a:tc>
                  <a:txBody>
                    <a:bodyPr/>
                    <a:lstStyle/>
                    <a:p>
                      <a:pPr indent="0" marL="0">
                        <a:buNone/>
                      </a:pPr>
                      <a:r>
                        <a:rPr lang="en-US" sz="1400" dirty="0">
                          <a:solidFill>
                            <a:srgbClr val="FFFFFF"/>
                          </a:solidFill>
                          <a:latin typeface="Arial" pitchFamily="34" charset="0"/>
                          <a:ea typeface="Arial" pitchFamily="34" charset="-122"/>
                          <a:cs typeface="Arial" pitchFamily="34" charset="-120"/>
                        </a:rPr>
                        <a:t>[aaa.bbb@spglobal.com]</a:t>
                      </a:r>
                      <a:endParaRPr lang="en-US" sz="140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000000"/>
                    </a:solidFill>
                  </a:tcPr>
                </a:tc>
                <a:tc>
                  <a:txBody>
                    <a:bodyPr/>
                    <a:lstStyle/>
                    <a:p>
                      <a:pPr indent="0" marL="0">
                        <a:buNone/>
                      </a:pPr>
                      <a:r>
                        <a:rPr lang="en-US" sz="1400" dirty="0">
                          <a:solidFill>
                            <a:srgbClr val="FFFFFF"/>
                          </a:solidFill>
                          <a:latin typeface="Arial" pitchFamily="34" charset="0"/>
                          <a:ea typeface="Arial" pitchFamily="34" charset="-122"/>
                          <a:cs typeface="Arial" pitchFamily="34" charset="-120"/>
                        </a:rPr>
                        <a:t>[aaa.bbb@spglobal.com]</a:t>
                      </a:r>
                      <a:endParaRPr lang="en-US" sz="140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000000"/>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2" type="sldNum" hasCustomPrompt="1"/>
          </p:nvPr>
        </p:nvSpPr>
        <p:spPr/>
        <p:txBody>
          <a:bodyPr/>
          <a:lstStyle/>
          <a:p>
            <a:r>
              <a:rPr lang="en-US" dirty="0"/>
              <a:t>6</a:t>
            </a:r>
            <a:endParaRPr lang="en-US" dirty="0"/>
          </a:p>
        </p:txBody>
      </p:sp>
      <p:sp>
        <p:nvSpPr>
          <p:cNvPr id="3" name="Text 0"/>
          <p:cNvSpPr/>
          <p:nvPr/>
        </p:nvSpPr>
        <p:spPr>
          <a:xfrm>
            <a:off x="566928" y="347472"/>
            <a:ext cx="11064240" cy="457200"/>
          </a:xfrm>
          <a:prstGeom prst="rect">
            <a:avLst/>
          </a:prstGeom>
          <a:noFill/>
          <a:ln/>
        </p:spPr>
        <p:txBody>
          <a:bodyPr wrap="square" lIns="0" tIns="0" rIns="0" bIns="0" rtlCol="0" anchor="ctr"/>
          <a:lstStyle/>
          <a:p>
            <a:pPr algn="l" indent="0" marL="0">
              <a:buNone/>
            </a:pPr>
            <a:r>
              <a:rPr lang="en-US" sz="2400" dirty="0">
                <a:solidFill>
                  <a:srgbClr val="000000"/>
                </a:solidFill>
                <a:latin typeface="Arial" pitchFamily="34" charset="0"/>
                <a:ea typeface="Arial" pitchFamily="34" charset="-122"/>
                <a:cs typeface="Arial" pitchFamily="34" charset="-120"/>
              </a:rPr>
              <a:t>Best practices for creating PPTs using the PPT Generator Spark</a:t>
            </a:r>
            <a:endParaRPr lang="en-US" sz="2400" dirty="0"/>
          </a:p>
        </p:txBody>
      </p:sp>
      <p:sp>
        <p:nvSpPr>
          <p:cNvPr id="4" name="Text 1"/>
          <p:cNvSpPr/>
          <p:nvPr/>
        </p:nvSpPr>
        <p:spPr>
          <a:xfrm>
            <a:off x="566928" y="1261872"/>
            <a:ext cx="11064240" cy="4434840"/>
          </a:xfrm>
          <a:prstGeom prst="rect">
            <a:avLst/>
          </a:prstGeom>
          <a:noFill/>
          <a:ln/>
        </p:spPr>
        <p:txBody>
          <a:bodyPr wrap="square" lIns="0" tIns="0" rIns="0" bIns="0" rtlCol="0" anchor="t"/>
          <a:lstStyle/>
          <a:p>
            <a:pPr algn="l" marL="342900" indent="-342900">
              <a:spcAft>
                <a:spcPts val="600"/>
              </a:spcAft>
              <a:buSzPct val="100000"/>
              <a:buFont typeface="+mj-lt"/>
              <a:buAutoNum type="arabicPeriod" startAt="1"/>
            </a:pPr>
            <a:r>
              <a:rPr lang="en-US" sz="1400" b="1" dirty="0">
                <a:solidFill>
                  <a:srgbClr val="000000"/>
                </a:solidFill>
                <a:latin typeface="Arial" pitchFamily="34" charset="0"/>
                <a:ea typeface="Arial" pitchFamily="34" charset="-122"/>
                <a:cs typeface="Arial" pitchFamily="34" charset="-120"/>
              </a:rPr>
              <a:t>Use S&amp;P Global grounded data only</a:t>
            </a:r>
            <a:br/>
            <a:pPr algn="l" indent="0" marL="0">
              <a:spcAft>
                <a:spcPts val="600"/>
              </a:spcAft>
              <a:buNone/>
            </a:pPr>
            <a:r>
              <a:rPr lang="en-US" sz="1400" dirty="0">
                <a:solidFill>
                  <a:srgbClr val="000000"/>
                </a:solidFill>
                <a:latin typeface="Arial" pitchFamily="34" charset="0"/>
                <a:ea typeface="Arial" pitchFamily="34" charset="-122"/>
                <a:cs typeface="Arial" pitchFamily="34" charset="-120"/>
              </a:rPr>
              <a:t>Always ensure the data and info you feed into or pull from AI are from verified, S&amp;P Global sources. No random internet stats — keep it legit and reliable.
</a:t>
            </a:r>
            <a:pPr algn="l" marL="342900" indent="-342900">
              <a:spcAft>
                <a:spcPts val="600"/>
              </a:spcAft>
              <a:buSzPct val="100000"/>
              <a:buFont typeface="+mj-lt"/>
              <a:buAutoNum type="arabicPeriod" startAt="2"/>
            </a:pPr>
            <a:r>
              <a:rPr lang="en-US" sz="1400" b="1" dirty="0">
                <a:solidFill>
                  <a:srgbClr val="000000"/>
                </a:solidFill>
                <a:latin typeface="Arial" pitchFamily="34" charset="0"/>
                <a:ea typeface="Arial" pitchFamily="34" charset="-122"/>
                <a:cs typeface="Arial" pitchFamily="34" charset="-120"/>
              </a:rPr>
              <a:t>Review every slide thoroughly</a:t>
            </a:r>
            <a:br/>
            <a:pPr algn="l" indent="0" marL="0">
              <a:spcAft>
                <a:spcPts val="600"/>
              </a:spcAft>
              <a:buNone/>
            </a:pPr>
            <a:r>
              <a:rPr lang="en-US" sz="1400" dirty="0">
                <a:solidFill>
                  <a:srgbClr val="000000"/>
                </a:solidFill>
                <a:latin typeface="Arial" pitchFamily="34" charset="0"/>
                <a:ea typeface="Arial" pitchFamily="34" charset="-122"/>
                <a:cs typeface="Arial" pitchFamily="34" charset="-120"/>
              </a:rPr>
              <a:t>AI can be cool, but it’s not perfect. Check all facts, figures and statements carefully. Make sure everything is accurate, up-to-date and aligns with our brand voice.
</a:t>
            </a:r>
            <a:pPr algn="l" marL="342900" indent="-342900">
              <a:spcAft>
                <a:spcPts val="600"/>
              </a:spcAft>
              <a:buSzPct val="100000"/>
              <a:buFont typeface="+mj-lt"/>
              <a:buAutoNum type="arabicPeriod" startAt="3"/>
            </a:pPr>
            <a:r>
              <a:rPr lang="en-US" sz="1400" b="1" dirty="0">
                <a:solidFill>
                  <a:srgbClr val="000000"/>
                </a:solidFill>
                <a:latin typeface="Arial" pitchFamily="34" charset="0"/>
                <a:ea typeface="Arial" pitchFamily="34" charset="-122"/>
                <a:cs typeface="Arial" pitchFamily="34" charset="-120"/>
              </a:rPr>
              <a:t>Cut the fluff</a:t>
            </a:r>
            <a:br/>
            <a:pPr algn="l" indent="0" marL="0">
              <a:spcAft>
                <a:spcPts val="600"/>
              </a:spcAft>
              <a:buNone/>
            </a:pPr>
            <a:r>
              <a:rPr lang="en-US" sz="1400" dirty="0">
                <a:solidFill>
                  <a:srgbClr val="000000"/>
                </a:solidFill>
                <a:latin typeface="Arial" pitchFamily="34" charset="0"/>
                <a:ea typeface="Arial" pitchFamily="34" charset="-122"/>
                <a:cs typeface="Arial" pitchFamily="34" charset="-120"/>
              </a:rPr>
              <a:t>Remove extra or unnecessary words, jargon or filler. Keep your slides crisp, clear and easy to understand — less is more!
</a:t>
            </a:r>
            <a:pPr algn="l" marL="342900" indent="-342900">
              <a:spcAft>
                <a:spcPts val="600"/>
              </a:spcAft>
              <a:buSzPct val="100000"/>
              <a:buFont typeface="+mj-lt"/>
              <a:buAutoNum type="arabicPeriod" startAt="4"/>
            </a:pPr>
            <a:r>
              <a:rPr lang="en-US" sz="1400" b="1" dirty="0">
                <a:solidFill>
                  <a:srgbClr val="000000"/>
                </a:solidFill>
                <a:latin typeface="Arial" pitchFamily="34" charset="0"/>
                <a:ea typeface="Arial" pitchFamily="34" charset="-122"/>
                <a:cs typeface="Arial" pitchFamily="34" charset="-120"/>
              </a:rPr>
              <a:t>Reusing slides</a:t>
            </a:r>
            <a:br/>
            <a:pPr algn="l" indent="0" marL="0">
              <a:spcAft>
                <a:spcPts val="600"/>
              </a:spcAft>
              <a:buNone/>
            </a:pPr>
            <a:r>
              <a:rPr lang="en-US" sz="1400" dirty="0">
                <a:solidFill>
                  <a:srgbClr val="000000"/>
                </a:solidFill>
                <a:latin typeface="Arial" pitchFamily="34" charset="0"/>
                <a:ea typeface="Arial" pitchFamily="34" charset="-122"/>
                <a:cs typeface="Arial" pitchFamily="34" charset="-120"/>
              </a:rPr>
              <a:t>If you need to reuse these slides, paste them into your deck using the “Keep source formatting” option.
</a:t>
            </a:r>
            <a:pPr algn="l" marL="342900" indent="-342900">
              <a:spcAft>
                <a:spcPts val="600"/>
              </a:spcAft>
              <a:buSzPct val="100000"/>
              <a:buFont typeface="+mj-lt"/>
              <a:buAutoNum type="arabicPeriod" startAt="5"/>
            </a:pPr>
            <a:r>
              <a:rPr lang="en-US" sz="1400" b="1" dirty="0">
                <a:solidFill>
                  <a:srgbClr val="000000"/>
                </a:solidFill>
                <a:latin typeface="Arial" pitchFamily="34" charset="0"/>
                <a:ea typeface="Arial" pitchFamily="34" charset="-122"/>
                <a:cs typeface="Arial" pitchFamily="34" charset="-120"/>
              </a:rPr>
              <a:t>Adding more visuals</a:t>
            </a:r>
            <a:br/>
            <a:pPr algn="l" indent="0" marL="0">
              <a:spcAft>
                <a:spcPts val="600"/>
              </a:spcAft>
              <a:buNone/>
            </a:pPr>
            <a:r>
              <a:rPr lang="en-US" sz="1400" dirty="0">
                <a:solidFill>
                  <a:srgbClr val="000000"/>
                </a:solidFill>
                <a:latin typeface="Arial" pitchFamily="34" charset="0"/>
                <a:ea typeface="Arial" pitchFamily="34" charset="-122"/>
                <a:cs typeface="Arial" pitchFamily="34" charset="-120"/>
              </a:rPr>
              <a:t>If you want to add Smart Art and/or PowerPoint charts to your slides, you must </a:t>
            </a:r>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install the S&amp;P Global theme colors</a:t>
            </a:r>
            <a:pPr algn="l" indent="0" marL="0">
              <a:spcAft>
                <a:spcPts val="600"/>
              </a:spcAft>
              <a:buNone/>
            </a:pPr>
            <a:r>
              <a:rPr lang="en-US" sz="1400" dirty="0">
                <a:solidFill>
                  <a:srgbClr val="000000"/>
                </a:solidFill>
                <a:latin typeface="Arial" pitchFamily="34" charset="0"/>
                <a:ea typeface="Arial" pitchFamily="34" charset="-122"/>
                <a:cs typeface="Arial" pitchFamily="34" charset="-120"/>
              </a:rPr>
              <a:t> to ensure they are fully compliant. You can also copy and paste from </a:t>
            </a:r>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our branded SmartArt deck.
</a:t>
            </a:r>
            <a:pPr algn="l" marL="342900" indent="-342900">
              <a:spcAft>
                <a:spcPts val="600"/>
              </a:spcAft>
              <a:buSzPct val="100000"/>
              <a:buFont typeface="+mj-lt"/>
              <a:buAutoNum type="arabicPeriod" startAt="6"/>
            </a:pPr>
            <a:r>
              <a:rPr lang="en-US" sz="1400" b="1" dirty="0">
                <a:solidFill>
                  <a:srgbClr val="000000"/>
                </a:solidFill>
                <a:latin typeface="Arial" pitchFamily="34" charset="0"/>
                <a:ea typeface="Arial" pitchFamily="34" charset="-122"/>
                <a:cs typeface="Arial" pitchFamily="34" charset="-120"/>
              </a:rPr>
              <a:t>Send to Editorial, Design &amp; Publishing (EDP) for pro review</a:t>
            </a:r>
            <a:br/>
            <a:pPr algn="l" indent="0" marL="0">
              <a:spcAft>
                <a:spcPts val="600"/>
              </a:spcAft>
              <a:buNone/>
            </a:pPr>
            <a:r>
              <a:rPr lang="en-US" sz="1400" dirty="0">
                <a:solidFill>
                  <a:srgbClr val="000000"/>
                </a:solidFill>
                <a:latin typeface="Arial" pitchFamily="34" charset="0"/>
                <a:ea typeface="Arial" pitchFamily="34" charset="-122"/>
                <a:cs typeface="Arial" pitchFamily="34" charset="-120"/>
              </a:rPr>
              <a:t>Before finalizing, send your deck to the EDP team (check the Resources slide for contact info). They’ll help with copy edits, design polish and compliance checks.</a:t>
            </a:r>
            <a:endParaRPr lang="en-US" sz="1400" dirty="0"/>
          </a:p>
        </p:txBody>
      </p:sp>
      <p:sp>
        <p:nvSpPr>
          <p:cNvPr id="5" name="Text 0"/>
          <p:cNvSpPr/>
          <p:nvPr>
            <p:ph idx="20" type="ftr" hasCustomPrompt="1"/>
          </p:nvPr>
        </p:nvSpPr>
        <p:spPr/>
        <p:txBody>
          <a:bodyPr wrap="none" rtlCol="0" anchor="ctr"/>
          <a:lstStyle/>
          <a:p>
            <a:pPr algn="r" indent="0" marL="0">
              <a:buNone/>
            </a:pP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2" type="sldNum" hasCustomPrompt="1"/>
          </p:nvPr>
        </p:nvSpPr>
        <p:spPr/>
        <p:txBody>
          <a:bodyPr/>
          <a:lstStyle/>
          <a:p>
            <a:r>
              <a:rPr lang="en-US" dirty="0"/>
              <a:t>8</a:t>
            </a:r>
            <a:endParaRPr lang="en-US" dirty="0"/>
          </a:p>
        </p:txBody>
      </p:sp>
      <p:sp>
        <p:nvSpPr>
          <p:cNvPr id="3" name="Text 0"/>
          <p:cNvSpPr/>
          <p:nvPr/>
        </p:nvSpPr>
        <p:spPr>
          <a:xfrm>
            <a:off x="566928" y="347472"/>
            <a:ext cx="11064240" cy="457200"/>
          </a:xfrm>
          <a:prstGeom prst="rect">
            <a:avLst/>
          </a:prstGeom>
          <a:noFill/>
          <a:ln/>
        </p:spPr>
        <p:txBody>
          <a:bodyPr wrap="square" lIns="0" tIns="0" rIns="0" bIns="0" rtlCol="0" anchor="t"/>
          <a:lstStyle/>
          <a:p>
            <a:pPr algn="l" indent="0" marL="0">
              <a:buNone/>
            </a:pPr>
            <a:r>
              <a:rPr lang="en-US" sz="2400" dirty="0">
                <a:solidFill>
                  <a:srgbClr val="000000"/>
                </a:solidFill>
                <a:latin typeface="Arial" pitchFamily="34" charset="0"/>
                <a:ea typeface="Arial" pitchFamily="34" charset="-122"/>
                <a:cs typeface="Arial" pitchFamily="34" charset="-120"/>
              </a:rPr>
              <a:t>Resources for authors (DELETE BEFORE PUBLISHING/PRESENTING)</a:t>
            </a:r>
            <a:endParaRPr lang="en-US" sz="2400" dirty="0"/>
          </a:p>
        </p:txBody>
      </p:sp>
      <p:sp>
        <p:nvSpPr>
          <p:cNvPr id="4" name="Text 1"/>
          <p:cNvSpPr/>
          <p:nvPr/>
        </p:nvSpPr>
        <p:spPr>
          <a:xfrm>
            <a:off x="566928" y="896112"/>
            <a:ext cx="11064240" cy="283464"/>
          </a:xfrm>
          <a:prstGeom prst="rect">
            <a:avLst/>
          </a:prstGeom>
          <a:noFill/>
          <a:ln/>
        </p:spPr>
        <p:txBody>
          <a:bodyPr wrap="square" lIns="0" tIns="0" rIns="0" bIns="0" rtlCol="0" anchor="t"/>
          <a:lstStyle/>
          <a:p>
            <a:pPr algn="l" indent="0" marL="0">
              <a:buNone/>
            </a:pPr>
            <a:r>
              <a:rPr lang="en-US" sz="1800" dirty="0">
                <a:solidFill>
                  <a:srgbClr val="000000"/>
                </a:solidFill>
                <a:latin typeface="Arial" pitchFamily="34" charset="0"/>
                <a:ea typeface="Arial" pitchFamily="34" charset="-122"/>
                <a:cs typeface="Arial" pitchFamily="34" charset="-120"/>
              </a:rPr>
              <a:t>Refine your PowerPoint with these professional services Editorial, Design &amp; Publishing (EDP) offers:</a:t>
            </a:r>
            <a:endParaRPr lang="en-US" sz="1800" dirty="0"/>
          </a:p>
        </p:txBody>
      </p:sp>
      <p:sp>
        <p:nvSpPr>
          <p:cNvPr id="5" name="Text 2"/>
          <p:cNvSpPr/>
          <p:nvPr/>
        </p:nvSpPr>
        <p:spPr>
          <a:xfrm>
            <a:off x="566928" y="1261872"/>
            <a:ext cx="5029200" cy="4343400"/>
          </a:xfrm>
          <a:prstGeom prst="rect">
            <a:avLst/>
          </a:prstGeom>
          <a:noFill/>
          <a:ln/>
        </p:spPr>
        <p:txBody>
          <a:bodyPr wrap="square" lIns="0" tIns="0" rIns="0" bIns="0" rtlCol="0" anchor="t"/>
          <a:lstStyle/>
          <a:p>
            <a:pPr algn="l" indent="0" marL="0">
              <a:spcAft>
                <a:spcPts val="600"/>
              </a:spcAft>
              <a:buNone/>
            </a:pPr>
            <a:r>
              <a:rPr lang="en-US" sz="1600" b="1" dirty="0">
                <a:solidFill>
                  <a:srgbClr val="000000"/>
                </a:solidFill>
                <a:latin typeface="Arial" pitchFamily="34" charset="0"/>
                <a:ea typeface="Arial" pitchFamily="34" charset="-122"/>
                <a:cs typeface="Arial" pitchFamily="34" charset="-120"/>
              </a:rPr>
              <a:t>Add photos</a:t>
            </a:r>
            <a:endParaRPr lang="en-US" sz="1600" dirty="0"/>
          </a:p>
          <a:p>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Approved stock photography</a:t>
            </a:r>
            <a:endParaRPr lang="en-US" sz="1600" dirty="0"/>
          </a:p>
          <a:p>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S&amp;P Global photography guidelines</a:t>
            </a:r>
            <a:endParaRPr lang="en-US" sz="1600" dirty="0"/>
          </a:p>
          <a:p>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Request a photo from Getty</a:t>
            </a:r>
            <a:endParaRPr lang="en-US" sz="1600" dirty="0"/>
          </a:p>
          <a:p>
            <a:pPr algn="l" indent="0" marL="0">
              <a:buNone/>
            </a:pPr>
            <a:r>
              <a:rPr lang="en-US" sz="1200" dirty="0">
                <a:solidFill>
                  <a:srgbClr val="000000"/>
                </a:solidFill>
                <a:latin typeface="Arial" pitchFamily="34" charset="0"/>
                <a:ea typeface="Arial" pitchFamily="34" charset="-122"/>
                <a:cs typeface="Arial" pitchFamily="34" charset="-120"/>
              </a:rPr>
              <a:t>Getty image downloads depend on the images meeting S&amp;P Global brand guidelines and being covered by our license agreement. Review available options </a:t>
            </a:r>
            <a:pPr algn="l" indent="0" marL="0">
              <a:spcAft>
                <a:spcPts val="600"/>
              </a:spcAft>
              <a:buNone/>
            </a:pPr>
            <a:r>
              <a:rPr lang="en-US" sz="1200" u="sng" dirty="0">
                <a:solidFill>
                  <a:srgbClr val="0F82AF"/>
                </a:solidFill>
                <a:latin typeface="Arial" pitchFamily="34" charset="0"/>
                <a:ea typeface="Arial" pitchFamily="34" charset="-122"/>
                <a:cs typeface="Arial" pitchFamily="34" charset="-120"/>
                <a:hlinkClick r:id="rId4" invalidUrl="" action="" tgtFrame="" tooltip="" history="1" highlightClick="0" endSnd="0">
                  <a:extLst>
                    <a:ext uri="{A12FA001-AC4F-418D-AE19-62706E023703}">
                      <ahyp:hlinkClr xmlns:ahyp="http://schemas.microsoft.com/office/drawing/2018/hyperlinkcolor" val="tx"/>
                    </a:ext>
                  </a:extLst>
                </a:hlinkClick>
              </a:rPr>
              <a:t>here</a:t>
            </a:r>
            <a:pPr algn="l" indent="0" marL="0">
              <a:buNone/>
            </a:pPr>
            <a:r>
              <a:rPr lang="en-US" sz="1200" dirty="0">
                <a:solidFill>
                  <a:srgbClr val="000000"/>
                </a:solidFill>
                <a:latin typeface="Arial" pitchFamily="34" charset="0"/>
                <a:ea typeface="Arial" pitchFamily="34" charset="-122"/>
                <a:cs typeface="Arial" pitchFamily="34" charset="-120"/>
              </a:rPr>
              <a:t>.</a:t>
            </a:r>
            <a:endParaRPr lang="en-US" sz="1600" dirty="0"/>
          </a:p>
          <a:p>
            <a:pPr algn="l" indent="0" marL="0">
              <a:spcBef>
                <a:spcPts val="1200"/>
              </a:spcBef>
              <a:spcAft>
                <a:spcPts val="600"/>
              </a:spcAft>
              <a:buNone/>
            </a:pPr>
            <a:r>
              <a:rPr lang="en-US" sz="1600" b="1" dirty="0">
                <a:solidFill>
                  <a:srgbClr val="000000"/>
                </a:solidFill>
                <a:latin typeface="Arial" pitchFamily="34" charset="0"/>
                <a:ea typeface="Arial" pitchFamily="34" charset="-122"/>
                <a:cs typeface="Arial" pitchFamily="34" charset="-120"/>
              </a:rPr>
              <a:t>Add icons</a:t>
            </a:r>
            <a:endParaRPr lang="en-US" sz="1600" dirty="0"/>
          </a:p>
          <a:p>
            <a:pPr algn="l" indent="0" marL="0">
              <a:spcAft>
                <a:spcPts val="600"/>
              </a:spcAft>
              <a:buNone/>
            </a:pPr>
            <a:r>
              <a:rPr lang="en-US" sz="1400" dirty="0">
                <a:solidFill>
                  <a:srgbClr val="000000"/>
                </a:solidFill>
                <a:latin typeface="Arial" pitchFamily="34" charset="0"/>
                <a:ea typeface="Arial" pitchFamily="34" charset="-122"/>
                <a:cs typeface="Arial" pitchFamily="34" charset="-120"/>
              </a:rPr>
              <a:t>Do NOT use the built-in icons in PowerPoint. Instead, use the brand-compliant icons available at the link below.</a:t>
            </a:r>
            <a:endParaRPr lang="en-US" sz="1600" dirty="0"/>
          </a:p>
          <a:p>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5" invalidUrl="" action="" tgtFrame="" tooltip="" history="1" highlightClick="0" endSnd="0">
                  <a:extLst>
                    <a:ext uri="{A12FA001-AC4F-418D-AE19-62706E023703}">
                      <ahyp:hlinkClr xmlns:ahyp="http://schemas.microsoft.com/office/drawing/2018/hyperlinkcolor" val="tx"/>
                    </a:ext>
                  </a:extLst>
                </a:hlinkClick>
              </a:rPr>
              <a:t>Find icons</a:t>
            </a:r>
            <a:endParaRPr lang="en-US" sz="1600" dirty="0"/>
          </a:p>
          <a:p>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6" invalidUrl="" action="" tgtFrame="" tooltip="" history="1" highlightClick="0" endSnd="0">
                  <a:extLst>
                    <a:ext uri="{A12FA001-AC4F-418D-AE19-62706E023703}">
                      <ahyp:hlinkClr xmlns:ahyp="http://schemas.microsoft.com/office/drawing/2018/hyperlinkcolor" val="tx"/>
                    </a:ext>
                  </a:extLst>
                </a:hlinkClick>
              </a:rPr>
              <a:t>Iconography guidelines</a:t>
            </a:r>
            <a:endParaRPr lang="en-US" sz="1600" dirty="0"/>
          </a:p>
          <a:p>
            <a:pPr algn="l" indent="0" marL="0">
              <a:spcBef>
                <a:spcPts val="1200"/>
              </a:spcBef>
              <a:spcAft>
                <a:spcPts val="600"/>
              </a:spcAft>
              <a:buNone/>
            </a:pPr>
            <a:r>
              <a:rPr lang="en-US" sz="1600" b="1" dirty="0">
                <a:solidFill>
                  <a:srgbClr val="000000"/>
                </a:solidFill>
                <a:latin typeface="Arial" pitchFamily="34" charset="0"/>
                <a:ea typeface="Arial" pitchFamily="34" charset="-122"/>
                <a:cs typeface="Arial" pitchFamily="34" charset="-120"/>
              </a:rPr>
              <a:t>Request maps, infographics, icons and visuals</a:t>
            </a:r>
            <a:endParaRPr lang="en-US" sz="1600" dirty="0"/>
          </a:p>
          <a:p>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7" invalidUrl="" action="" tgtFrame="" tooltip="" history="1" highlightClick="0" endSnd="0">
                  <a:extLst>
                    <a:ext uri="{A12FA001-AC4F-418D-AE19-62706E023703}">
                      <ahyp:hlinkClr xmlns:ahyp="http://schemas.microsoft.com/office/drawing/2018/hyperlinkcolor" val="tx"/>
                    </a:ext>
                  </a:extLst>
                </a:hlinkClick>
              </a:rPr>
              <a:t>Request design help</a:t>
            </a:r>
            <a:endParaRPr lang="en-US" sz="1600" dirty="0"/>
          </a:p>
        </p:txBody>
      </p:sp>
      <p:sp>
        <p:nvSpPr>
          <p:cNvPr id="6" name="Text 3"/>
          <p:cNvSpPr/>
          <p:nvPr/>
        </p:nvSpPr>
        <p:spPr>
          <a:xfrm>
            <a:off x="6601968" y="1261872"/>
            <a:ext cx="5029200" cy="4937760"/>
          </a:xfrm>
          <a:prstGeom prst="rect">
            <a:avLst/>
          </a:prstGeom>
          <a:noFill/>
          <a:ln/>
        </p:spPr>
        <p:txBody>
          <a:bodyPr wrap="square" lIns="0" tIns="0" rIns="0" bIns="0" rtlCol="0" anchor="t"/>
          <a:lstStyle/>
          <a:p>
            <a:pPr algn="l" indent="0" marL="0">
              <a:buNone/>
            </a:pPr>
            <a:r>
              <a:rPr lang="en-US" sz="1600" b="1" dirty="0">
                <a:solidFill>
                  <a:srgbClr val="000000"/>
                </a:solidFill>
                <a:latin typeface="Arial" pitchFamily="34" charset="0"/>
                <a:ea typeface="Arial" pitchFamily="34" charset="-122"/>
                <a:cs typeface="Arial" pitchFamily="34" charset="-120"/>
              </a:rPr>
              <a:t>Send to editors</a:t>
            </a:r>
            <a:endParaRPr lang="en-US" sz="1600" dirty="0"/>
          </a:p>
          <a:p>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8" invalidUrl="" action="" tgtFrame="" tooltip="" history="1" highlightClick="0" endSnd="0">
                  <a:extLst>
                    <a:ext uri="{A12FA001-AC4F-418D-AE19-62706E023703}">
                      <ahyp:hlinkClr xmlns:ahyp="http://schemas.microsoft.com/office/drawing/2018/hyperlinkcolor" val="tx"/>
                    </a:ext>
                  </a:extLst>
                </a:hlinkClick>
              </a:rPr>
              <a:t>Mobility</a:t>
            </a:r>
            <a:endParaRPr lang="en-US" sz="1600" dirty="0"/>
          </a:p>
          <a:p>
            <a:pPr algn="l" indent="0" marL="0">
              <a:buNone/>
            </a:pPr>
            <a:r>
              <a:rPr lang="en-US" sz="1400" u="sng" dirty="0">
                <a:solidFill>
                  <a:srgbClr val="0F82AF"/>
                </a:solidFill>
                <a:latin typeface="Arial" pitchFamily="34" charset="0"/>
                <a:ea typeface="Arial" pitchFamily="34" charset="-122"/>
                <a:cs typeface="Arial" pitchFamily="34" charset="-120"/>
                <a:hlinkClick r:id="rId9" invalidUrl="" action="" tgtFrame="" tooltip="" history="1" highlightClick="0" endSnd="0">
                  <a:extLst>
                    <a:ext uri="{A12FA001-AC4F-418D-AE19-62706E023703}">
                      <ahyp:hlinkClr xmlns:ahyp="http://schemas.microsoft.com/office/drawing/2018/hyperlinkcolor" val="tx"/>
                    </a:ext>
                  </a:extLst>
                </a:hlinkClick>
              </a:rPr>
              <a:t>Energy/Commodities</a:t>
            </a:r>
            <a:pPr algn="l" indent="0" marL="0">
              <a:buNone/>
            </a:pPr>
            <a:r>
              <a:rPr lang="en-US" sz="1400" dirty="0">
                <a:solidFill>
                  <a:srgbClr val="000000"/>
                </a:solidFill>
                <a:latin typeface="Arial" pitchFamily="34" charset="0"/>
                <a:ea typeface="Arial" pitchFamily="34" charset="-122"/>
                <a:cs typeface="Arial" pitchFamily="34" charset="-120"/>
              </a:rPr>
              <a:t>*</a:t>
            </a:r>
            <a:endParaRPr lang="en-US" sz="1600" dirty="0"/>
          </a:p>
          <a:p>
            <a:pPr algn="l" indent="0" marL="0">
              <a:spcBef>
                <a:spcPts val="600"/>
              </a:spcBef>
              <a:spcAft>
                <a:spcPts val="600"/>
              </a:spcAft>
              <a:buNone/>
            </a:pPr>
            <a:r>
              <a:rPr lang="en-US" sz="1400" u="sng" dirty="0">
                <a:solidFill>
                  <a:srgbClr val="0F82AF"/>
                </a:solidFill>
                <a:latin typeface="Arial" pitchFamily="34" charset="0"/>
                <a:ea typeface="Arial" pitchFamily="34" charset="-122"/>
                <a:cs typeface="Arial" pitchFamily="34" charset="-120"/>
                <a:hlinkClick r:id="rId10" invalidUrl="" action="" tgtFrame="" tooltip="" history="1" highlightClick="0" endSnd="0">
                  <a:extLst>
                    <a:ext uri="{A12FA001-AC4F-418D-AE19-62706E023703}">
                      <ahyp:hlinkClr xmlns:ahyp="http://schemas.microsoft.com/office/drawing/2018/hyperlinkcolor" val="tx"/>
                    </a:ext>
                  </a:extLst>
                </a:hlinkClick>
              </a:rPr>
              <a:t>Chemical</a:t>
            </a:r>
            <a:endParaRPr lang="en-US" sz="1600" dirty="0"/>
          </a:p>
          <a:p>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11" invalidUrl="" action="" tgtFrame="" tooltip="" history="1" highlightClick="0" endSnd="0">
                  <a:extLst>
                    <a:ext uri="{A12FA001-AC4F-418D-AE19-62706E023703}">
                      <ahyp:hlinkClr xmlns:ahyp="http://schemas.microsoft.com/office/drawing/2018/hyperlinkcolor" val="tx"/>
                    </a:ext>
                  </a:extLst>
                </a:hlinkClick>
              </a:rPr>
              <a:t>Agribusiness</a:t>
            </a:r>
            <a:endParaRPr lang="en-US" sz="1600" dirty="0"/>
          </a:p>
          <a:p>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12" invalidUrl="" action="" tgtFrame="" tooltip="" history="1" highlightClick="0" endSnd="0">
                  <a:extLst>
                    <a:ext uri="{A12FA001-AC4F-418D-AE19-62706E023703}">
                      <ahyp:hlinkClr xmlns:ahyp="http://schemas.microsoft.com/office/drawing/2018/hyperlinkcolor" val="tx"/>
                    </a:ext>
                  </a:extLst>
                </a:hlinkClick>
              </a:rPr>
              <a:t>Global Intelligence and Analytics (GIA), formerly Economics and Country Risk (ECR)</a:t>
            </a:r>
            <a:endParaRPr lang="en-US" sz="1600" dirty="0"/>
          </a:p>
          <a:p>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13" invalidUrl="" action="" tgtFrame="" tooltip="" history="1" highlightClick="0" endSnd="0">
                  <a:extLst>
                    <a:ext uri="{A12FA001-AC4F-418D-AE19-62706E023703}">
                      <ahyp:hlinkClr xmlns:ahyp="http://schemas.microsoft.com/office/drawing/2018/hyperlinkcolor" val="tx"/>
                    </a:ext>
                  </a:extLst>
                </a:hlinkClick>
              </a:rPr>
              <a:t>Maritime &amp; Trade</a:t>
            </a:r>
            <a:endParaRPr lang="en-US" sz="1600" dirty="0"/>
          </a:p>
          <a:p>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14" invalidUrl="" action="" tgtFrame="" tooltip="" history="1" highlightClick="0" endSnd="0">
                  <a:extLst>
                    <a:ext uri="{A12FA001-AC4F-418D-AE19-62706E023703}">
                      <ahyp:hlinkClr xmlns:ahyp="http://schemas.microsoft.com/office/drawing/2018/hyperlinkcolor" val="tx"/>
                    </a:ext>
                  </a:extLst>
                </a:hlinkClick>
              </a:rPr>
              <a:t>Financial Institutions (FI)</a:t>
            </a:r>
            <a:endParaRPr lang="en-US" sz="1600" dirty="0"/>
          </a:p>
          <a:p>
            <a:pPr algn="l" indent="0" marL="0">
              <a:spcAft>
                <a:spcPts val="600"/>
              </a:spcAft>
              <a:buNone/>
            </a:pPr>
            <a:r>
              <a:rPr lang="en-US" sz="1400" dirty="0">
                <a:solidFill>
                  <a:srgbClr val="000000"/>
                </a:solidFill>
                <a:latin typeface="Arial" pitchFamily="34" charset="0"/>
                <a:ea typeface="Arial" pitchFamily="34" charset="-122"/>
                <a:cs typeface="Arial" pitchFamily="34" charset="-120"/>
              </a:rPr>
              <a:t>Telecommunications, Media &amp; Technology (TMT)**</a:t>
            </a:r>
            <a:endParaRPr lang="en-US" sz="1600" dirty="0"/>
          </a:p>
          <a:p>
            <a:pPr algn="l" indent="0" marL="0">
              <a:spcAft>
                <a:spcPts val="600"/>
              </a:spcAft>
              <a:buNone/>
            </a:pPr>
            <a:r>
              <a:rPr lang="en-US" sz="1400" dirty="0">
                <a:solidFill>
                  <a:srgbClr val="000000"/>
                </a:solidFill>
                <a:latin typeface="Arial" pitchFamily="34" charset="0"/>
                <a:ea typeface="Arial" pitchFamily="34" charset="-122"/>
                <a:cs typeface="Arial" pitchFamily="34" charset="-120"/>
              </a:rPr>
              <a:t>Ratings***</a:t>
            </a:r>
            <a:endParaRPr lang="en-US" sz="1600" dirty="0"/>
          </a:p>
          <a:p>
            <a:pPr algn="l" indent="0" marL="0">
              <a:spcAft>
                <a:spcPts val="600"/>
              </a:spcAft>
              <a:buNone/>
            </a:pPr>
            <a:r>
              <a:rPr lang="en-US" sz="1400" dirty="0">
                <a:solidFill>
                  <a:srgbClr val="000000"/>
                </a:solidFill>
                <a:latin typeface="Arial" pitchFamily="34" charset="0"/>
                <a:ea typeface="Arial" pitchFamily="34" charset="-122"/>
                <a:cs typeface="Arial" pitchFamily="34" charset="-120"/>
              </a:rPr>
              <a:t>Sustainable1***</a:t>
            </a:r>
            <a:endParaRPr lang="en-US" sz="1600" dirty="0"/>
          </a:p>
          <a:p>
            <a:pPr algn="l" indent="0" marL="0">
              <a:spcBef>
                <a:spcPts val="1200"/>
              </a:spcBef>
              <a:spcAft>
                <a:spcPts val="600"/>
              </a:spcAft>
              <a:buNone/>
            </a:pPr>
            <a:r>
              <a:rPr lang="en-US" sz="1600" b="1" dirty="0">
                <a:solidFill>
                  <a:srgbClr val="000000"/>
                </a:solidFill>
                <a:latin typeface="Arial" pitchFamily="34" charset="0"/>
                <a:ea typeface="Arial" pitchFamily="34" charset="-122"/>
                <a:cs typeface="Arial" pitchFamily="34" charset="-120"/>
              </a:rPr>
              <a:t>Get EDP PowerPoint Utility Add-in</a:t>
            </a:r>
            <a:endParaRPr lang="en-US" sz="1600" dirty="0"/>
          </a:p>
          <a:p>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15" invalidUrl="" action="" tgtFrame="" tooltip="" history="1" highlightClick="0" endSnd="0">
                  <a:extLst>
                    <a:ext uri="{A12FA001-AC4F-418D-AE19-62706E023703}">
                      <ahyp:hlinkClr xmlns:ahyp="http://schemas.microsoft.com/office/drawing/2018/hyperlinkcolor" val="tx"/>
                    </a:ext>
                  </a:extLst>
                </a:hlinkClick>
              </a:rPr>
              <a:t>Windows 11 users</a:t>
            </a:r>
            <a:endParaRPr lang="en-US" sz="1600" dirty="0"/>
          </a:p>
          <a:p>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16" invalidUrl="" action="" tgtFrame="" tooltip="" history="1" highlightClick="0" endSnd="0">
                  <a:extLst>
                    <a:ext uri="{A12FA001-AC4F-418D-AE19-62706E023703}">
                      <ahyp:hlinkClr xmlns:ahyp="http://schemas.microsoft.com/office/drawing/2018/hyperlinkcolor" val="tx"/>
                    </a:ext>
                  </a:extLst>
                </a:hlinkClick>
              </a:rPr>
              <a:t>I'm not on Windows 11 yet</a:t>
            </a:r>
            <a:endParaRPr lang="en-US" sz="1600" dirty="0"/>
          </a:p>
        </p:txBody>
      </p:sp>
      <p:sp>
        <p:nvSpPr>
          <p:cNvPr id="7" name="Text 4"/>
          <p:cNvSpPr/>
          <p:nvPr/>
        </p:nvSpPr>
        <p:spPr>
          <a:xfrm>
            <a:off x="566928" y="5687568"/>
            <a:ext cx="11064240" cy="521208"/>
          </a:xfrm>
          <a:prstGeom prst="rect">
            <a:avLst/>
          </a:prstGeom>
          <a:noFill/>
          <a:ln/>
        </p:spPr>
        <p:txBody>
          <a:bodyPr wrap="square" lIns="0" tIns="0" rIns="0" bIns="0" rtlCol="0" anchor="b"/>
          <a:lstStyle/>
          <a:p>
            <a:pPr algn="l" indent="0" marL="0">
              <a:buNone/>
            </a:pPr>
            <a:r>
              <a:rPr lang="en-US" sz="700" dirty="0">
                <a:solidFill>
                  <a:srgbClr val="000000"/>
                </a:solidFill>
                <a:latin typeface="Arial" pitchFamily="34" charset="0"/>
                <a:ea typeface="Arial" pitchFamily="34" charset="-122"/>
                <a:cs typeface="Arial" pitchFamily="34" charset="-120"/>
              </a:rPr>
              <a:t>* If your content is published on Platts Connect in the first instance, contact </a:t>
            </a:r>
            <a:pPr algn="l" indent="0" marL="0">
              <a:buNone/>
            </a:pPr>
            <a:r>
              <a:rPr lang="en-US" sz="700" u="sng" dirty="0">
                <a:solidFill>
                  <a:srgbClr val="0F82AF"/>
                </a:solidFill>
                <a:latin typeface="Arial" pitchFamily="34" charset="0"/>
                <a:ea typeface="Arial" pitchFamily="34" charset="-122"/>
                <a:cs typeface="Arial" pitchFamily="34" charset="-120"/>
                <a:hlinkClick r:id="rId17" invalidUrl="" action="" tgtFrame="" tooltip="" history="1" highlightClick="0" endSnd="0">
                  <a:extLst>
                    <a:ext uri="{A12FA001-AC4F-418D-AE19-62706E023703}">
                      <ahyp:hlinkClr xmlns:ahyp="http://schemas.microsoft.com/office/drawing/2018/hyperlinkcolor" val="tx"/>
                    </a:ext>
                  </a:extLst>
                </a:hlinkClick>
              </a:rPr>
              <a:t>publish.pira@spglobal.com</a:t>
            </a:r>
            <a:pPr algn="l" indent="0" marL="0">
              <a:spcAft>
                <a:spcPts val="200"/>
              </a:spcAft>
              <a:buNone/>
            </a:pPr>
            <a:r>
              <a:rPr lang="en-US" sz="700" dirty="0">
                <a:solidFill>
                  <a:srgbClr val="000000"/>
                </a:solidFill>
                <a:latin typeface="Arial" pitchFamily="34" charset="0"/>
                <a:ea typeface="Arial" pitchFamily="34" charset="-122"/>
                <a:cs typeface="Arial" pitchFamily="34" charset="-120"/>
              </a:rPr>
              <a:t>.</a:t>
            </a:r>
            <a:endParaRPr lang="en-US" sz="700" dirty="0"/>
          </a:p>
          <a:p>
            <a:pPr algn="l" indent="0" marL="0">
              <a:buNone/>
            </a:pPr>
            <a:r>
              <a:rPr lang="en-US" sz="700" u="sng" dirty="0">
                <a:solidFill>
                  <a:srgbClr val="0F82AF"/>
                </a:solidFill>
                <a:latin typeface="Arial" pitchFamily="34" charset="0"/>
                <a:ea typeface="Arial" pitchFamily="34" charset="-122"/>
                <a:cs typeface="Arial" pitchFamily="34" charset="-120"/>
                <a:hlinkClick r:id="rId18" invalidUrl="" action="" tgtFrame="" tooltip="" history="1" highlightClick="0" endSnd="0">
                  <a:extLst>
                    <a:ext uri="{A12FA001-AC4F-418D-AE19-62706E023703}">
                      <ahyp:hlinkClr xmlns:ahyp="http://schemas.microsoft.com/office/drawing/2018/hyperlinkcolor" val="tx"/>
                    </a:ext>
                  </a:extLst>
                </a:hlinkClick>
              </a:rPr>
              <a:t>** 451 Editorial</a:t>
            </a:r>
            <a:pPr algn="l" indent="0" marL="0">
              <a:buNone/>
            </a:pPr>
            <a:r>
              <a:rPr lang="en-US" sz="700" dirty="0">
                <a:solidFill>
                  <a:srgbClr val="000000"/>
                </a:solidFill>
                <a:latin typeface="Arial" pitchFamily="34" charset="0"/>
                <a:ea typeface="Arial" pitchFamily="34" charset="-122"/>
                <a:cs typeface="Arial" pitchFamily="34" charset="-120"/>
              </a:rPr>
              <a:t> | </a:t>
            </a:r>
            <a:pPr algn="l" indent="0" marL="0">
              <a:spcAft>
                <a:spcPts val="200"/>
              </a:spcAft>
              <a:buNone/>
            </a:pPr>
            <a:r>
              <a:rPr lang="en-US" sz="700" u="sng" dirty="0">
                <a:solidFill>
                  <a:srgbClr val="0F82AF"/>
                </a:solidFill>
                <a:latin typeface="Arial" pitchFamily="34" charset="0"/>
                <a:ea typeface="Arial" pitchFamily="34" charset="-122"/>
                <a:cs typeface="Arial" pitchFamily="34" charset="-120"/>
                <a:hlinkClick r:id="rId19" invalidUrl="" action="" tgtFrame="" tooltip="" history="1" highlightClick="0" endSnd="0">
                  <a:extLst>
                    <a:ext uri="{A12FA001-AC4F-418D-AE19-62706E023703}">
                      <ahyp:hlinkClr xmlns:ahyp="http://schemas.microsoft.com/office/drawing/2018/hyperlinkcolor" val="tx"/>
                    </a:ext>
                  </a:extLst>
                </a:hlinkClick>
              </a:rPr>
              <a:t>Research Editorial (CapIQ Pro)</a:t>
            </a:r>
            <a:endParaRPr lang="en-US" sz="700" dirty="0"/>
          </a:p>
          <a:p>
            <a:pPr algn="l" indent="0" marL="0">
              <a:buNone/>
            </a:pPr>
            <a:r>
              <a:rPr lang="en-US" sz="700" dirty="0">
                <a:solidFill>
                  <a:srgbClr val="000000"/>
                </a:solidFill>
                <a:latin typeface="Arial" pitchFamily="34" charset="0"/>
                <a:ea typeface="Arial" pitchFamily="34" charset="-122"/>
                <a:cs typeface="Arial" pitchFamily="34" charset="-120"/>
              </a:rPr>
              <a:t>*** While EDP does not provide editing services specifically for the Ratings and Sustainable1 divisions, we do offer cross-divisional content editing services. For more details, contact </a:t>
            </a:r>
            <a:pPr algn="l" indent="0" marL="0">
              <a:buNone/>
            </a:pPr>
            <a:r>
              <a:rPr lang="en-US" sz="700" u="sng" dirty="0">
                <a:solidFill>
                  <a:srgbClr val="0F82AF"/>
                </a:solidFill>
                <a:latin typeface="Arial" pitchFamily="34" charset="0"/>
                <a:ea typeface="Arial" pitchFamily="34" charset="-122"/>
                <a:cs typeface="Arial" pitchFamily="34" charset="-120"/>
                <a:hlinkClick r:id="rId20" invalidUrl="" action="" tgtFrame="" tooltip="" history="1" highlightClick="0" endSnd="0">
                  <a:extLst>
                    <a:ext uri="{A12FA001-AC4F-418D-AE19-62706E023703}">
                      <ahyp:hlinkClr xmlns:ahyp="http://schemas.microsoft.com/office/drawing/2018/hyperlinkcolor" val="tx"/>
                    </a:ext>
                  </a:extLst>
                </a:hlinkClick>
              </a:rPr>
              <a:t>mark.pengelly@spglobal.com</a:t>
            </a:r>
            <a:pPr algn="l" indent="0" marL="0">
              <a:spcAft>
                <a:spcPts val="200"/>
              </a:spcAft>
              <a:buNone/>
            </a:pPr>
            <a:r>
              <a:rPr lang="en-US" sz="700" dirty="0">
                <a:solidFill>
                  <a:srgbClr val="000000"/>
                </a:solidFill>
                <a:latin typeface="Arial" pitchFamily="34" charset="0"/>
                <a:ea typeface="Arial" pitchFamily="34" charset="-122"/>
                <a:cs typeface="Arial" pitchFamily="34" charset="-120"/>
              </a:rPr>
              <a:t>.</a:t>
            </a:r>
            <a:endParaRPr lang="en-US" sz="700" dirty="0"/>
          </a:p>
          <a:p>
            <a:pPr algn="l" indent="0" marL="0">
              <a:spcAft>
                <a:spcPts val="200"/>
              </a:spcAft>
              <a:buNone/>
            </a:pPr>
            <a:r>
              <a:rPr lang="en-US" sz="700" dirty="0">
                <a:solidFill>
                  <a:srgbClr val="000000"/>
                </a:solidFill>
                <a:latin typeface="Arial" pitchFamily="34" charset="0"/>
                <a:ea typeface="Arial" pitchFamily="34" charset="-122"/>
                <a:cs typeface="Arial" pitchFamily="34" charset="-120"/>
              </a:rPr>
              <a:t>Authentication required to access certain links.</a:t>
            </a:r>
            <a:endParaRPr lang="en-US" sz="700" dirty="0"/>
          </a:p>
        </p:txBody>
      </p:sp>
      <p:sp>
        <p:nvSpPr>
          <p:cNvPr id="8" name="Text 0"/>
          <p:cNvSpPr/>
          <p:nvPr>
            <p:ph idx="20" type="ftr" hasCustomPrompt="1"/>
          </p:nvPr>
        </p:nvSpPr>
        <p:spPr/>
        <p:txBody>
          <a:bodyPr wrap="none" rtlCol="0" anchor="ctr"/>
          <a:lstStyle/>
          <a:p>
            <a:pPr algn="r" indent="0" marL="0">
              <a:buNone/>
            </a:pP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sldNum" hasCustomPrompt="1"/>
          </p:nvPr>
        </p:nvSpPr>
        <p:spPr/>
        <p:txBody>
          <a:bodyPr/>
          <a:lstStyle/>
          <a:p>
            <a:r>
              <a:rPr lang="en-US" dirty="0"/>
              <a:t>8</a:t>
            </a:r>
            <a:endParaRPr lang="en-US" dirty="0"/>
          </a:p>
        </p:txBody>
      </p:sp>
    </p:spTree>
  </p:cSld>
  <p:clrMapOvr>
    <a:masterClrMapping/>
  </p:clrMapOvr>
</p:sld>
</file>

<file path=ppt/theme/theme1.xml><?xml version="1.0" encoding="utf-8"?>
<a:theme xmlns:a="http://schemas.openxmlformats.org/drawingml/2006/main" name="S-P Global EDP 2026 16-9">
  <a:themeElements>
    <a:clrScheme name="Custom 11">
      <a:dk1>
        <a:srgbClr val="000000"/>
      </a:dk1>
      <a:lt1>
        <a:sysClr val="window" lastClr="FFFFFF"/>
      </a:lt1>
      <a:dk2>
        <a:srgbClr val="404040"/>
      </a:dk2>
      <a:lt2>
        <a:srgbClr val="DCDCDC"/>
      </a:lt2>
      <a:accent1>
        <a:srgbClr val="D6002A"/>
      </a:accent1>
      <a:accent2>
        <a:srgbClr val="000000"/>
      </a:accent2>
      <a:accent3>
        <a:srgbClr val="C2C2C2"/>
      </a:accent3>
      <a:accent4>
        <a:srgbClr val="9E8D73"/>
      </a:accent4>
      <a:accent5>
        <a:srgbClr val="C7DAE0"/>
      </a:accent5>
      <a:accent6>
        <a:srgbClr val="EDF86F"/>
      </a:accent6>
      <a:hlink>
        <a:srgbClr val="0F82AF"/>
      </a:hlink>
      <a:folHlink>
        <a:srgbClr val="0D6E95"/>
      </a:folHlink>
    </a:clrScheme>
    <a:fontScheme name="SP Global Font Theme">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spcAft>
            <a:spcPts val="200"/>
          </a:spcAft>
          <a:defRPr sz="14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spcAft>
            <a:spcPts val="200"/>
          </a:spcAft>
          <a:defRPr sz="1400" dirty="0" err="1" smtClean="0"/>
        </a:defPPr>
      </a:lstStyle>
    </a:txDef>
  </a:objectDefaults>
  <a:extraClrSchemeLst/>
  <a:custClrLst>
    <a:custClr name="Ocean 7">
      <a:srgbClr val="006D89"/>
    </a:custClr>
    <a:custClr name="Gold 7B">
      <a:srgbClr val="DC7900"/>
    </a:custClr>
    <a:custClr name="Magenta 7">
      <a:srgbClr val="B92051"/>
    </a:custClr>
    <a:custClr name="Purple 9">
      <a:srgbClr val="501555"/>
    </a:custClr>
    <a:custClr name="Teal 7">
      <a:srgbClr val="0F9E7A"/>
    </a:custClr>
    <a:custClr name="Ocean 9">
      <a:srgbClr val="00495B"/>
    </a:custClr>
    <a:custClr name="Orange 7">
      <a:srgbClr val="C94100"/>
    </a:custClr>
    <a:custClr name="Blue 8">
      <a:srgbClr val="1D3BAA"/>
    </a:custClr>
    <a:custClr name="Magenta 5">
      <a:srgbClr val="CD6083"/>
    </a:custClr>
    <a:custClr name="Green 9">
      <a:srgbClr val="125E1F"/>
    </a:custClr>
    <a:custClr name="Gray 7B">
      <a:srgbClr val="929497"/>
    </a:custClr>
    <a:custClr name="Purple 7">
      <a:srgbClr val="782080"/>
    </a:custClr>
    <a:custClr name="Blue 5">
      <a:srgbClr val="7284CA"/>
    </a:custClr>
    <a:custClr name="Gold 9">
      <a:srgbClr val="9D5700"/>
    </a:custClr>
    <a:custClr name="Purple 4">
      <a:srgbClr val="B280B6"/>
    </a:custClr>
    <a:custClr name="Blue 6">
      <a:srgbClr val="566CBF"/>
    </a:custClr>
    <a:custClr name="Ocean 4">
      <a:srgbClr val="6CABBB"/>
    </a:custClr>
    <a:custClr name="Ochre 7">
      <a:srgbClr val="C18B28"/>
    </a:custClr>
    <a:custClr name="Green 6">
      <a:srgbClr val="3C9D4D"/>
    </a:custClr>
    <a:custClr name="Maroon 9">
      <a:srgbClr val="6B0F01"/>
    </a:custClr>
    <a:custClr name="Positive">
      <a:srgbClr val="167527"/>
    </a:custClr>
    <a:custClr name="Somewhat Positive">
      <a:srgbClr val="9DCEA6"/>
    </a:custClr>
    <a:custClr name="Neutral/No Change">
      <a:srgbClr val="BBBDBF"/>
    </a:custClr>
    <a:custClr name="Neutral alt.">
      <a:srgbClr val="4997AB"/>
    </a:custClr>
    <a:custClr name="Somewhat Negative">
      <a:srgbClr val="D79B93"/>
    </a:custClr>
    <a:custClr name="Negative">
      <a:srgbClr val="B20023"/>
    </a:custClr>
    <a:custClr name="Gray 2B">
      <a:srgbClr val="F1F1F2"/>
    </a:custClr>
    <a:custClr name="Gray 4B">
      <a:srgbClr val="D0D2D3"/>
    </a:custClr>
    <a:custClr name="Gray 6B">
      <a:srgbClr val="A6A8AB"/>
    </a:custClr>
    <a:custClr name="Gray 8B">
      <a:srgbClr val="808184"/>
    </a:custClr>
    <a:custClr name="Orange 10">
      <a:srgbClr val="652100"/>
    </a:custClr>
    <a:custClr name="Orange 8">
      <a:srgbClr val="A73600"/>
    </a:custClr>
    <a:custClr name="Orange 6">
      <a:srgbClr val="D15C24"/>
    </a:custClr>
    <a:custClr name="Orange 4">
      <a:srgbClr val="E0926D"/>
    </a:custClr>
    <a:custClr name="Orange 2">
      <a:srgbClr val="F0C9B6"/>
    </a:custClr>
    <a:custClr name="Ocean 2">
      <a:srgbClr val="B6D5DD"/>
    </a:custClr>
    <a:custClr name="Ocean 4">
      <a:srgbClr val="6CABBB"/>
    </a:custClr>
    <a:custClr name="Ocean 6">
      <a:srgbClr val="24829A"/>
    </a:custClr>
    <a:custClr name="Ocean 8">
      <a:srgbClr val="005B72"/>
    </a:custClr>
    <a:custClr name="Ocean 10">
      <a:srgbClr val="003745"/>
    </a:custClr>
    <a:custClr name="Gold 10">
      <a:srgbClr val="764100"/>
    </a:custClr>
    <a:custClr name="Gold 8">
      <a:srgbClr val="C56C00"/>
    </a:custClr>
    <a:custClr name="Gold 6">
      <a:srgbClr val="EF9424"/>
    </a:custClr>
    <a:custClr name="Gold 4">
      <a:srgbClr val="F4B86D"/>
    </a:custClr>
    <a:custClr name="Gold 2">
      <a:srgbClr val="FADBB6"/>
    </a:custClr>
    <a:custClr name="Purple 2">
      <a:srgbClr val="D8BFDB"/>
    </a:custClr>
    <a:custClr name="Purple 4">
      <a:srgbClr val="B280B6"/>
    </a:custClr>
    <a:custClr name="Purple 6">
      <a:srgbClr val="8B4092"/>
    </a:custClr>
    <a:custClr name="Purple 8">
      <a:srgbClr val="641B6B"/>
    </a:custClr>
    <a:custClr name="Purple 10">
      <a:srgbClr val="3C1040"/>
    </a:custClr>
  </a:custClrLst>
  <a:extLst>
    <a:ext uri="{05A4C25C-085E-4340-85A3-A5531E510DB2}">
      <thm15:themeFamily xmlns:thm15="http://schemas.microsoft.com/office/thememl/2012/main" name="Presentation5" id="{2246ED3B-99E0-40E6-9790-ACF4666AB2EF}" vid="{E3EFB520-E477-43E8-A3C8-1D545409AD89}"/>
    </a:ext>
  </a:extLst>
</a:theme>
</file>

<file path=ppt/theme/theme2.xml><?xml version="1.0" encoding="utf-8"?>
<a:theme xmlns:a="http://schemas.openxmlformats.org/drawingml/2006/main" name="S-P Global EDP 2026 16-9">
  <a:themeElements>
    <a:clrScheme name="Custom 11">
      <a:dk1>
        <a:srgbClr val="000000"/>
      </a:dk1>
      <a:lt1>
        <a:sysClr val="window" lastClr="FFFFFF"/>
      </a:lt1>
      <a:dk2>
        <a:srgbClr val="404040"/>
      </a:dk2>
      <a:lt2>
        <a:srgbClr val="DCDCDC"/>
      </a:lt2>
      <a:accent1>
        <a:srgbClr val="D6002A"/>
      </a:accent1>
      <a:accent2>
        <a:srgbClr val="000000"/>
      </a:accent2>
      <a:accent3>
        <a:srgbClr val="C2C2C2"/>
      </a:accent3>
      <a:accent4>
        <a:srgbClr val="9E8D73"/>
      </a:accent4>
      <a:accent5>
        <a:srgbClr val="C7DAE0"/>
      </a:accent5>
      <a:accent6>
        <a:srgbClr val="EDF86F"/>
      </a:accent6>
      <a:hlink>
        <a:srgbClr val="0F82AF"/>
      </a:hlink>
      <a:folHlink>
        <a:srgbClr val="0D6E95"/>
      </a:folHlink>
    </a:clrScheme>
    <a:fontScheme name="SP Global Font Theme">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spcAft>
            <a:spcPts val="200"/>
          </a:spcAft>
          <a:defRPr sz="14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spcAft>
            <a:spcPts val="200"/>
          </a:spcAft>
          <a:defRPr sz="1400" dirty="0" err="1" smtClean="0"/>
        </a:defPPr>
      </a:lstStyle>
    </a:txDef>
  </a:objectDefaults>
  <a:extraClrSchemeLst/>
  <a:custClrLst>
    <a:custClr name="Ocean 7">
      <a:srgbClr val="006D89"/>
    </a:custClr>
    <a:custClr name="Gold 7B">
      <a:srgbClr val="DC7900"/>
    </a:custClr>
    <a:custClr name="Magenta 7">
      <a:srgbClr val="B92051"/>
    </a:custClr>
    <a:custClr name="Purple 9">
      <a:srgbClr val="501555"/>
    </a:custClr>
    <a:custClr name="Teal 7">
      <a:srgbClr val="0F9E7A"/>
    </a:custClr>
    <a:custClr name="Ocean 9">
      <a:srgbClr val="00495B"/>
    </a:custClr>
    <a:custClr name="Orange 7">
      <a:srgbClr val="C94100"/>
    </a:custClr>
    <a:custClr name="Blue 8">
      <a:srgbClr val="1D3BAA"/>
    </a:custClr>
    <a:custClr name="Magenta 5">
      <a:srgbClr val="CD6083"/>
    </a:custClr>
    <a:custClr name="Green 9">
      <a:srgbClr val="125E1F"/>
    </a:custClr>
    <a:custClr name="Gray 7B">
      <a:srgbClr val="929497"/>
    </a:custClr>
    <a:custClr name="Purple 7">
      <a:srgbClr val="782080"/>
    </a:custClr>
    <a:custClr name="Blue 5">
      <a:srgbClr val="7284CA"/>
    </a:custClr>
    <a:custClr name="Gold 9">
      <a:srgbClr val="9D5700"/>
    </a:custClr>
    <a:custClr name="Purple 4">
      <a:srgbClr val="B280B6"/>
    </a:custClr>
    <a:custClr name="Blue 6">
      <a:srgbClr val="566CBF"/>
    </a:custClr>
    <a:custClr name="Ocean 4">
      <a:srgbClr val="6CABBB"/>
    </a:custClr>
    <a:custClr name="Ochre 7">
      <a:srgbClr val="C18B28"/>
    </a:custClr>
    <a:custClr name="Green 6">
      <a:srgbClr val="3C9D4D"/>
    </a:custClr>
    <a:custClr name="Maroon 9">
      <a:srgbClr val="6B0F01"/>
    </a:custClr>
    <a:custClr name="Positive">
      <a:srgbClr val="167527"/>
    </a:custClr>
    <a:custClr name="Somewhat Positive">
      <a:srgbClr val="9DCEA6"/>
    </a:custClr>
    <a:custClr name="Neutral/No Change">
      <a:srgbClr val="BBBDBF"/>
    </a:custClr>
    <a:custClr name="Neutral alt.">
      <a:srgbClr val="4997AB"/>
    </a:custClr>
    <a:custClr name="Somewhat Negative">
      <a:srgbClr val="D79B93"/>
    </a:custClr>
    <a:custClr name="Negative">
      <a:srgbClr val="B20023"/>
    </a:custClr>
    <a:custClr name="Gray 2B">
      <a:srgbClr val="F1F1F2"/>
    </a:custClr>
    <a:custClr name="Gray 4B">
      <a:srgbClr val="D0D2D3"/>
    </a:custClr>
    <a:custClr name="Gray 6B">
      <a:srgbClr val="A6A8AB"/>
    </a:custClr>
    <a:custClr name="Gray 8B">
      <a:srgbClr val="808184"/>
    </a:custClr>
    <a:custClr name="Orange 10">
      <a:srgbClr val="652100"/>
    </a:custClr>
    <a:custClr name="Orange 8">
      <a:srgbClr val="A73600"/>
    </a:custClr>
    <a:custClr name="Orange 6">
      <a:srgbClr val="D15C24"/>
    </a:custClr>
    <a:custClr name="Orange 4">
      <a:srgbClr val="E0926D"/>
    </a:custClr>
    <a:custClr name="Orange 2">
      <a:srgbClr val="F0C9B6"/>
    </a:custClr>
    <a:custClr name="Ocean 2">
      <a:srgbClr val="B6D5DD"/>
    </a:custClr>
    <a:custClr name="Ocean 4">
      <a:srgbClr val="6CABBB"/>
    </a:custClr>
    <a:custClr name="Ocean 6">
      <a:srgbClr val="24829A"/>
    </a:custClr>
    <a:custClr name="Ocean 8">
      <a:srgbClr val="005B72"/>
    </a:custClr>
    <a:custClr name="Ocean 10">
      <a:srgbClr val="003745"/>
    </a:custClr>
    <a:custClr name="Gold 10">
      <a:srgbClr val="764100"/>
    </a:custClr>
    <a:custClr name="Gold 8">
      <a:srgbClr val="C56C00"/>
    </a:custClr>
    <a:custClr name="Gold 6">
      <a:srgbClr val="EF9424"/>
    </a:custClr>
    <a:custClr name="Gold 4">
      <a:srgbClr val="F4B86D"/>
    </a:custClr>
    <a:custClr name="Gold 2">
      <a:srgbClr val="FADBB6"/>
    </a:custClr>
    <a:custClr name="Purple 2">
      <a:srgbClr val="D8BFDB"/>
    </a:custClr>
    <a:custClr name="Purple 4">
      <a:srgbClr val="B280B6"/>
    </a:custClr>
    <a:custClr name="Purple 6">
      <a:srgbClr val="8B4092"/>
    </a:custClr>
    <a:custClr name="Purple 8">
      <a:srgbClr val="641B6B"/>
    </a:custClr>
    <a:custClr name="Purple 10">
      <a:srgbClr val="3C1040"/>
    </a:custClr>
  </a:custClrLst>
  <a:extLst>
    <a:ext uri="{05A4C25C-085E-4340-85A3-A5531E510DB2}">
      <thm15:themeFamily xmlns:thm15="http://schemas.microsoft.com/office/thememl/2012/main" name="Presentation5" id="{2246ED3B-99E0-40E6-9790-ACF4666AB2EF}" vid="{E3EFB520-E477-43E8-A3C8-1D545409AD89}"/>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62C5AB5430BD29468005F138BAADFA30" ma:contentTypeVersion="15" ma:contentTypeDescription="Create a new document." ma:contentTypeScope="" ma:versionID="7de2ce1e39f42d4a99ebe0e0f8827e51">
  <xsd:schema xmlns:xsd="http://www.w3.org/2001/XMLSchema" xmlns:xs="http://www.w3.org/2001/XMLSchema" xmlns:p="http://schemas.microsoft.com/office/2006/metadata/properties" xmlns:ns2="a7b088f9-5bd5-4bdb-b5bc-dcadbd2c3ab5" xmlns:ns3="01a85018-e850-4e17-bfd2-3567c6643c53" targetNamespace="http://schemas.microsoft.com/office/2006/metadata/properties" ma:root="true" ma:fieldsID="7e13d9ee660cffcd5a275efdf1209c88" ns2:_="" ns3:_="">
    <xsd:import namespace="a7b088f9-5bd5-4bdb-b5bc-dcadbd2c3ab5"/>
    <xsd:import namespace="01a85018-e850-4e17-bfd2-3567c6643c53"/>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SearchProperties" minOccurs="0"/>
                <xsd:element ref="ns2:MediaServiceDateTaken" minOccurs="0"/>
                <xsd:element ref="ns2:MediaLengthInSeconds" minOccurs="0"/>
                <xsd:element ref="ns3:SharedWithUsers" minOccurs="0"/>
                <xsd:element ref="ns3:SharedWithDetails" minOccurs="0"/>
                <xsd:element ref="ns2:Commen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7b088f9-5bd5-4bdb-b5bc-dcadbd2c3ab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lcf76f155ced4ddcb4097134ff3c332f" ma:index="12" nillable="true" ma:taxonomy="true" ma:internalName="lcf76f155ced4ddcb4097134ff3c332f" ma:taxonomyFieldName="MediaServiceImageTags" ma:displayName="Image Tags" ma:readOnly="false" ma:fieldId="{5cf76f15-5ced-4ddc-b409-7134ff3c332f}" ma:taxonomyMulti="true" ma:sspId="76f79bde-b34b-4e33-a562-f79c102b9a25" ma:termSetId="09814cd3-568e-fe90-9814-8d621ff8fb84" ma:anchorId="fba54fb3-c3e1-fe81-a776-ca4b69148c4d" ma:open="true" ma:isKeyword="false">
      <xsd:complexType>
        <xsd:sequence>
          <xsd:element ref="pc:Terms" minOccurs="0" maxOccurs="1"/>
        </xsd:sequence>
      </xsd:complex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SearchProperties" ma:index="17" nillable="true" ma:displayName="MediaServiceSearchProperties" ma:hidden="true" ma:internalName="MediaServiceSearchProperties" ma:readOnly="true">
      <xsd:simpleType>
        <xsd:restriction base="dms:Note"/>
      </xsd:simpleType>
    </xsd:element>
    <xsd:element name="MediaServiceDateTaken" ma:index="18" nillable="true" ma:displayName="MediaServiceDateTaken" ma:hidden="true" ma:indexed="true" ma:internalName="MediaServiceDateTaken"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element name="Comments" ma:index="22" nillable="true" ma:displayName="Comments" ma:format="Dropdown" ma:internalName="Comments">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01a85018-e850-4e17-bfd2-3567c6643c53" elementFormDefault="qualified">
    <xsd:import namespace="http://schemas.microsoft.com/office/2006/documentManagement/types"/>
    <xsd:import namespace="http://schemas.microsoft.com/office/infopath/2007/PartnerControls"/>
    <xsd:element name="TaxCatchAll" ma:index="13" nillable="true" ma:displayName="Taxonomy Catch All Column" ma:hidden="true" ma:list="{babc1d86-633d-4d0d-b314-85c2f607d569}" ma:internalName="TaxCatchAll" ma:showField="CatchAllData" ma:web="01a85018-e850-4e17-bfd2-3567c6643c53">
      <xsd:complexType>
        <xsd:complexContent>
          <xsd:extension base="dms:MultiChoiceLookup">
            <xsd:sequence>
              <xsd:element name="Value" type="dms:Lookup" maxOccurs="unbounded" minOccurs="0" nillable="true"/>
            </xsd:sequence>
          </xsd:extension>
        </xsd:complexContent>
      </xsd:complexType>
    </xsd:element>
    <xsd:element name="SharedWithUsers" ma:index="2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Comments xmlns="a7b088f9-5bd5-4bdb-b5bc-dcadbd2c3ab5" xsi:nil="true"/>
    <lcf76f155ced4ddcb4097134ff3c332f xmlns="a7b088f9-5bd5-4bdb-b5bc-dcadbd2c3ab5">
      <Terms xmlns="http://schemas.microsoft.com/office/infopath/2007/PartnerControls"/>
    </lcf76f155ced4ddcb4097134ff3c332f>
    <TaxCatchAll xmlns="01a85018-e850-4e17-bfd2-3567c6643c53"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5DECA40-D451-42EC-9D61-C2385E9DF4FE}">
  <ds:schemaRefs>
    <ds:schemaRef ds:uri="01a85018-e850-4e17-bfd2-3567c6643c53"/>
    <ds:schemaRef ds:uri="a7b088f9-5bd5-4bdb-b5bc-dcadbd2c3ab5"/>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7CBA47C7-53D1-4E5D-BD7E-65E7F707CBD7}">
  <ds:schemaRefs>
    <ds:schemaRef ds:uri="01a85018-e850-4e17-bfd2-3567c6643c53"/>
    <ds:schemaRef ds:uri="a7b088f9-5bd5-4bdb-b5bc-dcadbd2c3ab5"/>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6FFAFCF6-E24E-4BDE-8D14-94B027134BE6}">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EDP_2026_16x9_Energy</Template>
  <TotalTime>0</TotalTime>
  <Words>2021</Words>
  <Application>Microsoft Office PowerPoint</Application>
  <PresentationFormat>Widescreen</PresentationFormat>
  <Paragraphs>396</Paragraphs>
  <Slides>28</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Arial</vt:lpstr>
      <vt:lpstr>S-P Global EDP 2026 16-9</vt:lpstr>
      <vt:lpstr>S&amp;P Global Energy EDP PowerPoint template</vt:lpstr>
      <vt:lpstr>[Title max two lines, shrink to fit – must be at least 32pt]</vt:lpstr>
      <vt:lpstr>[Title max two lines, shrink to fit – must be at least 32pt]</vt:lpstr>
      <vt:lpstr>[Title max two lines, shrink to fit – must be at least 32pt]</vt:lpstr>
      <vt:lpstr>[Title max two lines, shrink to fit – must be at least 32pt]</vt:lpstr>
      <vt:lpstr>[Title max two lines, shrink to fit – must be at least 32pt]</vt:lpstr>
      <vt:lpstr>[Title max two lines, shrink to fit – must be at least 32pt]</vt:lpstr>
      <vt:lpstr>[Title max two lines, shrink to fit – must be at least 32pt]</vt:lpstr>
      <vt:lpstr>[Title max two lines, shrink to fit – must be at least 32pt]</vt:lpstr>
      <vt:lpstr>Event Type | Session Name</vt:lpstr>
      <vt:lpstr>[Presenter/Moderator/Panelist] — select a title</vt:lpstr>
      <vt:lpstr>Rules — please review carefully!</vt:lpstr>
      <vt:lpstr>Accessibility</vt:lpstr>
      <vt:lpstr>Resources</vt:lpstr>
      <vt:lpstr>Table samples</vt:lpstr>
      <vt:lpstr>Table samples</vt:lpstr>
      <vt:lpstr>Design assets</vt:lpstr>
      <vt:lpstr>Iconography</vt:lpstr>
      <vt:lpstr>Icon samples: General use</vt:lpstr>
      <vt:lpstr>Icon samples: General use</vt:lpstr>
      <vt:lpstr>Icon samples: General use</vt:lpstr>
      <vt:lpstr>Icon samples: General use</vt:lpstr>
      <vt:lpstr>Icon samples: General use</vt:lpstr>
      <vt:lpstr>Icon samples: General use</vt:lpstr>
      <vt:lpstr>Contact us</vt:lpstr>
      <vt:lpstr>PowerPoint Presentation</vt:lpstr>
      <vt:lpstr>PowerPoint Presentation</vt:lpstr>
      <vt:lpstr>PowerPoint Presentation</vt:lpstr>
    </vt:vector>
  </TitlesOfParts>
  <Company>SP Global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S&amp;P Global</dc:creator>
  <cp:lastModifiedBy>S&amp;P Global</cp:lastModifiedBy>
  <cp:revision>1</cp:revision>
  <dcterms:created xsi:type="dcterms:W3CDTF">2025-12-29T14:22:12Z</dcterms:created>
  <dcterms:modified xsi:type="dcterms:W3CDTF">2025-12-29T14:22:32Z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831f0267-8575-4fc2-99cc-f6b7f9934be9_Enabled">
    <vt:lpwstr>true</vt:lpwstr>
  </property>
  <property fmtid="{D5CDD505-2E9C-101B-9397-08002B2CF9AE}" pid="3" name="MSIP_Label_831f0267-8575-4fc2-99cc-f6b7f9934be9_SetDate">
    <vt:lpwstr>2025-11-19T00:16:38Z</vt:lpwstr>
  </property>
  <property fmtid="{D5CDD505-2E9C-101B-9397-08002B2CF9AE}" pid="4" name="MSIP_Label_831f0267-8575-4fc2-99cc-f6b7f9934be9_Method">
    <vt:lpwstr>Standard</vt:lpwstr>
  </property>
  <property fmtid="{D5CDD505-2E9C-101B-9397-08002B2CF9AE}" pid="5" name="MSIP_Label_831f0267-8575-4fc2-99cc-f6b7f9934be9_Name">
    <vt:lpwstr>831f0267-8575-4fc2-99cc-f6b7f9934be9</vt:lpwstr>
  </property>
  <property fmtid="{D5CDD505-2E9C-101B-9397-08002B2CF9AE}" pid="6" name="MSIP_Label_831f0267-8575-4fc2-99cc-f6b7f9934be9_SiteId">
    <vt:lpwstr>8f3e36ea-8039-4b40-81a7-7dc0599e8645</vt:lpwstr>
  </property>
  <property fmtid="{D5CDD505-2E9C-101B-9397-08002B2CF9AE}" pid="7" name="MSIP_Label_831f0267-8575-4fc2-99cc-f6b7f9934be9_ActionId">
    <vt:lpwstr>8419858e-47ef-4415-98ff-73e00ab96e0c</vt:lpwstr>
  </property>
  <property fmtid="{D5CDD505-2E9C-101B-9397-08002B2CF9AE}" pid="8" name="MSIP_Label_831f0267-8575-4fc2-99cc-f6b7f9934be9_ContentBits">
    <vt:lpwstr>0</vt:lpwstr>
  </property>
  <property fmtid="{D5CDD505-2E9C-101B-9397-08002B2CF9AE}" pid="9" name="MSIP_Label_831f0267-8575-4fc2-99cc-f6b7f9934be9_Tag">
    <vt:lpwstr>10, 3, 0, 1</vt:lpwstr>
  </property>
  <property fmtid="{D5CDD505-2E9C-101B-9397-08002B2CF9AE}" pid="10" name="MediaServiceImageTags">
    <vt:lpwstr/>
  </property>
  <property fmtid="{D5CDD505-2E9C-101B-9397-08002B2CF9AE}" pid="11" name="xd_ProgID">
    <vt:lpwstr/>
  </property>
  <property fmtid="{D5CDD505-2E9C-101B-9397-08002B2CF9AE}" pid="12" name="ContentTypeId">
    <vt:lpwstr>0x01010062C5AB5430BD29468005F138BAADFA30</vt:lpwstr>
  </property>
  <property fmtid="{D5CDD505-2E9C-101B-9397-08002B2CF9AE}" pid="13" name="ComplianceAssetId">
    <vt:lpwstr/>
  </property>
  <property fmtid="{D5CDD505-2E9C-101B-9397-08002B2CF9AE}" pid="14" name="TemplateUrl">
    <vt:lpwstr/>
  </property>
  <property fmtid="{D5CDD505-2E9C-101B-9397-08002B2CF9AE}" pid="15" name="_ExtendedDescription">
    <vt:lpwstr/>
  </property>
  <property fmtid="{D5CDD505-2E9C-101B-9397-08002B2CF9AE}" pid="16" name="TriggerFlowInfo">
    <vt:lpwstr/>
  </property>
  <property fmtid="{D5CDD505-2E9C-101B-9397-08002B2CF9AE}" pid="17" name="Notes">
    <vt:lpwstr/>
  </property>
  <property fmtid="{D5CDD505-2E9C-101B-9397-08002B2CF9AE}" pid="18" name="xd_Signature">
    <vt:bool>false</vt:bool>
  </property>
  <property fmtid="{D5CDD505-2E9C-101B-9397-08002B2CF9AE}" pid="19" name="GUID">
    <vt:lpwstr>b3e3049c-3f7a-4aa7-87c5-fac8467452c9</vt:lpwstr>
  </property>
</Properties>
</file>