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customXml" Target="../customXml/item1.xml"/><Relationship Id="rId17" Type="http://schemas.openxmlformats.org/officeDocument/2006/relationships/customXml" Target="../customXml/item2.xml"/><Relationship Id="rId18" Type="http://schemas.openxmlformats.org/officeDocument/2006/relationships/customXml" Target="../customXml/item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title slide introduces our comprehensive analysis of generative AI's impact on the workforce. The presentation is based on S&amp;P Global's research findings that challenge the common narrative of mass job displacement. Instead, we'll explore how AI is driving workforce redistribution - creating new opportunities while transforming existing roles. The strategic report designation emphasizes the analytical depth and forward-looking insights we'll provide. Key themes to establish: transformation over elimination, redistribution patterns, and strategic workforce planning implications. This sets the stage for a data-driven exploration of how organizations and workers can navigate the AI-driven future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essential context by establishing where we are today and how historical precedents inform our understanding of AI's impact. The left side focuses on current reality - emphasizing that we're still in early adoption phases, which gives organizations and workers time to prepare. The right side draws parallels to previous technological transitions to help audiences understand this as part of a recognizable pattern rather than an unprecedented threat. Key speaking points should include: the gradual nature of current adoption, the supplementary role AI currently plays, and how historical transitions ultimately created more jobs than they eliminated. This contextual foundation is crucial for the audience to properly interpret the redistribution findings that follow in subsequent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image" Target="../media/image-1001-1.png"/><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image" Target="../media/image-1017-1.png"/><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image" Target="../media/image-1018-1.png"/><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image" Target="../media/image-1020-1.png"/><Relationship Id="rId2"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image" Target="../media/image-1021-1.png"/><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image" Target="../media/image-1023-1.png"/><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image" Target="../media/image-1024-1.png"/><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image" Target="../media/image-1025-1.png"/><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image" Target="../media/image-1026-1.png"/><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image" Target="../media/image-1028-1.png"/><Relationship Id="rId2"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image" Target="../media/image-1029-1.png"/><Relationship Id="rId2"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image" Target="../media/image-1030-1.png"/><Relationship Id="rId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image" Target="../media/image-1032-1.png"/><Relationship Id="rId2"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image" Target="../media/image-1033-1.png"/><Relationship Id="rId2"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image" Target="../media/image-1034-1.png"/><Relationship Id="rId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image" Target="../media/image-1035-1.png"/><Relationship Id="rId2"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image" Target="../media/image-1037-1.png"/><Relationship Id="rId2"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image" Target="../media/image-1038-1.png"/><Relationship Id="rId2"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image" Target="../media/image-1039-1.png"/><Relationship Id="rId2"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image" Target="../media/image-1040-1.png"/><Relationship Id="rId2"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image" Target="../media/image-1041-1.png"/><Relationship Id="rId2"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image" Target="../media/image-1043-1.png"/><Relationship Id="rId2"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image" Target="../media/image-1047-1.png"/><Relationship Id="rId2"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image" Target="../media/image-1052-1.png"/><Relationship Id="rId2"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image" Target="../media/image-1053-1.png"/><Relationship Id="rId2"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image" Target="../media/image-1054-1.png"/><Relationship Id="rId2"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image" Target="../media/image-1056-1.png"/><Relationship Id="rId2"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image" Target="../media/image-1057-1.png"/><Relationship Id="rId2"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image" Target="../media/image-1058-1.png"/><Relationship Id="rId2"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image" Target="../media/image-1059-1.png"/><Relationship Id="rId2"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image" Target="../media/image-1066-1.jpeg"/><Relationship Id="rId2" Type="http://schemas.openxmlformats.org/officeDocument/2006/relationships/image" Target="../media/image-1066-2.png"/><Relationship Id="rId3"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image" Target="../media/image-1067-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 no subtitl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553B1B-F09C-4BCE-B1ED-5F7876CB7175}"/>
              </a:ext>
            </a:extLst>
          </p:cNvPr>
          <p:cNvSpPr>
            <a:spLocks noGrp="1"/>
          </p:cNvSpPr>
          <p:nvPr>
            <p:ph type="ftr" sz="quarter" idx="18"/>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9" name="Title 6">
            <a:extLst>
              <a:ext uri="{FF2B5EF4-FFF2-40B4-BE49-F238E27FC236}">
                <a16:creationId xmlns:a16="http://schemas.microsoft.com/office/drawing/2014/main" id="{25C0A2CC-8C09-4333-9F19-4CE0A59F345F}"/>
              </a:ext>
            </a:extLst>
          </p:cNvPr>
          <p:cNvSpPr>
            <a:spLocks noGrp="1"/>
          </p:cNvSpPr>
          <p:nvPr>
            <p:ph type="title" hasCustomPrompt="1"/>
          </p:nvPr>
        </p:nvSpPr>
        <p:spPr>
          <a:xfrm>
            <a:off x="567040" y="347472"/>
            <a:ext cx="11060912" cy="826477"/>
          </a:xfrm>
        </p:spPr>
        <p:txBody>
          <a:bodyPr/>
          <a:lstStyle/>
          <a:p>
            <a:r>
              <a:rPr lang="en-US"/>
              <a:t>[Headline]</a:t>
            </a:r>
          </a:p>
        </p:txBody>
      </p:sp>
      <p:sp>
        <p:nvSpPr>
          <p:cNvPr id="3" name="Content Placeholder 2">
            <a:extLst>
              <a:ext uri="{FF2B5EF4-FFF2-40B4-BE49-F238E27FC236}">
                <a16:creationId xmlns:a16="http://schemas.microsoft.com/office/drawing/2014/main" id="{6765E0BB-9159-43DF-B78A-D878AD54B307}"/>
              </a:ext>
            </a:extLst>
          </p:cNvPr>
          <p:cNvSpPr>
            <a:spLocks noGrp="1"/>
          </p:cNvSpPr>
          <p:nvPr>
            <p:ph sz="quarter" idx="17" hasCustomPrompt="1"/>
          </p:nvPr>
        </p:nvSpPr>
        <p:spPr>
          <a:xfrm>
            <a:off x="567037"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8" name="Footnote">
            <a:extLst>
              <a:ext uri="{FF2B5EF4-FFF2-40B4-BE49-F238E27FC236}">
                <a16:creationId xmlns:a16="http://schemas.microsoft.com/office/drawing/2014/main" id="{47493D5F-84BF-4940-A104-ECCA1C18969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419247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w/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3D8889F-920C-4319-AFB6-3C9009C9EE2D}"/>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7039" y="342900"/>
            <a:ext cx="11062709" cy="460551"/>
          </a:xfrm>
        </p:spPr>
        <p:txBody>
          <a:bodyPr/>
          <a:lstStyle/>
          <a:p>
            <a:r>
              <a:rPr lang="en-US"/>
              <a:t>[Headline]</a:t>
            </a:r>
          </a:p>
        </p:txBody>
      </p:sp>
      <p:sp>
        <p:nvSpPr>
          <p:cNvPr id="9" name="Sub-headline">
            <a:extLst>
              <a:ext uri="{FF2B5EF4-FFF2-40B4-BE49-F238E27FC236}">
                <a16:creationId xmlns:a16="http://schemas.microsoft.com/office/drawing/2014/main" id="{43FE0DC3-F312-4660-86BD-A98328F26A4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9D7D1A86-6C0E-4CB8-9A24-2845A8A33E2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7677089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 2 Line Title and 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468271-2A9D-4952-80BC-4A10FA385C0C}"/>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9F6A52D2-B831-4A7E-B79F-CA60DD5AFA5B}"/>
              </a:ext>
            </a:extLst>
          </p:cNvPr>
          <p:cNvSpPr>
            <a:spLocks noGrp="1"/>
          </p:cNvSpPr>
          <p:nvPr>
            <p:ph type="title" hasCustomPrompt="1"/>
          </p:nvPr>
        </p:nvSpPr>
        <p:spPr>
          <a:xfrm>
            <a:off x="567039" y="342900"/>
            <a:ext cx="11062709" cy="826477"/>
          </a:xfrm>
        </p:spPr>
        <p:txBody>
          <a:bodyPr/>
          <a:lstStyle/>
          <a:p>
            <a:r>
              <a:rPr lang="en-US"/>
              <a:t>[Headline]</a:t>
            </a:r>
          </a:p>
        </p:txBody>
      </p:sp>
      <p:sp>
        <p:nvSpPr>
          <p:cNvPr id="8" name="Sub-headline">
            <a:extLst>
              <a:ext uri="{FF2B5EF4-FFF2-40B4-BE49-F238E27FC236}">
                <a16:creationId xmlns:a16="http://schemas.microsoft.com/office/drawing/2014/main" id="{D212CF22-B0A8-44E6-9016-A098DED0B9DC}"/>
              </a:ext>
            </a:extLst>
          </p:cNvPr>
          <p:cNvSpPr>
            <a:spLocks noGrp="1"/>
          </p:cNvSpPr>
          <p:nvPr>
            <p:ph type="body" sz="quarter" idx="13" hasCustomPrompt="1"/>
          </p:nvPr>
        </p:nvSpPr>
        <p:spPr>
          <a:xfrm>
            <a:off x="567039" y="1262525"/>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1" name="Content Placeholder 2">
            <a:extLst>
              <a:ext uri="{FF2B5EF4-FFF2-40B4-BE49-F238E27FC236}">
                <a16:creationId xmlns:a16="http://schemas.microsoft.com/office/drawing/2014/main" id="{3E5ACEF0-A41E-43CA-95FB-8893A51AFE9C}"/>
              </a:ext>
            </a:extLst>
          </p:cNvPr>
          <p:cNvSpPr>
            <a:spLocks noGrp="1"/>
          </p:cNvSpPr>
          <p:nvPr>
            <p:ph sz="quarter" idx="17" hasCustomPrompt="1"/>
          </p:nvPr>
        </p:nvSpPr>
        <p:spPr>
          <a:xfrm>
            <a:off x="567038" y="1638300"/>
            <a:ext cx="11067749" cy="3962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2AC03367-3865-46D6-B5A4-164C77CEC65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26644003"/>
      </p:ext>
    </p:extLst>
  </p:cSld>
  <p:clrMapOvr>
    <a:masterClrMapping/>
  </p:clrMapOvr>
  <p:extLst>
    <p:ext uri="{DCECCB84-F9BA-43D5-87BE-67443E8EF086}">
      <p15:sldGuideLst xmlns:p15="http://schemas.microsoft.com/office/powerpoint/2012/main">
        <p15:guide id="1" orient="horz" pos="1032" userDrawn="1">
          <p15:clr>
            <a:srgbClr val="FBAE40"/>
          </p15:clr>
        </p15:guide>
        <p15:guide id="2" orient="horz" pos="35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2D41B5-9D75-401F-A700-D560FB70E174}"/>
              </a:ext>
            </a:extLst>
          </p:cNvPr>
          <p:cNvSpPr>
            <a:spLocks noGrp="1"/>
          </p:cNvSpPr>
          <p:nvPr>
            <p:ph type="ftr" sz="quarter" idx="22"/>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4" name="Title 6">
            <a:extLst>
              <a:ext uri="{FF2B5EF4-FFF2-40B4-BE49-F238E27FC236}">
                <a16:creationId xmlns:a16="http://schemas.microsoft.com/office/drawing/2014/main" id="{5EA2658C-4D1F-4341-9FB3-AE639A5B7A6D}"/>
              </a:ext>
            </a:extLst>
          </p:cNvPr>
          <p:cNvSpPr>
            <a:spLocks noGrp="1"/>
          </p:cNvSpPr>
          <p:nvPr>
            <p:ph type="title" hasCustomPrompt="1"/>
          </p:nvPr>
        </p:nvSpPr>
        <p:spPr>
          <a:xfrm>
            <a:off x="567039"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E1A85031-5F0D-460E-8199-AA7813EBCC9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8C01F00E-9845-424A-8079-B7849E9BF557}"/>
              </a:ext>
            </a:extLst>
          </p:cNvPr>
          <p:cNvSpPr>
            <a:spLocks noGrp="1"/>
          </p:cNvSpPr>
          <p:nvPr>
            <p:ph sz="quarter" idx="19"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Content Placeholder 2">
            <a:extLst>
              <a:ext uri="{FF2B5EF4-FFF2-40B4-BE49-F238E27FC236}">
                <a16:creationId xmlns:a16="http://schemas.microsoft.com/office/drawing/2014/main" id="{4E7C4A77-7AC4-4038-B240-8D9582AC63B0}"/>
              </a:ext>
            </a:extLst>
          </p:cNvPr>
          <p:cNvSpPr>
            <a:spLocks noGrp="1"/>
          </p:cNvSpPr>
          <p:nvPr>
            <p:ph sz="quarter" idx="20" hasCustomPrompt="1"/>
          </p:nvPr>
        </p:nvSpPr>
        <p:spPr>
          <a:xfrm>
            <a:off x="6600547" y="1257300"/>
            <a:ext cx="502920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1265A9EC-4B54-4E71-9950-83F2CC078114}"/>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2773352"/>
      </p:ext>
    </p:extLst>
  </p:cSld>
  <p:clrMapOvr>
    <a:masterClrMapping/>
  </p:clrMapOvr>
  <p:extLst>
    <p:ext uri="{DCECCB84-F9BA-43D5-87BE-67443E8EF086}">
      <p15:sldGuideLst xmlns:p15="http://schemas.microsoft.com/office/powerpoint/2012/main">
        <p15:guide id="3" orient="horz" pos="792" userDrawn="1">
          <p15:clr>
            <a:srgbClr val="FBAE40"/>
          </p15:clr>
        </p15:guide>
        <p15:guide id="4" orient="horz" pos="35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 Subtitles ">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18551D-791B-450D-BD0F-4EEC0603C07D}"/>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58A82081-6A70-4E53-9668-8A704A416147}"/>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EDB95B89-2A33-48DD-AC3B-313AD82CB61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Subtitle Left">
            <a:extLst>
              <a:ext uri="{FF2B5EF4-FFF2-40B4-BE49-F238E27FC236}">
                <a16:creationId xmlns:a16="http://schemas.microsoft.com/office/drawing/2014/main" id="{8403981E-786C-4EF9-AF33-61C19C423EFE}"/>
              </a:ext>
            </a:extLst>
          </p:cNvPr>
          <p:cNvSpPr>
            <a:spLocks noGrp="1"/>
          </p:cNvSpPr>
          <p:nvPr>
            <p:ph type="body" sz="quarter" idx="16" hasCustomPrompt="1"/>
          </p:nvPr>
        </p:nvSpPr>
        <p:spPr>
          <a:xfrm>
            <a:off x="56703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4" name="Content Placeholder 2">
            <a:extLst>
              <a:ext uri="{FF2B5EF4-FFF2-40B4-BE49-F238E27FC236}">
                <a16:creationId xmlns:a16="http://schemas.microsoft.com/office/drawing/2014/main" id="{FD4842E1-8DB4-4D2D-8B37-7306DA8AA400}"/>
              </a:ext>
            </a:extLst>
          </p:cNvPr>
          <p:cNvSpPr>
            <a:spLocks noGrp="1"/>
          </p:cNvSpPr>
          <p:nvPr>
            <p:ph sz="quarter" idx="22" hasCustomPrompt="1"/>
          </p:nvPr>
        </p:nvSpPr>
        <p:spPr>
          <a:xfrm>
            <a:off x="567038" y="1647590"/>
            <a:ext cx="5029200" cy="3915009"/>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Subtitle Right">
            <a:extLst>
              <a:ext uri="{FF2B5EF4-FFF2-40B4-BE49-F238E27FC236}">
                <a16:creationId xmlns:a16="http://schemas.microsoft.com/office/drawing/2014/main" id="{B61E0577-E2AB-4D15-B857-69F705573C64}"/>
              </a:ext>
            </a:extLst>
          </p:cNvPr>
          <p:cNvSpPr>
            <a:spLocks noGrp="1"/>
          </p:cNvSpPr>
          <p:nvPr>
            <p:ph type="body" sz="quarter" idx="19" hasCustomPrompt="1"/>
          </p:nvPr>
        </p:nvSpPr>
        <p:spPr>
          <a:xfrm>
            <a:off x="660207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Content Placeholder 2">
            <a:extLst>
              <a:ext uri="{FF2B5EF4-FFF2-40B4-BE49-F238E27FC236}">
                <a16:creationId xmlns:a16="http://schemas.microsoft.com/office/drawing/2014/main" id="{66F8253E-1094-4CA9-B5AB-E7D20AD42CF3}"/>
              </a:ext>
            </a:extLst>
          </p:cNvPr>
          <p:cNvSpPr>
            <a:spLocks noGrp="1"/>
          </p:cNvSpPr>
          <p:nvPr>
            <p:ph sz="quarter" idx="20" hasCustomPrompt="1"/>
          </p:nvPr>
        </p:nvSpPr>
        <p:spPr>
          <a:xfrm>
            <a:off x="6602078" y="1647590"/>
            <a:ext cx="5029200" cy="3915011"/>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EC8D25E1-630B-4946-B6B3-50E82479777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2143694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AD1F87-EF68-4B82-B281-A492E4EB948A}"/>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2EFAA073-8240-4C6D-8D47-1612D459C33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0"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3395078"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3395077"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6231355"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6231354"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906763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9067631"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18" name="Footnote">
            <a:extLst>
              <a:ext uri="{FF2B5EF4-FFF2-40B4-BE49-F238E27FC236}">
                <a16:creationId xmlns:a16="http://schemas.microsoft.com/office/drawing/2014/main" id="{ECA1AF56-EBF3-4BA2-BE51-E2712FF6CFC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5911752"/>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5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8C1FB7-A846-4204-8CEA-AC3CFF89BDC9}"/>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9" name="Sub-headline">
            <a:extLst>
              <a:ext uri="{FF2B5EF4-FFF2-40B4-BE49-F238E27FC236}">
                <a16:creationId xmlns:a16="http://schemas.microsoft.com/office/drawing/2014/main" id="{69FB779E-C080-4729-854B-F8289471D6A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038238"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2819483"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281931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5077991"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507799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733649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733850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8" name="Subtitle Right">
            <a:extLst>
              <a:ext uri="{FF2B5EF4-FFF2-40B4-BE49-F238E27FC236}">
                <a16:creationId xmlns:a16="http://schemas.microsoft.com/office/drawing/2014/main" id="{C4963B24-E3E6-4DAA-8C97-B00492206191}"/>
              </a:ext>
            </a:extLst>
          </p:cNvPr>
          <p:cNvSpPr>
            <a:spLocks noGrp="1"/>
          </p:cNvSpPr>
          <p:nvPr>
            <p:ph type="body" sz="quarter" idx="23" hasCustomPrompt="1"/>
          </p:nvPr>
        </p:nvSpPr>
        <p:spPr>
          <a:xfrm>
            <a:off x="959500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0" name="Text Placeholder 7">
            <a:extLst>
              <a:ext uri="{FF2B5EF4-FFF2-40B4-BE49-F238E27FC236}">
                <a16:creationId xmlns:a16="http://schemas.microsoft.com/office/drawing/2014/main" id="{ED2680F6-9FB0-4C12-942B-F6C0798EDF72}"/>
              </a:ext>
            </a:extLst>
          </p:cNvPr>
          <p:cNvSpPr>
            <a:spLocks noGrp="1"/>
          </p:cNvSpPr>
          <p:nvPr>
            <p:ph type="body" sz="quarter" idx="28" hasCustomPrompt="1"/>
          </p:nvPr>
        </p:nvSpPr>
        <p:spPr>
          <a:xfrm>
            <a:off x="9591718"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1" name="Footnote">
            <a:extLst>
              <a:ext uri="{FF2B5EF4-FFF2-40B4-BE49-F238E27FC236}">
                <a16:creationId xmlns:a16="http://schemas.microsoft.com/office/drawing/2014/main" id="{3C5A0243-A327-433A-9F14-332E3492906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939221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Sidebar">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1B39D5CE-25C4-4159-ADD6-CA00C1A2DD0E}"/>
              </a:ext>
            </a:extLst>
          </p:cNvPr>
          <p:cNvSpPr>
            <a:spLocks noGrp="1"/>
          </p:cNvSpPr>
          <p:nvPr>
            <p:ph type="ftr" sz="quarter" idx="23"/>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3" name="Title 6">
            <a:extLst>
              <a:ext uri="{FF2B5EF4-FFF2-40B4-BE49-F238E27FC236}">
                <a16:creationId xmlns:a16="http://schemas.microsoft.com/office/drawing/2014/main" id="{42742681-C1B5-4850-A0DD-35CAA74ED1B9}"/>
              </a:ext>
            </a:extLst>
          </p:cNvPr>
          <p:cNvSpPr>
            <a:spLocks noGrp="1"/>
          </p:cNvSpPr>
          <p:nvPr>
            <p:ph type="title" hasCustomPrompt="1"/>
          </p:nvPr>
        </p:nvSpPr>
        <p:spPr>
          <a:xfrm>
            <a:off x="567039"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ECA76DEA-E03A-418D-B5EF-41D0803AF4A9}"/>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9" name="Content Placeholder 2">
            <a:extLst>
              <a:ext uri="{FF2B5EF4-FFF2-40B4-BE49-F238E27FC236}">
                <a16:creationId xmlns:a16="http://schemas.microsoft.com/office/drawing/2014/main" id="{451C7B44-767D-4CAD-B04D-4A671173B7DD}"/>
              </a:ext>
            </a:extLst>
          </p:cNvPr>
          <p:cNvSpPr>
            <a:spLocks noGrp="1"/>
          </p:cNvSpPr>
          <p:nvPr>
            <p:ph sz="quarter" idx="22" hasCustomPrompt="1"/>
          </p:nvPr>
        </p:nvSpPr>
        <p:spPr>
          <a:xfrm>
            <a:off x="567038" y="1261872"/>
            <a:ext cx="7315200" cy="433882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hasCustomPrompt="1"/>
          </p:nvPr>
        </p:nvSpPr>
        <p:spPr>
          <a:xfrm>
            <a:off x="8391525" y="1261872"/>
            <a:ext cx="3238224" cy="4338828"/>
          </a:xfrm>
          <a:prstGeom prst="rect">
            <a:avLst/>
          </a:prstGeom>
        </p:spPr>
        <p:txBody>
          <a:bodyPr anchor="t">
            <a:normAutofit/>
          </a:bodyPr>
          <a:lstStyle>
            <a:lvl1pPr marL="0" indent="0">
              <a:buNone/>
              <a:defRPr sz="1600">
                <a:latin typeface="+mn-lt"/>
                <a:cs typeface="+mj-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[Sidebar: </a:t>
            </a:r>
            <a:r>
              <a:rPr lang="en-US" sz="1600" b="0" i="0">
                <a:solidFill>
                  <a:schemeClr val="tx1"/>
                </a:solidFill>
                <a:effectLst/>
                <a:latin typeface="arial" panose="020B0604020202020204" pitchFamily="34" charset="0"/>
              </a:rPr>
              <a:t>A short article placed alongside a main article and containing additional or explanatory material</a:t>
            </a:r>
            <a:r>
              <a:rPr lang="en-US"/>
              <a:t>]</a:t>
            </a:r>
          </a:p>
        </p:txBody>
      </p:sp>
      <p:sp>
        <p:nvSpPr>
          <p:cNvPr id="11" name="Footnote">
            <a:extLst>
              <a:ext uri="{FF2B5EF4-FFF2-40B4-BE49-F238E27FC236}">
                <a16:creationId xmlns:a16="http://schemas.microsoft.com/office/drawing/2014/main" id="{0CEB134A-D831-4DCA-9EA7-071F0246722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24047983"/>
      </p:ext>
    </p:extLst>
  </p:cSld>
  <p:clrMapOvr>
    <a:masterClrMapping/>
  </p:clrMapOvr>
  <p:extLst>
    <p:ext uri="{DCECCB84-F9BA-43D5-87BE-67443E8EF086}">
      <p15:sldGuideLst xmlns:p15="http://schemas.microsoft.com/office/powerpoint/2012/main">
        <p15:guide id="4" orient="horz" pos="792" userDrawn="1">
          <p15:clr>
            <a:srgbClr val="FBAE40"/>
          </p15:clr>
        </p15:guide>
        <p15:guide id="5" orient="horz" pos="352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CFD3640-0B0A-4CDD-9EEF-F7EBC909605E}"/>
              </a:ext>
            </a:extLst>
          </p:cNvPr>
          <p:cNvSpPr>
            <a:spLocks noGrp="1"/>
          </p:cNvSpPr>
          <p:nvPr>
            <p:ph type="ftr" sz="quarter" idx="20"/>
          </p:nvPr>
        </p:nvSpPr>
        <p:spPr/>
        <p:txBody>
          <a:bodyPr/>
          <a:lstStyle/>
          <a:p>
            <a:r>
              <a:rPr lang="en-US"/>
              <a:t>Section name (optional) / Title / Month 20YY</a:t>
            </a:r>
          </a:p>
        </p:txBody>
      </p:sp>
      <p:sp>
        <p:nvSpPr>
          <p:cNvPr id="5" name="Slide Number Placeholder 4"/>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80A99D0A-2C2D-4F5C-9C1C-40CBA421CC3A}"/>
              </a:ext>
            </a:extLst>
          </p:cNvPr>
          <p:cNvSpPr>
            <a:spLocks noGrp="1"/>
          </p:cNvSpPr>
          <p:nvPr>
            <p:ph type="title" hasCustomPrompt="1"/>
          </p:nvPr>
        </p:nvSpPr>
        <p:spPr>
          <a:xfrm>
            <a:off x="566928" y="342900"/>
            <a:ext cx="11072535" cy="460551"/>
          </a:xfrm>
        </p:spPr>
        <p:txBody>
          <a:bodyPr/>
          <a:lstStyle/>
          <a:p>
            <a:r>
              <a:rPr lang="en-US"/>
              <a:t>[Headline]</a:t>
            </a:r>
          </a:p>
        </p:txBody>
      </p:sp>
      <p:sp>
        <p:nvSpPr>
          <p:cNvPr id="11" name="Sub-headline">
            <a:extLst>
              <a:ext uri="{FF2B5EF4-FFF2-40B4-BE49-F238E27FC236}">
                <a16:creationId xmlns:a16="http://schemas.microsoft.com/office/drawing/2014/main" id="{672251B6-50E4-45A2-8538-B97AD5A6412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Footnote">
            <a:extLst>
              <a:ext uri="{FF2B5EF4-FFF2-40B4-BE49-F238E27FC236}">
                <a16:creationId xmlns:a16="http://schemas.microsoft.com/office/drawing/2014/main" id="{73058647-5721-485D-B7D3-C4E40BA2987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105421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565545F-A45B-415E-A056-8F885CBEF48A}"/>
              </a:ext>
            </a:extLst>
          </p:cNvPr>
          <p:cNvSpPr>
            <a:spLocks noGrp="1"/>
          </p:cNvSpPr>
          <p:nvPr>
            <p:ph type="ftr" sz="quarter" idx="20"/>
          </p:nvPr>
        </p:nvSpPr>
        <p:spPr/>
        <p:txBody>
          <a:bodyPr/>
          <a:lstStyle/>
          <a:p>
            <a:r>
              <a:rPr lang="en-US"/>
              <a:t>Section name (optional) / Title / Month 20YY</a:t>
            </a:r>
          </a:p>
        </p:txBody>
      </p:sp>
      <p:sp>
        <p:nvSpPr>
          <p:cNvPr id="4" name="Slide Number Placeholder 3"/>
          <p:cNvSpPr>
            <a:spLocks noGrp="1"/>
          </p:cNvSpPr>
          <p:nvPr>
            <p:ph type="sldNum" sz="quarter" idx="12"/>
          </p:nvPr>
        </p:nvSpPr>
        <p:spPr/>
        <p:txBody>
          <a:bodyPr/>
          <a:lstStyle/>
          <a:p>
            <a:fld id="{5CFA18E4-D58E-4B28-B105-28D9665A8EBC}" type="slidenum">
              <a:rPr lang="en-US" smtClean="0"/>
              <a:t>‹#›</a:t>
            </a:fld>
            <a:endParaRPr lang="en-US"/>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55909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Image/Ic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33AD3F0-575D-4B1E-8B9F-7FAAA4AFFB13}"/>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Footer Placeholder 1">
            <a:extLst>
              <a:ext uri="{FF2B5EF4-FFF2-40B4-BE49-F238E27FC236}">
                <a16:creationId xmlns:a16="http://schemas.microsoft.com/office/drawing/2014/main" id="{F9E02ADF-333C-4936-930B-5ADB127FBBBF}"/>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18" name="Title 6">
            <a:extLst>
              <a:ext uri="{FF2B5EF4-FFF2-40B4-BE49-F238E27FC236}">
                <a16:creationId xmlns:a16="http://schemas.microsoft.com/office/drawing/2014/main" id="{ACC3B94F-8B4A-4229-A4CB-D9FFAF4DB876}"/>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7" name="Sub-headline">
            <a:extLst>
              <a:ext uri="{FF2B5EF4-FFF2-40B4-BE49-F238E27FC236}">
                <a16:creationId xmlns:a16="http://schemas.microsoft.com/office/drawing/2014/main" id="{008DE19F-5F33-4A28-BF51-238AF8073CC0}"/>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CA01EFD8-ABD4-4ED2-8406-0FD82407E703}"/>
              </a:ext>
            </a:extLst>
          </p:cNvPr>
          <p:cNvSpPr>
            <a:spLocks noGrp="1"/>
          </p:cNvSpPr>
          <p:nvPr>
            <p:ph sz="quarter" idx="23" hasCustomPrompt="1"/>
          </p:nvPr>
        </p:nvSpPr>
        <p:spPr>
          <a:xfrm>
            <a:off x="567038" y="1261872"/>
            <a:ext cx="5029200" cy="4343400"/>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9" name="Footnote">
            <a:extLst>
              <a:ext uri="{FF2B5EF4-FFF2-40B4-BE49-F238E27FC236}">
                <a16:creationId xmlns:a16="http://schemas.microsoft.com/office/drawing/2014/main" id="{EB7E34AC-0B79-4BA4-B779-779BE3515BE6}"/>
              </a:ext>
            </a:extLst>
          </p:cNvPr>
          <p:cNvSpPr>
            <a:spLocks noGrp="1"/>
          </p:cNvSpPr>
          <p:nvPr>
            <p:ph type="body" sz="quarter" idx="15" hasCustomPrompt="1"/>
          </p:nvPr>
        </p:nvSpPr>
        <p:spPr>
          <a:xfrm>
            <a:off x="567039" y="5696189"/>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6" name="Rectangle 15">
            <a:extLst>
              <a:ext uri="{FF2B5EF4-FFF2-40B4-BE49-F238E27FC236}">
                <a16:creationId xmlns:a16="http://schemas.microsoft.com/office/drawing/2014/main" id="{32384162-1D1B-432E-8861-113BBFC1F407}"/>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
        <p:nvSpPr>
          <p:cNvPr id="7" name="Picture Placeholder 6">
            <a:extLst>
              <a:ext uri="{FF2B5EF4-FFF2-40B4-BE49-F238E27FC236}">
                <a16:creationId xmlns:a16="http://schemas.microsoft.com/office/drawing/2014/main" id="{4F90018B-6ACC-43FE-9482-22D4B889F599}"/>
              </a:ext>
            </a:extLst>
          </p:cNvPr>
          <p:cNvSpPr>
            <a:spLocks noGrp="1"/>
          </p:cNvSpPr>
          <p:nvPr>
            <p:ph type="pic" sz="quarter" idx="17" hasCustomPrompt="1"/>
          </p:nvPr>
        </p:nvSpPr>
        <p:spPr>
          <a:xfrm>
            <a:off x="6607175" y="647700"/>
            <a:ext cx="5027613" cy="5557838"/>
          </a:xfrm>
          <a:prstGeom prst="rect">
            <a:avLst/>
          </a:prstGeom>
        </p:spPr>
        <p:txBody>
          <a:bodyPr anchor="ctr"/>
          <a:lstStyle>
            <a:lvl1pPr marL="0" indent="0" algn="ctr">
              <a:buNone/>
              <a:defRPr>
                <a:solidFill>
                  <a:schemeClr val="bg1"/>
                </a:solidFill>
              </a:defRPr>
            </a:lvl1pPr>
          </a:lstStyle>
          <a:p>
            <a:r>
              <a:rPr lang="en-US"/>
              <a:t>[Insert photo]</a:t>
            </a:r>
          </a:p>
        </p:txBody>
      </p:sp>
      <p:pic>
        <p:nvPicPr>
          <p:cNvPr id="102"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4035045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 Photo Whit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blipFill>
            <a:blip r:embed="rId2"/>
            <a:stretch>
              <a:fillRect/>
            </a:stretch>
          </a:blipFill>
        </p:spPr>
        <p:txBody>
          <a:bodyPr anchor="ctr"/>
          <a:lstStyle>
            <a:lvl1pPr marL="0" indent="0" algn="ctr">
              <a:buNone/>
              <a:defRPr>
                <a:solidFill>
                  <a:schemeClr val="bg1"/>
                </a:solidFill>
              </a:defRPr>
            </a:lvl1pPr>
          </a:lstStyle>
          <a:p>
            <a:r>
              <a:rPr lang="en-US"/>
              <a:t>[Insert photo]</a:t>
            </a:r>
          </a:p>
        </p:txBody>
      </p:sp>
      <p:sp>
        <p:nvSpPr>
          <p:cNvPr id="2" name="Footer Placeholder 1">
            <a:extLst>
              <a:ext uri="{FF2B5EF4-FFF2-40B4-BE49-F238E27FC236}">
                <a16:creationId xmlns:a16="http://schemas.microsoft.com/office/drawing/2014/main" id="{72F337A5-7C22-412D-BC21-002BC4A09A86}"/>
              </a:ext>
            </a:extLst>
          </p:cNvPr>
          <p:cNvSpPr>
            <a:spLocks noGrp="1"/>
          </p:cNvSpPr>
          <p:nvPr>
            <p:ph type="ftr" sz="quarter" idx="24"/>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63FDC5DF-2C64-4D49-8041-AB11BEEFF14D}"/>
              </a:ext>
            </a:extLst>
          </p:cNvPr>
          <p:cNvSpPr>
            <a:spLocks noGrp="1"/>
          </p:cNvSpPr>
          <p:nvPr>
            <p:ph sz="quarter" idx="23" hasCustomPrompt="1"/>
          </p:nvPr>
        </p:nvSpPr>
        <p:spPr>
          <a:xfrm>
            <a:off x="567038" y="1257300"/>
            <a:ext cx="5029200" cy="4347449"/>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56769A6F-555D-49D4-B0C0-D1976DD436B9}"/>
              </a:ext>
            </a:extLst>
          </p:cNvPr>
          <p:cNvSpPr>
            <a:spLocks noGrp="1"/>
          </p:cNvSpPr>
          <p:nvPr>
            <p:ph type="body" sz="quarter" idx="25"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1" name="Rectangle 10">
            <a:extLst>
              <a:ext uri="{FF2B5EF4-FFF2-40B4-BE49-F238E27FC236}">
                <a16:creationId xmlns:a16="http://schemas.microsoft.com/office/drawing/2014/main" id="{EBFDFA00-9BD6-873A-0C0B-BAD1649CF54D}"/>
              </a:ext>
              <a:ext uri="{C183D7F6-B498-43B3-948B-1728B52AA6E4}">
                <adec:decorative xmlns:adec="http://schemas.microsoft.com/office/drawing/2017/decorative" val="1"/>
              </a:ext>
            </a:extLst>
          </p:cNvPr>
          <p:cNvSpPr/>
          <p:nvPr userDrawn="1"/>
        </p:nvSpPr>
        <p:spPr>
          <a:xfrm>
            <a:off x="5279878" y="656370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3954613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Photo Black">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blipFill>
            <a:blip r:embed="rId2"/>
            <a:stretch>
              <a:fillRect/>
            </a:stretch>
          </a:blip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5BDC1762-C160-436E-A662-EB8DFA9B0D52}"/>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8" y="342900"/>
            <a:ext cx="5029200" cy="460551"/>
          </a:xfrm>
        </p:spPr>
        <p:txBody>
          <a:bodyPr/>
          <a:lstStyle>
            <a:lvl1pPr>
              <a:defRPr>
                <a:solidFill>
                  <a:schemeClr val="bg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7" y="899026"/>
            <a:ext cx="5029200" cy="278706"/>
          </a:xfrm>
          <a:prstGeom prst="rect">
            <a:avLst/>
          </a:prstGeom>
        </p:spPr>
        <p:txBody>
          <a:bodyPr/>
          <a:lstStyle>
            <a:lvl1pPr marL="0" indent="0">
              <a:buNone/>
              <a:defRPr sz="1800" b="0">
                <a:solidFill>
                  <a:schemeClr val="bg1"/>
                </a:solidFill>
                <a:latin typeface="+mn-lt"/>
              </a:defRPr>
            </a:lvl1pPr>
            <a:lvl2pPr marL="169863" indent="0">
              <a:buNone/>
              <a:defRPr/>
            </a:lvl2pPr>
          </a:lstStyle>
          <a:p>
            <a:pPr lvl="0"/>
            <a:r>
              <a:rPr lang="en-US"/>
              <a:t>[Sub-headline]</a:t>
            </a:r>
          </a:p>
        </p:txBody>
      </p:sp>
      <p:sp>
        <p:nvSpPr>
          <p:cNvPr id="11" name="Text Placeholder 2">
            <a:extLst>
              <a:ext uri="{FF2B5EF4-FFF2-40B4-BE49-F238E27FC236}">
                <a16:creationId xmlns:a16="http://schemas.microsoft.com/office/drawing/2014/main" id="{8EB16B89-7E3C-44A4-A187-AEB2FBABC140}"/>
              </a:ext>
            </a:extLst>
          </p:cNvPr>
          <p:cNvSpPr>
            <a:spLocks noGrp="1"/>
          </p:cNvSpPr>
          <p:nvPr>
            <p:ph type="body" sz="quarter" idx="22" hasCustomPrompt="1"/>
          </p:nvPr>
        </p:nvSpPr>
        <p:spPr>
          <a:xfrm>
            <a:off x="566737" y="1261872"/>
            <a:ext cx="5029200" cy="4330202"/>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8" name="Rectangle 17">
            <a:extLst>
              <a:ext uri="{FF2B5EF4-FFF2-40B4-BE49-F238E27FC236}">
                <a16:creationId xmlns:a16="http://schemas.microsoft.com/office/drawing/2014/main" id="{47EB1F00-2439-4253-A589-54010E4BBC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
        <p:nvSpPr>
          <p:cNvPr id="27" name="Footnote">
            <a:extLst>
              <a:ext uri="{FF2B5EF4-FFF2-40B4-BE49-F238E27FC236}">
                <a16:creationId xmlns:a16="http://schemas.microsoft.com/office/drawing/2014/main" id="{BC72EC15-8B35-4605-A3A1-D682493CE35C}"/>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solidFill>
                  <a:schemeClr val="bg1"/>
                </a:solidFill>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1"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65650854"/>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 Photo Blu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blipFill>
            <a:blip r:embed="rId2"/>
            <a:stretch>
              <a:fillRect/>
            </a:stretch>
          </a:blip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FDFEBAF8-EEFB-4D95-AA38-225A850C5D36}"/>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 uri="{C183D7F6-B498-43B3-948B-1728B52AA6E4}">
                <adec:decorative xmlns:adec="http://schemas.microsoft.com/office/drawing/2017/decorative" val="0"/>
              </a:ext>
            </a:extLst>
          </p:cNvPr>
          <p:cNvSpPr>
            <a:spLocks noGrp="1"/>
          </p:cNvSpPr>
          <p:nvPr>
            <p:ph type="body" sz="quarter" idx="18" hasCustomPrompt="1"/>
          </p:nvPr>
        </p:nvSpPr>
        <p:spPr>
          <a:xfrm>
            <a:off x="567039"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7" name="Text Placeholder 2">
            <a:extLst>
              <a:ext uri="{FF2B5EF4-FFF2-40B4-BE49-F238E27FC236}">
                <a16:creationId xmlns:a16="http://schemas.microsoft.com/office/drawing/2014/main" id="{A7275159-CD4F-4CFC-A979-703107544995}"/>
              </a:ext>
            </a:extLst>
          </p:cNvPr>
          <p:cNvSpPr>
            <a:spLocks noGrp="1"/>
          </p:cNvSpPr>
          <p:nvPr>
            <p:ph type="body" sz="quarter" idx="22" hasCustomPrompt="1"/>
          </p:nvPr>
        </p:nvSpPr>
        <p:spPr>
          <a:xfrm>
            <a:off x="566739" y="1261872"/>
            <a:ext cx="5029200" cy="4330202"/>
          </a:xfrm>
          <a:prstGeom prst="rect">
            <a:avLst/>
          </a:prstGeom>
        </p:spPr>
        <p:txBody>
          <a:bodyPr/>
          <a:lstStyle>
            <a:lvl1pPr>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7" name="Footnote">
            <a:extLst>
              <a:ext uri="{FF2B5EF4-FFF2-40B4-BE49-F238E27FC236}">
                <a16:creationId xmlns:a16="http://schemas.microsoft.com/office/drawing/2014/main" id="{09DBF7F0-F472-44D3-9A30-10D3C2163727}"/>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20" name="Rectangle 19">
            <a:extLst>
              <a:ext uri="{FF2B5EF4-FFF2-40B4-BE49-F238E27FC236}">
                <a16:creationId xmlns:a16="http://schemas.microsoft.com/office/drawing/2014/main" id="{9DCE4C1C-6690-45DD-A224-49D7897300FB}"/>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2"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1696197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ICONS</a:t>
            </a:r>
          </a:p>
        </p:txBody>
      </p:sp>
    </p:spTree>
    <p:extLst>
      <p:ext uri="{BB962C8B-B14F-4D97-AF65-F5344CB8AC3E}">
        <p14:creationId xmlns:p14="http://schemas.microsoft.com/office/powerpoint/2010/main" val="42771690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s 3 Columns Vertic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9171FE-482D-4162-97BC-A02FD4AC159D}"/>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a:xfrm>
            <a:off x="11320251" y="6572853"/>
            <a:ext cx="311576" cy="214804"/>
          </a:xfrm>
        </p:spPr>
        <p:txBody>
          <a:bodyPr/>
          <a:lstStyle/>
          <a:p>
            <a:fld id="{5CFA18E4-D58E-4B28-B105-28D9665A8EBC}" type="slidenum">
              <a:rPr lang="en-US" smtClean="0"/>
              <a:pPr/>
              <a:t>‹#›</a:t>
            </a:fld>
            <a:endParaRPr lang="en-US"/>
          </a:p>
        </p:txBody>
      </p:sp>
      <p:sp>
        <p:nvSpPr>
          <p:cNvPr id="36" name="Title 6">
            <a:extLst>
              <a:ext uri="{FF2B5EF4-FFF2-40B4-BE49-F238E27FC236}">
                <a16:creationId xmlns:a16="http://schemas.microsoft.com/office/drawing/2014/main" id="{D7B8D165-F984-473B-A112-6BF8E9F44447}"/>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56EC8594-681B-4434-B73B-735C036086C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8" name="Picture Placeholder Left">
            <a:extLst>
              <a:ext uri="{FF2B5EF4-FFF2-40B4-BE49-F238E27FC236}">
                <a16:creationId xmlns:a16="http://schemas.microsoft.com/office/drawing/2014/main" id="{20ED38F9-F116-4320-BEBE-0D6E5BB3BFB3}"/>
              </a:ext>
            </a:extLst>
          </p:cNvPr>
          <p:cNvSpPr>
            <a:spLocks noGrp="1"/>
          </p:cNvSpPr>
          <p:nvPr>
            <p:ph type="pic" sz="quarter" idx="21" hasCustomPrompt="1"/>
          </p:nvPr>
        </p:nvSpPr>
        <p:spPr>
          <a:xfrm>
            <a:off x="560977"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4" name="Subtitle Left">
            <a:extLst>
              <a:ext uri="{FF2B5EF4-FFF2-40B4-BE49-F238E27FC236}">
                <a16:creationId xmlns:a16="http://schemas.microsoft.com/office/drawing/2014/main" id="{2726687B-34D2-44BB-BEE3-F17F90E2CEAD}"/>
              </a:ext>
            </a:extLst>
          </p:cNvPr>
          <p:cNvSpPr>
            <a:spLocks noGrp="1"/>
          </p:cNvSpPr>
          <p:nvPr>
            <p:ph type="body" sz="quarter" idx="16" hasCustomPrompt="1"/>
          </p:nvPr>
        </p:nvSpPr>
        <p:spPr>
          <a:xfrm>
            <a:off x="56097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1" name="Text Placeholder 20">
            <a:extLst>
              <a:ext uri="{FF2B5EF4-FFF2-40B4-BE49-F238E27FC236}">
                <a16:creationId xmlns:a16="http://schemas.microsoft.com/office/drawing/2014/main" id="{59848113-CF33-4F6D-ABE6-079A43759FA2}"/>
              </a:ext>
            </a:extLst>
          </p:cNvPr>
          <p:cNvSpPr>
            <a:spLocks noGrp="1"/>
          </p:cNvSpPr>
          <p:nvPr>
            <p:ph type="body" sz="quarter" idx="24" hasCustomPrompt="1"/>
          </p:nvPr>
        </p:nvSpPr>
        <p:spPr>
          <a:xfrm>
            <a:off x="557212" y="3163464"/>
            <a:ext cx="3374136" cy="2437236"/>
          </a:xfrm>
          <a:prstGeom prst="rect">
            <a:avLst/>
          </a:prstGeom>
        </p:spPr>
        <p:txBody>
          <a:bodyPr/>
          <a:lstStyle>
            <a:lvl1pPr>
              <a:lnSpc>
                <a:spcPct val="100000"/>
              </a:lnSpc>
              <a:spcBef>
                <a:spcPts val="0"/>
              </a:spcBef>
              <a:spcAft>
                <a:spcPts val="600"/>
              </a:spcAft>
              <a:defRPr sz="16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9" name="Picture Placeholder  Middle">
            <a:extLst>
              <a:ext uri="{FF2B5EF4-FFF2-40B4-BE49-F238E27FC236}">
                <a16:creationId xmlns:a16="http://schemas.microsoft.com/office/drawing/2014/main" id="{D73D1E78-1775-4717-9FC1-51702554EAAD}"/>
              </a:ext>
            </a:extLst>
          </p:cNvPr>
          <p:cNvSpPr>
            <a:spLocks noGrp="1"/>
          </p:cNvSpPr>
          <p:nvPr>
            <p:ph type="pic" sz="quarter" idx="22" hasCustomPrompt="1"/>
          </p:nvPr>
        </p:nvSpPr>
        <p:spPr>
          <a:xfrm>
            <a:off x="4409596"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6" name="Subtitle Middle">
            <a:extLst>
              <a:ext uri="{FF2B5EF4-FFF2-40B4-BE49-F238E27FC236}">
                <a16:creationId xmlns:a16="http://schemas.microsoft.com/office/drawing/2014/main" id="{AA11411D-F5CC-4A9E-97ED-8D9AB17EC128}"/>
              </a:ext>
            </a:extLst>
          </p:cNvPr>
          <p:cNvSpPr>
            <a:spLocks noGrp="1"/>
          </p:cNvSpPr>
          <p:nvPr>
            <p:ph type="body" sz="quarter" idx="17" hasCustomPrompt="1"/>
          </p:nvPr>
        </p:nvSpPr>
        <p:spPr>
          <a:xfrm>
            <a:off x="440959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2" name="Text Placeholder 22">
            <a:extLst>
              <a:ext uri="{FF2B5EF4-FFF2-40B4-BE49-F238E27FC236}">
                <a16:creationId xmlns:a16="http://schemas.microsoft.com/office/drawing/2014/main" id="{55E5A2C2-274B-42C7-937D-24C1B3BA41D4}"/>
              </a:ext>
            </a:extLst>
          </p:cNvPr>
          <p:cNvSpPr>
            <a:spLocks noGrp="1"/>
          </p:cNvSpPr>
          <p:nvPr>
            <p:ph type="body" sz="quarter" idx="25" hasCustomPrompt="1"/>
          </p:nvPr>
        </p:nvSpPr>
        <p:spPr>
          <a:xfrm>
            <a:off x="4406900" y="3163463"/>
            <a:ext cx="3374136" cy="2437235"/>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30" name="Picture Placeholder  Right">
            <a:extLst>
              <a:ext uri="{FF2B5EF4-FFF2-40B4-BE49-F238E27FC236}">
                <a16:creationId xmlns:a16="http://schemas.microsoft.com/office/drawing/2014/main" id="{3B5B43E5-7D20-4591-B751-DD7388D8DEF7}"/>
              </a:ext>
            </a:extLst>
          </p:cNvPr>
          <p:cNvSpPr>
            <a:spLocks noGrp="1"/>
          </p:cNvSpPr>
          <p:nvPr>
            <p:ph type="pic" sz="quarter" idx="23" hasCustomPrompt="1"/>
          </p:nvPr>
        </p:nvSpPr>
        <p:spPr>
          <a:xfrm>
            <a:off x="8256785"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7" name="Subtitle Right">
            <a:extLst>
              <a:ext uri="{FF2B5EF4-FFF2-40B4-BE49-F238E27FC236}">
                <a16:creationId xmlns:a16="http://schemas.microsoft.com/office/drawing/2014/main" id="{59462605-1E40-4897-B811-1B8C6B2FB124}"/>
              </a:ext>
            </a:extLst>
          </p:cNvPr>
          <p:cNvSpPr>
            <a:spLocks noGrp="1"/>
          </p:cNvSpPr>
          <p:nvPr>
            <p:ph type="body" sz="quarter" idx="19" hasCustomPrompt="1"/>
          </p:nvPr>
        </p:nvSpPr>
        <p:spPr>
          <a:xfrm>
            <a:off x="825821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3" name="Text Placeholder 24">
            <a:extLst>
              <a:ext uri="{FF2B5EF4-FFF2-40B4-BE49-F238E27FC236}">
                <a16:creationId xmlns:a16="http://schemas.microsoft.com/office/drawing/2014/main" id="{FFC11514-E302-49D6-BD05-69964CE284BE}"/>
              </a:ext>
            </a:extLst>
          </p:cNvPr>
          <p:cNvSpPr>
            <a:spLocks noGrp="1"/>
          </p:cNvSpPr>
          <p:nvPr>
            <p:ph type="body" sz="quarter" idx="26" hasCustomPrompt="1"/>
          </p:nvPr>
        </p:nvSpPr>
        <p:spPr>
          <a:xfrm>
            <a:off x="8256587" y="3163464"/>
            <a:ext cx="3374136" cy="2437236"/>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7" name="Footnote">
            <a:extLst>
              <a:ext uri="{FF2B5EF4-FFF2-40B4-BE49-F238E27FC236}">
                <a16:creationId xmlns:a16="http://schemas.microsoft.com/office/drawing/2014/main" id="{6A2724F1-A61D-41C8-B469-1DCC0F04A93B}"/>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2513687"/>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3 Columns Horizont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08CFE0-20EA-47BD-A7D7-995044419413}"/>
              </a:ext>
            </a:extLst>
          </p:cNvPr>
          <p:cNvSpPr>
            <a:spLocks noGrp="1"/>
          </p:cNvSpPr>
          <p:nvPr>
            <p:ph type="ftr" sz="quarter" idx="2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2" name="Sub-headline">
            <a:extLst>
              <a:ext uri="{FF2B5EF4-FFF2-40B4-BE49-F238E27FC236}">
                <a16:creationId xmlns:a16="http://schemas.microsoft.com/office/drawing/2014/main" id="{5EFA2C65-2BF7-48F8-AA6D-832FA04C275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7" y="1261872"/>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1016"/>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0795"/>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7" name="Subtitle Left">
            <a:extLst>
              <a:ext uri="{FF2B5EF4-FFF2-40B4-BE49-F238E27FC236}">
                <a16:creationId xmlns:a16="http://schemas.microsoft.com/office/drawing/2014/main" id="{CA19107A-2AFD-4DC4-8B24-4A5929C3F2B7}"/>
              </a:ext>
            </a:extLst>
          </p:cNvPr>
          <p:cNvSpPr>
            <a:spLocks noGrp="1"/>
          </p:cNvSpPr>
          <p:nvPr>
            <p:ph type="body" sz="quarter" idx="29" hasCustomPrompt="1"/>
          </p:nvPr>
        </p:nvSpPr>
        <p:spPr>
          <a:xfrm>
            <a:off x="1789877" y="2717095"/>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D9F3B68D-9DD4-41F2-97AC-E83BCE6F9C5D}"/>
              </a:ext>
            </a:extLst>
          </p:cNvPr>
          <p:cNvSpPr>
            <a:spLocks noGrp="1"/>
          </p:cNvSpPr>
          <p:nvPr>
            <p:ph type="body" sz="quarter" idx="30" hasCustomPrompt="1"/>
          </p:nvPr>
        </p:nvSpPr>
        <p:spPr>
          <a:xfrm>
            <a:off x="1789878" y="3036239"/>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4" name="Picture Placeholder  Right">
            <a:extLst>
              <a:ext uri="{FF2B5EF4-FFF2-40B4-BE49-F238E27FC236}">
                <a16:creationId xmlns:a16="http://schemas.microsoft.com/office/drawing/2014/main" id="{BDBD945C-52EF-4677-B50B-FF8E067AEF48}"/>
              </a:ext>
            </a:extLst>
          </p:cNvPr>
          <p:cNvSpPr>
            <a:spLocks noGrp="1"/>
          </p:cNvSpPr>
          <p:nvPr>
            <p:ph type="pic" sz="quarter" idx="23" hasCustomPrompt="1"/>
          </p:nvPr>
        </p:nvSpPr>
        <p:spPr>
          <a:xfrm>
            <a:off x="567039" y="4159718"/>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9" name="Subtitle Left">
            <a:extLst>
              <a:ext uri="{FF2B5EF4-FFF2-40B4-BE49-F238E27FC236}">
                <a16:creationId xmlns:a16="http://schemas.microsoft.com/office/drawing/2014/main" id="{5B2C8265-B4F5-49DF-B3A9-E7A328DB4CE1}"/>
              </a:ext>
            </a:extLst>
          </p:cNvPr>
          <p:cNvSpPr>
            <a:spLocks noGrp="1"/>
          </p:cNvSpPr>
          <p:nvPr>
            <p:ph type="body" sz="quarter" idx="31" hasCustomPrompt="1"/>
          </p:nvPr>
        </p:nvSpPr>
        <p:spPr>
          <a:xfrm>
            <a:off x="1789877" y="4159718"/>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0" name="Text Placeholder 20">
            <a:extLst>
              <a:ext uri="{FF2B5EF4-FFF2-40B4-BE49-F238E27FC236}">
                <a16:creationId xmlns:a16="http://schemas.microsoft.com/office/drawing/2014/main" id="{9C64CBDE-4443-4A7D-A9E5-5CCCF01D58B8}"/>
              </a:ext>
            </a:extLst>
          </p:cNvPr>
          <p:cNvSpPr>
            <a:spLocks noGrp="1"/>
          </p:cNvSpPr>
          <p:nvPr>
            <p:ph type="body" sz="quarter" idx="32" hasCustomPrompt="1"/>
          </p:nvPr>
        </p:nvSpPr>
        <p:spPr>
          <a:xfrm>
            <a:off x="1789878" y="4478862"/>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3" name="Footnote">
            <a:extLst>
              <a:ext uri="{FF2B5EF4-FFF2-40B4-BE49-F238E27FC236}">
                <a16:creationId xmlns:a16="http://schemas.microsoft.com/office/drawing/2014/main" id="{66ED2DD3-99A4-4B46-B1BC-1732442768B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15158432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cons 4 Columns + Content">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3DD9750E-ABDA-4A03-801E-38E1632B8093}"/>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1D199F29-DE09-4DF0-9477-385F6C6242D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4" name="Content Placeholder 3">
            <a:extLst>
              <a:ext uri="{FF2B5EF4-FFF2-40B4-BE49-F238E27FC236}">
                <a16:creationId xmlns:a16="http://schemas.microsoft.com/office/drawing/2014/main" id="{82FD93BB-BB27-4EF7-B79A-C2550EB90CFA}"/>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1872"/>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2" name="Subtitle Top">
            <a:extLst>
              <a:ext uri="{FF2B5EF4-FFF2-40B4-BE49-F238E27FC236}">
                <a16:creationId xmlns:a16="http://schemas.microsoft.com/office/drawing/2014/main" id="{F32872C9-2C41-4ABC-9932-EE0BBAFBE2B9}"/>
              </a:ext>
            </a:extLst>
          </p:cNvPr>
          <p:cNvSpPr>
            <a:spLocks noGrp="1"/>
          </p:cNvSpPr>
          <p:nvPr>
            <p:ph type="body" sz="quarter" idx="36" hasCustomPrompt="1"/>
          </p:nvPr>
        </p:nvSpPr>
        <p:spPr>
          <a:xfrm>
            <a:off x="7488891" y="2483726"/>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3" name="Text Placeholder 15">
            <a:extLst>
              <a:ext uri="{FF2B5EF4-FFF2-40B4-BE49-F238E27FC236}">
                <a16:creationId xmlns:a16="http://schemas.microsoft.com/office/drawing/2014/main" id="{7D0F84AA-F016-40FD-B57B-922B879A885F}"/>
              </a:ext>
            </a:extLst>
          </p:cNvPr>
          <p:cNvSpPr>
            <a:spLocks noGrp="1"/>
          </p:cNvSpPr>
          <p:nvPr>
            <p:ph type="body" sz="quarter" idx="37" hasCustomPrompt="1"/>
          </p:nvPr>
        </p:nvSpPr>
        <p:spPr>
          <a:xfrm>
            <a:off x="7490161" y="2821981"/>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4" name="Subtitle Top">
            <a:extLst>
              <a:ext uri="{FF2B5EF4-FFF2-40B4-BE49-F238E27FC236}">
                <a16:creationId xmlns:a16="http://schemas.microsoft.com/office/drawing/2014/main" id="{F02B674F-D8E9-4242-8C17-0240FB40F65A}"/>
              </a:ext>
            </a:extLst>
          </p:cNvPr>
          <p:cNvSpPr>
            <a:spLocks noGrp="1"/>
          </p:cNvSpPr>
          <p:nvPr>
            <p:ph type="body" sz="quarter" idx="38" hasCustomPrompt="1"/>
          </p:nvPr>
        </p:nvSpPr>
        <p:spPr>
          <a:xfrm>
            <a:off x="7487621" y="3706769"/>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15">
            <a:extLst>
              <a:ext uri="{FF2B5EF4-FFF2-40B4-BE49-F238E27FC236}">
                <a16:creationId xmlns:a16="http://schemas.microsoft.com/office/drawing/2014/main" id="{9F2499DA-5101-4E05-8B0E-D14E56480543}"/>
              </a:ext>
            </a:extLst>
          </p:cNvPr>
          <p:cNvSpPr>
            <a:spLocks noGrp="1"/>
          </p:cNvSpPr>
          <p:nvPr>
            <p:ph type="body" sz="quarter" idx="39" hasCustomPrompt="1"/>
          </p:nvPr>
        </p:nvSpPr>
        <p:spPr>
          <a:xfrm>
            <a:off x="7488891" y="4045024"/>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6" name="Subtitle Top">
            <a:extLst>
              <a:ext uri="{FF2B5EF4-FFF2-40B4-BE49-F238E27FC236}">
                <a16:creationId xmlns:a16="http://schemas.microsoft.com/office/drawing/2014/main" id="{A0B75D8F-9A1B-4EDF-ACD4-90B4C7E458D1}"/>
              </a:ext>
            </a:extLst>
          </p:cNvPr>
          <p:cNvSpPr>
            <a:spLocks noGrp="1"/>
          </p:cNvSpPr>
          <p:nvPr>
            <p:ph type="body" sz="quarter" idx="40" hasCustomPrompt="1"/>
          </p:nvPr>
        </p:nvSpPr>
        <p:spPr>
          <a:xfrm>
            <a:off x="7486351" y="4927165"/>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7" name="Text Placeholder 15">
            <a:extLst>
              <a:ext uri="{FF2B5EF4-FFF2-40B4-BE49-F238E27FC236}">
                <a16:creationId xmlns:a16="http://schemas.microsoft.com/office/drawing/2014/main" id="{D2763317-8032-4545-AB58-78701E7FE79F}"/>
              </a:ext>
            </a:extLst>
          </p:cNvPr>
          <p:cNvSpPr>
            <a:spLocks noGrp="1"/>
          </p:cNvSpPr>
          <p:nvPr>
            <p:ph type="body" sz="quarter" idx="41" hasCustomPrompt="1"/>
          </p:nvPr>
        </p:nvSpPr>
        <p:spPr>
          <a:xfrm>
            <a:off x="7487621" y="5265420"/>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21" name="Footnote">
            <a:extLst>
              <a:ext uri="{FF2B5EF4-FFF2-40B4-BE49-F238E27FC236}">
                <a16:creationId xmlns:a16="http://schemas.microsoft.com/office/drawing/2014/main" id="{9DBFEEAB-9E37-46AB-9295-1B782C9B76BE}"/>
              </a:ext>
            </a:extLst>
          </p:cNvPr>
          <p:cNvSpPr>
            <a:spLocks noGrp="1"/>
          </p:cNvSpPr>
          <p:nvPr>
            <p:ph type="body" sz="quarter" idx="15" hasCustomPrompt="1"/>
          </p:nvPr>
        </p:nvSpPr>
        <p:spPr>
          <a:xfrm>
            <a:off x="567039" y="5904781"/>
            <a:ext cx="11060912" cy="307631"/>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6664483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cons 4 Columns + Conten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bg1"/>
                </a:solidFill>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lnSpc>
                <a:spcPct val="100000"/>
              </a:lnSpc>
              <a:spcBef>
                <a:spcPts val="0"/>
              </a:spcBef>
              <a:spcAft>
                <a:spcPts val="200"/>
              </a:spcAft>
              <a:defRPr sz="1200">
                <a:solidFill>
                  <a:schemeClr val="bg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Tree>
    <p:extLst>
      <p:ext uri="{BB962C8B-B14F-4D97-AF65-F5344CB8AC3E}">
        <p14:creationId xmlns:p14="http://schemas.microsoft.com/office/powerpoint/2010/main" val="353579358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cons 4 Columns + Content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tx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tx1"/>
                </a:solidFill>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lnSpc>
                <a:spcPct val="100000"/>
              </a:lnSpc>
              <a:spcBef>
                <a:spcPts val="0"/>
              </a:spcBef>
              <a:spcAft>
                <a:spcPts val="200"/>
              </a:spcAft>
              <a:defRPr sz="1200">
                <a:solidFill>
                  <a:schemeClr val="tx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tx1"/>
                </a:solidFill>
                <a:latin typeface="+mn-lt"/>
              </a:rPr>
              <a:t>© 2026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14874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cons 2 x 3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87EB15F-F929-4285-B3D2-F12F7A3EDFE1}"/>
              </a:ext>
            </a:extLst>
          </p:cNvPr>
          <p:cNvSpPr>
            <a:spLocks noGrp="1"/>
          </p:cNvSpPr>
          <p:nvPr>
            <p:ph type="ftr" sz="quarter" idx="3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CEBFF992-B5B5-4920-8BF1-3F8A84AE638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8"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30" name="Subtitle Middle">
            <a:extLst>
              <a:ext uri="{FF2B5EF4-FFF2-40B4-BE49-F238E27FC236}">
                <a16:creationId xmlns:a16="http://schemas.microsoft.com/office/drawing/2014/main" id="{AD83F8F7-A173-4FA2-BE9F-FA907F37B675}"/>
              </a:ext>
            </a:extLst>
          </p:cNvPr>
          <p:cNvSpPr>
            <a:spLocks noGrp="1"/>
          </p:cNvSpPr>
          <p:nvPr>
            <p:ph type="body" sz="quarter" idx="17" hasCustomPrompt="1"/>
          </p:nvPr>
        </p:nvSpPr>
        <p:spPr>
          <a:xfrm>
            <a:off x="1784838"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6" name="Text Placeholder 22">
            <a:extLst>
              <a:ext uri="{FF2B5EF4-FFF2-40B4-BE49-F238E27FC236}">
                <a16:creationId xmlns:a16="http://schemas.microsoft.com/office/drawing/2014/main" id="{967F51AC-FAAC-41F8-8C78-8EF80FFF4FF8}"/>
              </a:ext>
            </a:extLst>
          </p:cNvPr>
          <p:cNvSpPr>
            <a:spLocks noGrp="1"/>
          </p:cNvSpPr>
          <p:nvPr>
            <p:ph type="body" sz="quarter" idx="25" hasCustomPrompt="1"/>
          </p:nvPr>
        </p:nvSpPr>
        <p:spPr>
          <a:xfrm>
            <a:off x="1784838"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1" name="Picture Placeholder  Middle">
            <a:extLst>
              <a:ext uri="{FF2B5EF4-FFF2-40B4-BE49-F238E27FC236}">
                <a16:creationId xmlns:a16="http://schemas.microsoft.com/office/drawing/2014/main" id="{ACB6CBE9-656B-4931-8DAE-8958D93E7422}"/>
              </a:ext>
            </a:extLst>
          </p:cNvPr>
          <p:cNvSpPr>
            <a:spLocks noGrp="1"/>
          </p:cNvSpPr>
          <p:nvPr>
            <p:ph type="pic" sz="quarter" idx="33" hasCustomPrompt="1"/>
          </p:nvPr>
        </p:nvSpPr>
        <p:spPr>
          <a:xfrm>
            <a:off x="567039"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0" name="Subtitle Middle">
            <a:extLst>
              <a:ext uri="{FF2B5EF4-FFF2-40B4-BE49-F238E27FC236}">
                <a16:creationId xmlns:a16="http://schemas.microsoft.com/office/drawing/2014/main" id="{FACF049B-4486-44B8-A830-D469FA5F6CDC}"/>
              </a:ext>
            </a:extLst>
          </p:cNvPr>
          <p:cNvSpPr>
            <a:spLocks noGrp="1"/>
          </p:cNvSpPr>
          <p:nvPr>
            <p:ph type="body" sz="quarter" idx="32" hasCustomPrompt="1"/>
          </p:nvPr>
        </p:nvSpPr>
        <p:spPr>
          <a:xfrm>
            <a:off x="1782660"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2" name="Text Placeholder 22">
            <a:extLst>
              <a:ext uri="{FF2B5EF4-FFF2-40B4-BE49-F238E27FC236}">
                <a16:creationId xmlns:a16="http://schemas.microsoft.com/office/drawing/2014/main" id="{564520D8-CDA7-4278-8769-E3C18C1F19A7}"/>
              </a:ext>
            </a:extLst>
          </p:cNvPr>
          <p:cNvSpPr>
            <a:spLocks noGrp="1"/>
          </p:cNvSpPr>
          <p:nvPr>
            <p:ph type="body" sz="quarter" idx="34" hasCustomPrompt="1"/>
          </p:nvPr>
        </p:nvSpPr>
        <p:spPr>
          <a:xfrm>
            <a:off x="1782660"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6" name="Picture Placeholder Left">
            <a:extLst>
              <a:ext uri="{FF2B5EF4-FFF2-40B4-BE49-F238E27FC236}">
                <a16:creationId xmlns:a16="http://schemas.microsoft.com/office/drawing/2014/main" id="{009A490E-8C91-4D1E-BD53-4E7033E185C0}"/>
              </a:ext>
            </a:extLst>
          </p:cNvPr>
          <p:cNvSpPr>
            <a:spLocks noGrp="1"/>
          </p:cNvSpPr>
          <p:nvPr>
            <p:ph type="pic" sz="quarter" idx="28" hasCustomPrompt="1"/>
          </p:nvPr>
        </p:nvSpPr>
        <p:spPr>
          <a:xfrm>
            <a:off x="6550152"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4" name="Subtitle Left">
            <a:extLst>
              <a:ext uri="{FF2B5EF4-FFF2-40B4-BE49-F238E27FC236}">
                <a16:creationId xmlns:a16="http://schemas.microsoft.com/office/drawing/2014/main" id="{4EB342BF-6CAA-4B82-AF57-F25F0E8E4DE8}"/>
              </a:ext>
            </a:extLst>
          </p:cNvPr>
          <p:cNvSpPr>
            <a:spLocks noGrp="1"/>
          </p:cNvSpPr>
          <p:nvPr>
            <p:ph type="body" sz="quarter" idx="26" hasCustomPrompt="1"/>
          </p:nvPr>
        </p:nvSpPr>
        <p:spPr>
          <a:xfrm>
            <a:off x="7765773"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1CB46CF6-6609-40E4-9F18-AAD3D6C5AAB0}"/>
              </a:ext>
            </a:extLst>
          </p:cNvPr>
          <p:cNvSpPr>
            <a:spLocks noGrp="1"/>
          </p:cNvSpPr>
          <p:nvPr>
            <p:ph type="body" sz="quarter" idx="30" hasCustomPrompt="1"/>
          </p:nvPr>
        </p:nvSpPr>
        <p:spPr>
          <a:xfrm>
            <a:off x="7765773"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7" name="Picture Placeholder  Middle">
            <a:extLst>
              <a:ext uri="{FF2B5EF4-FFF2-40B4-BE49-F238E27FC236}">
                <a16:creationId xmlns:a16="http://schemas.microsoft.com/office/drawing/2014/main" id="{B3525E34-70EA-44E1-8FED-6D35963A97D0}"/>
              </a:ext>
            </a:extLst>
          </p:cNvPr>
          <p:cNvSpPr>
            <a:spLocks noGrp="1"/>
          </p:cNvSpPr>
          <p:nvPr>
            <p:ph type="pic" sz="quarter" idx="29" hasCustomPrompt="1"/>
          </p:nvPr>
        </p:nvSpPr>
        <p:spPr>
          <a:xfrm>
            <a:off x="6550152"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5" name="Subtitle Middle">
            <a:extLst>
              <a:ext uri="{FF2B5EF4-FFF2-40B4-BE49-F238E27FC236}">
                <a16:creationId xmlns:a16="http://schemas.microsoft.com/office/drawing/2014/main" id="{792A9CBD-D504-44CD-993E-28D5A82AB143}"/>
              </a:ext>
            </a:extLst>
          </p:cNvPr>
          <p:cNvSpPr>
            <a:spLocks noGrp="1"/>
          </p:cNvSpPr>
          <p:nvPr>
            <p:ph type="body" sz="quarter" idx="27" hasCustomPrompt="1"/>
          </p:nvPr>
        </p:nvSpPr>
        <p:spPr>
          <a:xfrm>
            <a:off x="7765773"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9" name="Text Placeholder 22">
            <a:extLst>
              <a:ext uri="{FF2B5EF4-FFF2-40B4-BE49-F238E27FC236}">
                <a16:creationId xmlns:a16="http://schemas.microsoft.com/office/drawing/2014/main" id="{9AD166B1-99E0-49B7-9424-A1B505123279}"/>
              </a:ext>
            </a:extLst>
          </p:cNvPr>
          <p:cNvSpPr>
            <a:spLocks noGrp="1"/>
          </p:cNvSpPr>
          <p:nvPr>
            <p:ph type="body" sz="quarter" idx="31" hasCustomPrompt="1"/>
          </p:nvPr>
        </p:nvSpPr>
        <p:spPr>
          <a:xfrm>
            <a:off x="7765773"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4" name="Picture Placeholder  Middle">
            <a:extLst>
              <a:ext uri="{FF2B5EF4-FFF2-40B4-BE49-F238E27FC236}">
                <a16:creationId xmlns:a16="http://schemas.microsoft.com/office/drawing/2014/main" id="{C87162C6-1D5F-4F74-AD00-7AF87B19835D}"/>
              </a:ext>
            </a:extLst>
          </p:cNvPr>
          <p:cNvSpPr>
            <a:spLocks noGrp="1"/>
          </p:cNvSpPr>
          <p:nvPr>
            <p:ph type="pic" sz="quarter" idx="36" hasCustomPrompt="1"/>
          </p:nvPr>
        </p:nvSpPr>
        <p:spPr>
          <a:xfrm>
            <a:off x="6547974"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3" name="Subtitle Middle">
            <a:extLst>
              <a:ext uri="{FF2B5EF4-FFF2-40B4-BE49-F238E27FC236}">
                <a16:creationId xmlns:a16="http://schemas.microsoft.com/office/drawing/2014/main" id="{498C1007-D958-4823-AF07-A11D5ED562D1}"/>
              </a:ext>
            </a:extLst>
          </p:cNvPr>
          <p:cNvSpPr>
            <a:spLocks noGrp="1"/>
          </p:cNvSpPr>
          <p:nvPr>
            <p:ph type="body" sz="quarter" idx="35" hasCustomPrompt="1"/>
          </p:nvPr>
        </p:nvSpPr>
        <p:spPr>
          <a:xfrm>
            <a:off x="7763595"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22">
            <a:extLst>
              <a:ext uri="{FF2B5EF4-FFF2-40B4-BE49-F238E27FC236}">
                <a16:creationId xmlns:a16="http://schemas.microsoft.com/office/drawing/2014/main" id="{818AC8AF-5117-4C49-90A1-8427A7B5BDC7}"/>
              </a:ext>
            </a:extLst>
          </p:cNvPr>
          <p:cNvSpPr>
            <a:spLocks noGrp="1"/>
          </p:cNvSpPr>
          <p:nvPr>
            <p:ph type="body" sz="quarter" idx="37" hasCustomPrompt="1"/>
          </p:nvPr>
        </p:nvSpPr>
        <p:spPr>
          <a:xfrm>
            <a:off x="7763595"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7" name="Footnote">
            <a:extLst>
              <a:ext uri="{FF2B5EF4-FFF2-40B4-BE49-F238E27FC236}">
                <a16:creationId xmlns:a16="http://schemas.microsoft.com/office/drawing/2014/main" id="{0C1180AF-6FC1-48D4-9108-195B7C9E0F8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91691256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CHARTS</a:t>
            </a:r>
          </a:p>
        </p:txBody>
      </p:sp>
    </p:spTree>
    <p:extLst>
      <p:ext uri="{BB962C8B-B14F-4D97-AF65-F5344CB8AC3E}">
        <p14:creationId xmlns:p14="http://schemas.microsoft.com/office/powerpoint/2010/main" val="42581145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Chart/Table 1">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3F1773C-83CC-4DD7-8A63-A2D075CD08C5}"/>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AFD64F3-6468-4255-897C-C766A650F8BE}"/>
              </a:ext>
            </a:extLst>
          </p:cNvPr>
          <p:cNvSpPr>
            <a:spLocks noGrp="1"/>
          </p:cNvSpPr>
          <p:nvPr>
            <p:ph type="title" hasCustomPrompt="1"/>
          </p:nvPr>
        </p:nvSpPr>
        <p:spPr>
          <a:xfrm>
            <a:off x="567038" y="342900"/>
            <a:ext cx="5029200" cy="460551"/>
          </a:xfrm>
        </p:spPr>
        <p:txBody>
          <a:bodyPr/>
          <a:lstStyle>
            <a:lvl1pPr>
              <a:defRPr>
                <a:solidFill>
                  <a:schemeClr val="tx1"/>
                </a:solidFill>
              </a:defRPr>
            </a:lvl1pPr>
          </a:lstStyle>
          <a:p>
            <a:r>
              <a:rPr lang="en-US"/>
              <a:t>[Headline]</a:t>
            </a:r>
          </a:p>
        </p:txBody>
      </p:sp>
      <p:sp>
        <p:nvSpPr>
          <p:cNvPr id="13" name="Sub-headline">
            <a:extLst>
              <a:ext uri="{FF2B5EF4-FFF2-40B4-BE49-F238E27FC236}">
                <a16:creationId xmlns:a16="http://schemas.microsoft.com/office/drawing/2014/main" id="{F2F8395B-EC7C-49BC-8971-AA4EFB9AE789}"/>
              </a:ext>
            </a:extLst>
          </p:cNvPr>
          <p:cNvSpPr>
            <a:spLocks noGrp="1"/>
          </p:cNvSpPr>
          <p:nvPr>
            <p:ph type="body" sz="quarter" idx="18" hasCustomPrompt="1"/>
          </p:nvPr>
        </p:nvSpPr>
        <p:spPr>
          <a:xfrm>
            <a:off x="56692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4AB153EC-A950-47EE-AB73-6EB5E4AEFEEB}"/>
              </a:ext>
            </a:extLst>
          </p:cNvPr>
          <p:cNvSpPr>
            <a:spLocks noGrp="1"/>
          </p:cNvSpPr>
          <p:nvPr>
            <p:ph sz="quarter" idx="36"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Content Placeholder 17">
            <a:extLst>
              <a:ext uri="{FF2B5EF4-FFF2-40B4-BE49-F238E27FC236}">
                <a16:creationId xmlns:a16="http://schemas.microsoft.com/office/drawing/2014/main" id="{3D88D426-7BF0-4172-85D4-A6B8E9C24743}"/>
              </a:ext>
            </a:extLst>
          </p:cNvPr>
          <p:cNvSpPr>
            <a:spLocks noGrp="1"/>
          </p:cNvSpPr>
          <p:nvPr>
            <p:ph sz="quarter" idx="15" hasCustomPrompt="1"/>
          </p:nvPr>
        </p:nvSpPr>
        <p:spPr>
          <a:xfrm>
            <a:off x="6607174" y="342900"/>
            <a:ext cx="5027613" cy="5257800"/>
          </a:xfrm>
          <a:prstGeom prst="rect">
            <a:avLst/>
          </a:prstGeom>
        </p:spPr>
        <p:txBody>
          <a:bodyPr anchor="ctr"/>
          <a:lstStyle>
            <a:lvl1pPr marL="0" indent="0" algn="ctr">
              <a:buNone/>
              <a:defRPr/>
            </a:lvl1pPr>
          </a:lstStyle>
          <a:p>
            <a:pPr lvl="0"/>
            <a:r>
              <a:rPr lang="en-US"/>
              <a:t>[Click respective icon to insert CHART or TABLE </a:t>
            </a:r>
            <a:br>
              <a:rPr lang="en-US"/>
            </a:br>
            <a:r>
              <a:rPr lang="en-US"/>
              <a:t>– not text]</a:t>
            </a:r>
          </a:p>
        </p:txBody>
      </p:sp>
      <p:sp>
        <p:nvSpPr>
          <p:cNvPr id="11" name="Footnote">
            <a:extLst>
              <a:ext uri="{FF2B5EF4-FFF2-40B4-BE49-F238E27FC236}">
                <a16:creationId xmlns:a16="http://schemas.microsoft.com/office/drawing/2014/main" id="{E0FEE6F1-5ED6-4155-AB7C-9001D5E5229F}"/>
              </a:ext>
            </a:extLst>
          </p:cNvPr>
          <p:cNvSpPr>
            <a:spLocks noGrp="1"/>
          </p:cNvSpPr>
          <p:nvPr>
            <p:ph type="body" sz="quarter" idx="37"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54613818"/>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 Horizontal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F825584D-1BC8-446F-BB3F-0C023D59BA81}"/>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6FA2FA71-8E88-4D67-B89E-0764EEEBCB2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4691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8" y="2286176"/>
            <a:ext cx="11067749" cy="3309952"/>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5E1F8941-2DB1-43B3-A8B3-04F898C347B0}"/>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9031544"/>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 Statement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C86FBA1-A5CB-4CA3-86CA-543F3C5C62AB}"/>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7A70C313-1E6D-4772-BFC4-2550335AB35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33472"/>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9" y="2286000"/>
            <a:ext cx="5528962" cy="3310128"/>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0D3DA49E-6BCF-4AC4-B935-9372CF029C86}"/>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6607176" y="2286000"/>
            <a:ext cx="5027614" cy="331012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46454262"/>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 Statement 3">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6D4F9971-BA27-4DF9-9670-81370BC41F18}"/>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D4ED6766-5856-43C2-97F7-01E8EBA9AD1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5029200" cy="138077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567038" y="2828182"/>
            <a:ext cx="5029200" cy="277251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6607175" y="1261872"/>
            <a:ext cx="5024651" cy="4937760"/>
          </a:xfrm>
          <a:noFill/>
        </p:spPr>
        <p:txBody>
          <a:bodyPr anchor="ctr"/>
          <a:lstStyle>
            <a:lvl1pPr marL="0" indent="0" algn="ctr">
              <a:buNone/>
              <a:defRPr/>
            </a:lvl1pPr>
            <a:lvl2pPr marL="169863" indent="0">
              <a:buNone/>
              <a:defRPr/>
            </a:lvl2pPr>
          </a:lstStyle>
          <a:p>
            <a:pPr lvl="0"/>
            <a:r>
              <a:rPr lang="en-US"/>
              <a:t>[Click respective icon to add CHART or TABLE </a:t>
            </a:r>
            <a:br>
              <a:rPr lang="en-US"/>
            </a:br>
            <a:r>
              <a:rPr lang="en-US"/>
              <a:t>– not text]</a:t>
            </a:r>
          </a:p>
        </p:txBody>
      </p:sp>
      <p:sp>
        <p:nvSpPr>
          <p:cNvPr id="16" name="Footnote">
            <a:extLst>
              <a:ext uri="{FF2B5EF4-FFF2-40B4-BE49-F238E27FC236}">
                <a16:creationId xmlns:a16="http://schemas.microsoft.com/office/drawing/2014/main" id="{49C5F243-305C-4A83-8B6C-457510264654}"/>
              </a:ext>
            </a:extLst>
          </p:cNvPr>
          <p:cNvSpPr>
            <a:spLocks noGrp="1"/>
          </p:cNvSpPr>
          <p:nvPr>
            <p:ph type="body" sz="quarter" idx="21"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60049969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0" b="1">
                <a:solidFill>
                  <a:schemeClr val="tx1"/>
                </a:solidFill>
              </a:rPr>
              <a:t>STATEMENTS</a:t>
            </a:r>
          </a:p>
        </p:txBody>
      </p:sp>
    </p:spTree>
    <p:extLst>
      <p:ext uri="{BB962C8B-B14F-4D97-AF65-F5344CB8AC3E}">
        <p14:creationId xmlns:p14="http://schemas.microsoft.com/office/powerpoint/2010/main" val="3521994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tatement Photo">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FAE9242-AE57-42CB-99F5-9AFC9B96251A}"/>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8" name="Picture Placeholder 7">
            <a:extLst>
              <a:ext uri="{FF2B5EF4-FFF2-40B4-BE49-F238E27FC236}">
                <a16:creationId xmlns:a16="http://schemas.microsoft.com/office/drawing/2014/main" id="{BF7B47CD-8901-46EE-AB48-D0A3C468D400}"/>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a:prstGeom prst="rect">
            <a:avLst/>
          </a:prstGeom>
          <a:blipFill>
            <a:blip r:embed="rId2"/>
            <a:stretch>
              <a:fillRect/>
            </a:stretch>
          </a:blipFill>
        </p:spPr>
        <p:txBody>
          <a:bodyPr anchor="ctr"/>
          <a:lstStyle>
            <a:lvl1pPr marL="0" indent="0" algn="ctr">
              <a:buNone/>
              <a:defRPr/>
            </a:lvl1pPr>
          </a:lstStyle>
          <a:p>
            <a:r>
              <a:rPr lang="en-US"/>
              <a:t>[Click to insert photo and then “Send to back” to place photo in background and add statement text]</a:t>
            </a:r>
          </a:p>
        </p:txBody>
      </p:sp>
      <p:sp>
        <p:nvSpPr>
          <p:cNvPr id="6" name="Rectangle 5">
            <a:extLst>
              <a:ext uri="{FF2B5EF4-FFF2-40B4-BE49-F238E27FC236}">
                <a16:creationId xmlns:a16="http://schemas.microsoft.com/office/drawing/2014/main" id="{B578FD19-AE96-4C05-B985-606DD59F77A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a26f9ea4d6285a32e0deb120994276e6.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565210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tatement Black">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sp>
        <p:nvSpPr>
          <p:cNvPr id="64" name="Rectangle 63">
            <a:extLst>
              <a:ext uri="{FF2B5EF4-FFF2-40B4-BE49-F238E27FC236}">
                <a16:creationId xmlns:a16="http://schemas.microsoft.com/office/drawing/2014/main" id="{0AF2750B-AD6E-4AB7-BC8F-49A352652125}"/>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574927552"/>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tatement White">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1" name="Text Placeholder 6">
            <a:extLst>
              <a:ext uri="{FF2B5EF4-FFF2-40B4-BE49-F238E27FC236}">
                <a16:creationId xmlns:a16="http://schemas.microsoft.com/office/drawing/2014/main" id="{E728C08C-0481-418C-8998-03197761BCAE}"/>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27313836"/>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DIVIDERS</a:t>
            </a:r>
          </a:p>
        </p:txBody>
      </p:sp>
    </p:spTree>
    <p:extLst>
      <p:ext uri="{BB962C8B-B14F-4D97-AF65-F5344CB8AC3E}">
        <p14:creationId xmlns:p14="http://schemas.microsoft.com/office/powerpoint/2010/main" val="36988886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B2BB06-A918-4461-A3C3-E0F62881116D}"/>
              </a:ext>
            </a:extLst>
          </p:cNvPr>
          <p:cNvSpPr>
            <a:spLocks noGrp="1"/>
          </p:cNvSpPr>
          <p:nvPr>
            <p:ph type="ftr" sz="quarter" idx="16"/>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CFA18E4-D58E-4B28-B105-28D9665A8EBC}" type="slidenum">
              <a:rPr lang="en-US" smtClean="0"/>
              <a:t>‹#›</a:t>
            </a:fld>
            <a:endParaRPr lang="en-US"/>
          </a:p>
        </p:txBody>
      </p:sp>
      <p:sp>
        <p:nvSpPr>
          <p:cNvPr id="68" name="Title 1">
            <a:extLst>
              <a:ext uri="{FF2B5EF4-FFF2-40B4-BE49-F238E27FC236}">
                <a16:creationId xmlns:a16="http://schemas.microsoft.com/office/drawing/2014/main" id="{64E68955-1F47-48A6-A186-3CE836A9C055}"/>
              </a:ext>
            </a:extLst>
          </p:cNvPr>
          <p:cNvSpPr>
            <a:spLocks noGrp="1"/>
          </p:cNvSpPr>
          <p:nvPr>
            <p:ph type="title" hasCustomPrompt="1"/>
          </p:nvPr>
        </p:nvSpPr>
        <p:spPr>
          <a:xfrm>
            <a:off x="558798" y="456344"/>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D2621E20-CD29-4C8E-8931-671EA0A0A209}"/>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0" name="Picture Placeholder 6">
            <a:extLst>
              <a:ext uri="{FF2B5EF4-FFF2-40B4-BE49-F238E27FC236}">
                <a16:creationId xmlns:a16="http://schemas.microsoft.com/office/drawing/2014/main" id="{398B8C0B-A3E4-4E75-AED3-0E66FE4C8A90}"/>
              </a:ext>
            </a:extLst>
          </p:cNvPr>
          <p:cNvSpPr>
            <a:spLocks noGrp="1"/>
          </p:cNvSpPr>
          <p:nvPr>
            <p:ph type="pic" sz="quarter" idx="15" hasCustomPrompt="1"/>
          </p:nvPr>
        </p:nvSpPr>
        <p:spPr>
          <a:xfrm>
            <a:off x="6098117" y="479784"/>
            <a:ext cx="6093883" cy="5557838"/>
          </a:xfrm>
          <a:prstGeom prst="rect">
            <a:avLst/>
          </a:prstGeom>
          <a:blipFill>
            <a:blip r:embed="rId3"/>
            <a:stretch>
              <a:fillRect/>
            </a:stretch>
          </a:blipFill>
        </p:spPr>
        <p:txBody>
          <a:bodyPr anchor="ctr"/>
          <a:lstStyle>
            <a:lvl1pPr marL="0" indent="0" algn="ctr">
              <a:buNone/>
              <a:defRPr/>
            </a:lvl1pPr>
          </a:lstStyle>
          <a:p>
            <a:r>
              <a:rPr lang="en-US"/>
              <a:t>[Insert photo]</a:t>
            </a:r>
          </a:p>
        </p:txBody>
      </p:sp>
      <p:sp>
        <p:nvSpPr>
          <p:cNvPr id="121" name="Rectangle 120">
            <a:extLst>
              <a:ext uri="{FF2B5EF4-FFF2-40B4-BE49-F238E27FC236}">
                <a16:creationId xmlns:a16="http://schemas.microsoft.com/office/drawing/2014/main" id="{7387A807-7D19-4269-A6EC-9BCB2336139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8551228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4 Photo">
    <p:bg>
      <p:bgPr>
        <a:solidFill>
          <a:schemeClr val="accent5"/>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B1A11F5-24CC-4F34-844F-F61047D8B1E6}"/>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2" name="Title 1">
            <a:extLst>
              <a:ext uri="{FF2B5EF4-FFF2-40B4-BE49-F238E27FC236}">
                <a16:creationId xmlns:a16="http://schemas.microsoft.com/office/drawing/2014/main" id="{004B315D-93E5-4AEB-A2B1-CBCD42F25624}"/>
              </a:ext>
            </a:extLst>
          </p:cNvPr>
          <p:cNvSpPr>
            <a:spLocks noGrp="1"/>
          </p:cNvSpPr>
          <p:nvPr>
            <p:ph type="title" hasCustomPrompt="1"/>
          </p:nvPr>
        </p:nvSpPr>
        <p:spPr>
          <a:xfrm>
            <a:off x="558798" y="456343"/>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794C1205-987F-4989-B4B0-84F9B893104F}"/>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64" name="Picture Placeholder 6">
            <a:extLst>
              <a:ext uri="{FF2B5EF4-FFF2-40B4-BE49-F238E27FC236}">
                <a16:creationId xmlns:a16="http://schemas.microsoft.com/office/drawing/2014/main" id="{D89211C8-4F78-4574-8F29-4EF3145B98B7}"/>
              </a:ext>
            </a:extLst>
          </p:cNvPr>
          <p:cNvSpPr>
            <a:spLocks noGrp="1"/>
          </p:cNvSpPr>
          <p:nvPr>
            <p:ph type="pic" sz="quarter" idx="15" hasCustomPrompt="1"/>
          </p:nvPr>
        </p:nvSpPr>
        <p:spPr>
          <a:xfrm>
            <a:off x="6098117" y="479784"/>
            <a:ext cx="6093883" cy="5557838"/>
          </a:xfrm>
          <a:prstGeom prst="rect">
            <a:avLst/>
          </a:prstGeom>
          <a:blipFill>
            <a:blip r:embed="rId3"/>
            <a:stretch>
              <a:fillRect/>
            </a:stretch>
          </a:blipFill>
        </p:spPr>
        <p:txBody>
          <a:bodyPr anchor="ctr"/>
          <a:lstStyle>
            <a:lvl1pPr marL="0" indent="0" algn="ctr">
              <a:buNone/>
              <a:defRPr/>
            </a:lvl1pPr>
          </a:lstStyle>
          <a:p>
            <a:r>
              <a:rPr lang="en-US"/>
              <a:t>[Insert photo]</a:t>
            </a:r>
          </a:p>
        </p:txBody>
      </p:sp>
      <p:sp>
        <p:nvSpPr>
          <p:cNvPr id="61" name="Rectangle 60">
            <a:extLst>
              <a:ext uri="{FF2B5EF4-FFF2-40B4-BE49-F238E27FC236}">
                <a16:creationId xmlns:a16="http://schemas.microsoft.com/office/drawing/2014/main" id="{A59E951D-F3DE-46AE-984E-2C735163DA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6040326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ivider 1">
    <p:bg>
      <p:bgRef idx="1001">
        <a:schemeClr val="bg1"/>
      </p:bgRef>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21" name="Title 1">
            <a:extLst>
              <a:ext uri="{FF2B5EF4-FFF2-40B4-BE49-F238E27FC236}">
                <a16:creationId xmlns:a16="http://schemas.microsoft.com/office/drawing/2014/main" id="{CC1BE429-C3BF-4A3B-ABAB-1DEBDFEA64A1}"/>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BFDBA538-CF34-4648-8EE0-7F62FCB87133}"/>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22" name="Text Placeholder 6">
            <a:extLst>
              <a:ext uri="{FF2B5EF4-FFF2-40B4-BE49-F238E27FC236}">
                <a16:creationId xmlns:a16="http://schemas.microsoft.com/office/drawing/2014/main" id="{DEBE0202-C83B-4CDF-99B4-51D3CE5F8F85}"/>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8575191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3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9" name="Title 1">
            <a:extLst>
              <a:ext uri="{FF2B5EF4-FFF2-40B4-BE49-F238E27FC236}">
                <a16:creationId xmlns:a16="http://schemas.microsoft.com/office/drawing/2014/main" id="{E30EE35D-B2D5-4830-B369-B5A8238119AC}"/>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11" name="Text Placeholder 6">
            <a:extLst>
              <a:ext uri="{FF2B5EF4-FFF2-40B4-BE49-F238E27FC236}">
                <a16:creationId xmlns:a16="http://schemas.microsoft.com/office/drawing/2014/main" id="{1512F92D-B39B-4FD8-861D-DD5F814885B6}"/>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sp>
        <p:nvSpPr>
          <p:cNvPr id="62" name="Rectangle 61">
            <a:extLst>
              <a:ext uri="{FF2B5EF4-FFF2-40B4-BE49-F238E27FC236}">
                <a16:creationId xmlns:a16="http://schemas.microsoft.com/office/drawing/2014/main" id="{B06DD8B7-FA4D-4FA7-93BB-F640355701C6}"/>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0287835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8800" b="1">
                <a:solidFill>
                  <a:schemeClr val="tx1"/>
                </a:solidFill>
              </a:rPr>
              <a:t>These layouts for Heritage </a:t>
            </a:r>
            <a:br>
              <a:rPr lang="en-US" sz="8800" b="1">
                <a:solidFill>
                  <a:schemeClr val="tx1"/>
                </a:solidFill>
              </a:rPr>
            </a:br>
            <a:r>
              <a:rPr lang="en-US" sz="8800" b="1">
                <a:solidFill>
                  <a:schemeClr val="tx1"/>
                </a:solidFill>
              </a:rPr>
              <a:t>IHS Markit </a:t>
            </a:r>
          </a:p>
          <a:p>
            <a:pPr algn="ctr"/>
            <a:r>
              <a:rPr lang="en-US" sz="8800" b="1">
                <a:solidFill>
                  <a:schemeClr val="tx1"/>
                </a:solidFill>
              </a:rPr>
              <a:t>PPT reports only</a:t>
            </a:r>
          </a:p>
        </p:txBody>
      </p:sp>
    </p:spTree>
    <p:extLst>
      <p:ext uri="{BB962C8B-B14F-4D97-AF65-F5344CB8AC3E}">
        <p14:creationId xmlns:p14="http://schemas.microsoft.com/office/powerpoint/2010/main" val="7057110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A10638-F8C8-460B-BF8F-560536AE12C9}"/>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4" name="Sub-headline">
            <a:extLst>
              <a:ext uri="{FF2B5EF4-FFF2-40B4-BE49-F238E27FC236}">
                <a16:creationId xmlns:a16="http://schemas.microsoft.com/office/drawing/2014/main" id="{7FD28A21-9996-4A7D-92D3-5150F7C775E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66746"/>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9" name="Footnote">
            <a:extLst>
              <a:ext uri="{FF2B5EF4-FFF2-40B4-BE49-F238E27FC236}">
                <a16:creationId xmlns:a16="http://schemas.microsoft.com/office/drawing/2014/main" id="{5197417C-C410-43F1-9B2C-D847D35740A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34478303"/>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laceholders 1">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4647B6-122D-44F9-8D7F-50F8A7ACC9B7}"/>
              </a:ext>
            </a:extLst>
          </p:cNvPr>
          <p:cNvSpPr>
            <a:spLocks noGrp="1"/>
          </p:cNvSpPr>
          <p:nvPr>
            <p:ph type="ftr" sz="quarter" idx="21"/>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DE438935-9E2D-4AE3-9F3D-D5F3BB7EB9D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1"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4428715"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8293719"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A14DB3E1-6D55-4844-83B1-91565767B00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67079774"/>
      </p:ext>
    </p:extLst>
  </p:cSld>
  <p:clrMapOvr>
    <a:masterClrMapping/>
  </p:clrMapOvr>
  <p:extLst>
    <p:ext uri="{DCECCB84-F9BA-43D5-87BE-67443E8EF086}">
      <p15:sldGuideLst xmlns:p15="http://schemas.microsoft.com/office/powerpoint/2012/main">
        <p15:guide id="5" orient="horz" pos="792" userDrawn="1">
          <p15:clr>
            <a:srgbClr val="FBAE40"/>
          </p15:clr>
        </p15:guide>
        <p15:guide id="6" orient="horz" pos="352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Placeholders 2">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34465B-44AB-421E-BC47-0D67C004C08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2ECAC461-FE4E-4AB6-AB93-3D153F6E59A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3772"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8503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F9E2DB8B-6E97-4FE5-BF0C-EF72C02F057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0346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Placeholders 3">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C6180C9-13C1-4554-989B-D2FCC7C65C1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5CEC3D32-DE73-4338-BFCC-E7BDCD2C2A3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7206E27B-EDA8-4480-A52B-C084CF0D579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22608800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Placeholder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664AE1-F712-4056-96F2-627ACD75D8AB}"/>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F346F33D-2E31-4707-AF32-FF8FAE8A45A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74313"/>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7" name="Footnote">
            <a:extLst>
              <a:ext uri="{FF2B5EF4-FFF2-40B4-BE49-F238E27FC236}">
                <a16:creationId xmlns:a16="http://schemas.microsoft.com/office/drawing/2014/main" id="{B09D4A4B-356B-4A62-9288-4627B8B3C318}"/>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28137297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TITLES</a:t>
            </a:r>
          </a:p>
        </p:txBody>
      </p:sp>
    </p:spTree>
    <p:extLst>
      <p:ext uri="{BB962C8B-B14F-4D97-AF65-F5344CB8AC3E}">
        <p14:creationId xmlns:p14="http://schemas.microsoft.com/office/powerpoint/2010/main" val="222015815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289200"/>
            <a:ext cx="7114032" cy="1776729"/>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11215010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CERA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408174121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Horizons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314066165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Platts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171208879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267411"/>
            <a:ext cx="7189020" cy="1864409"/>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267411"/>
            <a:ext cx="552961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65461517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CERA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21541635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Horizons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1190750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Platts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22592153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TOC/AGENDA</a:t>
            </a:r>
          </a:p>
        </p:txBody>
      </p:sp>
    </p:spTree>
    <p:extLst>
      <p:ext uri="{BB962C8B-B14F-4D97-AF65-F5344CB8AC3E}">
        <p14:creationId xmlns:p14="http://schemas.microsoft.com/office/powerpoint/2010/main" val="417007709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Photo 2">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788391-9181-4039-9662-943128F9F643}"/>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itle 1">
            <a:extLst>
              <a:ext uri="{FF2B5EF4-FFF2-40B4-BE49-F238E27FC236}">
                <a16:creationId xmlns:a16="http://schemas.microsoft.com/office/drawing/2014/main" id="{C1E8CFFC-BDBD-4E31-B071-4DDAA1454C11}"/>
              </a:ext>
            </a:extLst>
          </p:cNvPr>
          <p:cNvSpPr>
            <a:spLocks noGrp="1"/>
          </p:cNvSpPr>
          <p:nvPr>
            <p:ph type="title" hasCustomPrompt="1"/>
          </p:nvPr>
        </p:nvSpPr>
        <p:spPr>
          <a:xfrm>
            <a:off x="558798" y="456344"/>
            <a:ext cx="5214685" cy="709068"/>
          </a:xfrm>
          <a:prstGeom prst="rect">
            <a:avLst/>
          </a:prstGeom>
        </p:spPr>
        <p:txBody>
          <a:bodyPr anchor="ctr">
            <a:normAutofit/>
          </a:bodyPr>
          <a:lstStyle>
            <a:lvl1pPr>
              <a:defRPr sz="4000"/>
            </a:lvl1pPr>
          </a:lstStyle>
          <a:p>
            <a:r>
              <a:rPr lang="en-US"/>
              <a:t>Table of contents</a:t>
            </a:r>
          </a:p>
        </p:txBody>
      </p:sp>
      <p:sp>
        <p:nvSpPr>
          <p:cNvPr id="9" name="Text Placeholder 2">
            <a:extLst>
              <a:ext uri="{FF2B5EF4-FFF2-40B4-BE49-F238E27FC236}">
                <a16:creationId xmlns:a16="http://schemas.microsoft.com/office/drawing/2014/main" id="{4EBCF259-845B-4BA5-97CB-E81D70E376E7}"/>
              </a:ext>
            </a:extLst>
          </p:cNvPr>
          <p:cNvSpPr>
            <a:spLocks noGrp="1"/>
          </p:cNvSpPr>
          <p:nvPr>
            <p:ph idx="1" hasCustomPrompt="1"/>
          </p:nvPr>
        </p:nvSpPr>
        <p:spPr>
          <a:xfrm>
            <a:off x="567039" y="1289097"/>
            <a:ext cx="5214685" cy="4748525"/>
          </a:xfrm>
          <a:prstGeom prst="rect">
            <a:avLst/>
          </a:prstGeom>
        </p:spPr>
        <p:txBody>
          <a:bodyPr vert="horz" lIns="0" tIns="0" rIns="0" bIns="0" rtlCol="0">
            <a:noAutofit/>
          </a:bodyPr>
          <a:lstStyle>
            <a:lvl1pPr marL="0" indent="0">
              <a:buFontTx/>
              <a:buNone/>
              <a:defRPr/>
            </a:lvl1pPr>
            <a:lvl2pPr marL="169863" indent="0">
              <a:buFontTx/>
              <a:buNone/>
              <a:defRPr/>
            </a:lvl2pPr>
            <a:lvl3pPr marL="341312" indent="0">
              <a:buFontTx/>
              <a:buNone/>
              <a:defRPr/>
            </a:lvl3pPr>
            <a:lvl4pPr marL="517525" indent="0">
              <a:buFontTx/>
              <a:buNone/>
              <a:defRPr/>
            </a:lvl4pPr>
            <a:lvl5pPr marL="687387" indent="0">
              <a:buFontTx/>
              <a:buNone/>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p:txBody>
      </p:sp>
      <p:sp>
        <p:nvSpPr>
          <p:cNvPr id="8" name="Picture Placeholder 6">
            <a:extLst>
              <a:ext uri="{FF2B5EF4-FFF2-40B4-BE49-F238E27FC236}">
                <a16:creationId xmlns:a16="http://schemas.microsoft.com/office/drawing/2014/main" id="{DF119F31-B551-49BE-B486-88A63B1BDA06}"/>
              </a:ext>
            </a:extLst>
          </p:cNvPr>
          <p:cNvSpPr>
            <a:spLocks noGrp="1"/>
          </p:cNvSpPr>
          <p:nvPr>
            <p:ph type="pic" sz="quarter" idx="15" hasCustomPrompt="1"/>
          </p:nvPr>
        </p:nvSpPr>
        <p:spPr>
          <a:xfrm>
            <a:off x="6098117" y="479784"/>
            <a:ext cx="6093883" cy="5557838"/>
          </a:xfrm>
          <a:prstGeom prst="rect">
            <a:avLst/>
          </a:prstGeom>
          <a:blipFill>
            <a:blip r:embed="rId2"/>
            <a:stretch>
              <a:fillRect/>
            </a:stretch>
          </a:blipFill>
        </p:spPr>
        <p:txBody>
          <a:bodyPr anchor="ctr"/>
          <a:lstStyle>
            <a:lvl1pPr marL="0" indent="0" algn="ctr">
              <a:buNone/>
              <a:defRPr/>
            </a:lvl1pPr>
          </a:lstStyle>
          <a:p>
            <a:r>
              <a:rPr lang="en-US"/>
              <a:t>[Insert photo]</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9577802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Agenda - presentation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 name="TextBox 5">
            <a:extLst>
              <a:ext uri="{FF2B5EF4-FFF2-40B4-BE49-F238E27FC236}">
                <a16:creationId xmlns:a16="http://schemas.microsoft.com/office/drawing/2014/main" id="{D1AB2D4B-61B8-4F93-BE55-9F895DB392B2}"/>
              </a:ext>
            </a:extLst>
          </p:cNvPr>
          <p:cNvSpPr txBox="1"/>
          <p:nvPr userDrawn="1"/>
        </p:nvSpPr>
        <p:spPr>
          <a:xfrm>
            <a:off x="558799" y="3694832"/>
            <a:ext cx="3583709" cy="615553"/>
          </a:xfrm>
          <a:prstGeom prst="rect">
            <a:avLst/>
          </a:prstGeom>
          <a:noFill/>
        </p:spPr>
        <p:txBody>
          <a:bodyPr wrap="square" lIns="0" tIns="0" rIns="0" bIns="0" rtlCol="0" anchor="ctr">
            <a:spAutoFit/>
          </a:bodyPr>
          <a:lstStyle/>
          <a:p>
            <a:pPr algn="l">
              <a:spcAft>
                <a:spcPts val="200"/>
              </a:spcAft>
            </a:pPr>
            <a:r>
              <a:rPr lang="en-US" sz="4000"/>
              <a:t>Agenda</a:t>
            </a:r>
          </a:p>
        </p:txBody>
      </p:sp>
      <p:sp>
        <p:nvSpPr>
          <p:cNvPr id="53" name="Text Placeholder 5">
            <a:extLst>
              <a:ext uri="{FF2B5EF4-FFF2-40B4-BE49-F238E27FC236}">
                <a16:creationId xmlns:a16="http://schemas.microsoft.com/office/drawing/2014/main" id="{7ADECE40-364B-4CC4-B417-72EED8D3C3F4}"/>
              </a:ext>
            </a:extLst>
          </p:cNvPr>
          <p:cNvSpPr>
            <a:spLocks noGrp="1"/>
          </p:cNvSpPr>
          <p:nvPr>
            <p:ph type="body" sz="quarter" idx="14" hasCustomPrompt="1"/>
          </p:nvPr>
        </p:nvSpPr>
        <p:spPr>
          <a:xfrm>
            <a:off x="6607175" y="1951891"/>
            <a:ext cx="5026025" cy="4101436"/>
          </a:xfrm>
          <a:prstGeom prst="rect">
            <a:avLst/>
          </a:prstGeom>
        </p:spPr>
        <p:txBody>
          <a:bodyPr anchor="ctr"/>
          <a:lstStyle>
            <a:lvl1pPr marL="0" indent="0">
              <a:buFont typeface="Arial" panose="020B0604020202020204" pitchFamily="34" charset="0"/>
              <a:buChar char="​"/>
              <a:defRPr sz="2400"/>
            </a:lvl1pPr>
            <a:lvl2pPr marL="228600" indent="-228600">
              <a:defRPr sz="1800"/>
            </a:lvl2pPr>
          </a:lstStyle>
          <a:p>
            <a:pPr lvl="0"/>
            <a:r>
              <a:rPr lang="en-US"/>
              <a:t>[Click to add content items]</a:t>
            </a:r>
          </a:p>
          <a:p>
            <a:pPr lvl="1"/>
            <a:r>
              <a:rPr lang="en-US"/>
              <a:t>Second level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373127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C - report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 name="TextBox 3">
            <a:extLst>
              <a:ext uri="{FF2B5EF4-FFF2-40B4-BE49-F238E27FC236}">
                <a16:creationId xmlns:a16="http://schemas.microsoft.com/office/drawing/2014/main" id="{368E778E-5794-4781-A782-DE31D3000154}"/>
              </a:ext>
            </a:extLst>
          </p:cNvPr>
          <p:cNvSpPr txBox="1"/>
          <p:nvPr userDrawn="1"/>
        </p:nvSpPr>
        <p:spPr>
          <a:xfrm>
            <a:off x="567038" y="323644"/>
            <a:ext cx="11064240" cy="369332"/>
          </a:xfrm>
          <a:prstGeom prst="rect">
            <a:avLst/>
          </a:prstGeom>
          <a:noFill/>
        </p:spPr>
        <p:txBody>
          <a:bodyPr wrap="square" lIns="0" tIns="0" rIns="0" bIns="0" rtlCol="0">
            <a:spAutoFit/>
          </a:bodyPr>
          <a:lstStyle/>
          <a:p>
            <a:pPr algn="l"/>
            <a:r>
              <a:rPr lang="en-US" sz="2400"/>
              <a:t>Table of contents</a:t>
            </a:r>
          </a:p>
        </p:txBody>
      </p:sp>
      <p:sp>
        <p:nvSpPr>
          <p:cNvPr id="10" name="Content Placeholder 2">
            <a:extLst>
              <a:ext uri="{FF2B5EF4-FFF2-40B4-BE49-F238E27FC236}">
                <a16:creationId xmlns:a16="http://schemas.microsoft.com/office/drawing/2014/main" id="{85F1D6E6-A55C-4ECB-8E20-E9695CD41CD9}"/>
              </a:ext>
            </a:extLst>
          </p:cNvPr>
          <p:cNvSpPr>
            <a:spLocks noGrp="1"/>
          </p:cNvSpPr>
          <p:nvPr>
            <p:ph sz="quarter" idx="17" hasCustomPrompt="1"/>
          </p:nvPr>
        </p:nvSpPr>
        <p:spPr>
          <a:xfrm>
            <a:off x="567037" y="1257300"/>
            <a:ext cx="11060913" cy="4937760"/>
          </a:xfrm>
        </p:spPr>
        <p:txBody>
          <a:bodyPr numCol="2" spcCol="914400"/>
          <a:lstStyle>
            <a:lvl1pPr>
              <a:tabLst>
                <a:tab pos="5081588" algn="r"/>
              </a:tabLst>
              <a:defRPr/>
            </a:lvl1pPr>
            <a:lvl2pPr>
              <a:tabLst>
                <a:tab pos="5081588" algn="r"/>
              </a:tabLst>
              <a:defRPr/>
            </a:lvl2pPr>
            <a:lvl3pPr>
              <a:tabLst>
                <a:tab pos="5081588" algn="r"/>
              </a:tabLst>
              <a:defRPr/>
            </a:lvl3pPr>
            <a:lvl4pPr>
              <a:tabLst>
                <a:tab pos="5081588" algn="r"/>
              </a:tabLst>
              <a:defRPr/>
            </a:lvl4pPr>
            <a:lvl5pPr>
              <a:tabLst>
                <a:tab pos="5081588" algn="r"/>
              </a:tabLst>
              <a:defRPr/>
            </a:lvl5p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9222876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BIOS</a:t>
            </a:r>
          </a:p>
        </p:txBody>
      </p:sp>
    </p:spTree>
    <p:extLst>
      <p:ext uri="{BB962C8B-B14F-4D97-AF65-F5344CB8AC3E}">
        <p14:creationId xmlns:p14="http://schemas.microsoft.com/office/powerpoint/2010/main" val="112023931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ingle Autho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BE700C-9B65-48D2-B989-340A545D1AF8}"/>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2138754E-07B4-4557-9122-37777C75797C}"/>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[Presenter/Moderator/Panelist] – select a title</a:t>
            </a:r>
          </a:p>
        </p:txBody>
      </p:sp>
      <p:sp>
        <p:nvSpPr>
          <p:cNvPr id="10" name="Picture Placeholder 17">
            <a:extLst>
              <a:ext uri="{FF2B5EF4-FFF2-40B4-BE49-F238E27FC236}">
                <a16:creationId xmlns:a16="http://schemas.microsoft.com/office/drawing/2014/main" id="{D96010C1-4595-4367-B9F6-DB15F9269834}"/>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anchor="ctr"/>
          <a:lstStyle>
            <a:lvl1pPr marL="0" indent="0" algn="ctr">
              <a:buNone/>
              <a:defRPr b="1"/>
            </a:lvl1pPr>
          </a:lstStyle>
          <a:p>
            <a:r>
              <a:rPr lang="en-US"/>
              <a:t>Click to add portrait photo or remove</a:t>
            </a:r>
          </a:p>
        </p:txBody>
      </p:sp>
      <p:sp>
        <p:nvSpPr>
          <p:cNvPr id="9" name="Text Placeholder 6">
            <a:extLst>
              <a:ext uri="{FF2B5EF4-FFF2-40B4-BE49-F238E27FC236}">
                <a16:creationId xmlns:a16="http://schemas.microsoft.com/office/drawing/2014/main" id="{458F1CB7-C380-4D98-8B57-644A777302F2}"/>
              </a:ext>
            </a:extLst>
          </p:cNvPr>
          <p:cNvSpPr>
            <a:spLocks noGrp="1"/>
          </p:cNvSpPr>
          <p:nvPr>
            <p:ph type="body" sz="quarter" idx="24" hasCustomPrompt="1"/>
          </p:nvPr>
        </p:nvSpPr>
        <p:spPr>
          <a:xfrm>
            <a:off x="3136392" y="1903413"/>
            <a:ext cx="8493356" cy="2187575"/>
          </a:xfrm>
          <a:prstGeom prst="rect">
            <a:avLst/>
          </a:prstGeom>
        </p:spPr>
        <p:txBody>
          <a:bodyPr anchor="ctr"/>
          <a:lstStyle>
            <a:lvl1pPr marL="0" indent="0">
              <a:lnSpc>
                <a:spcPct val="100000"/>
              </a:lnSpc>
              <a:spcBef>
                <a:spcPts val="0"/>
              </a:spcBef>
              <a:spcAft>
                <a:spcPts val="600"/>
              </a:spcAft>
              <a:buFontTx/>
              <a:buNone/>
              <a:defRPr/>
            </a:lvl1pPr>
            <a:lvl2pPr marL="183764" indent="0">
              <a:buFontTx/>
              <a:buNone/>
              <a:defRPr/>
            </a:lvl2pPr>
            <a:lvl3pPr marL="397056" indent="0">
              <a:buFontTx/>
              <a:buNone/>
              <a:defRPr/>
            </a:lvl3pPr>
            <a:lvl4pPr marL="566913" indent="0">
              <a:buFontTx/>
              <a:buNone/>
              <a:defRPr/>
            </a:lvl4pPr>
            <a:lvl5pPr marL="740645" indent="0">
              <a:buFontTx/>
              <a:buNone/>
              <a:defRPr/>
            </a:lvl5pPr>
          </a:lstStyle>
          <a:p>
            <a:pPr lvl="0"/>
            <a:r>
              <a:rPr lang="en-US"/>
              <a:t>Copy and paste the first paragraph of your bio here</a:t>
            </a:r>
          </a:p>
        </p:txBody>
      </p:sp>
      <p:sp>
        <p:nvSpPr>
          <p:cNvPr id="5" name="Text Placeholder 7">
            <a:extLst>
              <a:ext uri="{FF2B5EF4-FFF2-40B4-BE49-F238E27FC236}">
                <a16:creationId xmlns:a16="http://schemas.microsoft.com/office/drawing/2014/main" id="{2BFEA3C9-368E-4564-8216-477D103F8884}"/>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6" name="Text Placeholder 7">
            <a:extLst>
              <a:ext uri="{FF2B5EF4-FFF2-40B4-BE49-F238E27FC236}">
                <a16:creationId xmlns:a16="http://schemas.microsoft.com/office/drawing/2014/main" id="{4A29EB88-5E45-4FD8-93B5-97649F1F7C7B}"/>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7" name="Text Placeholder 7">
            <a:extLst>
              <a:ext uri="{FF2B5EF4-FFF2-40B4-BE49-F238E27FC236}">
                <a16:creationId xmlns:a16="http://schemas.microsoft.com/office/drawing/2014/main" id="{B7A4A313-FD4C-48FC-8393-47C4FDF1DEB7}"/>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955795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7" name="Picture Placeholder 17">
            <a:extLst>
              <a:ext uri="{FF2B5EF4-FFF2-40B4-BE49-F238E27FC236}">
                <a16:creationId xmlns:a16="http://schemas.microsoft.com/office/drawing/2014/main" id="{0963E4D1-F246-4469-BECB-540CBCA1B881}"/>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2A8E5B0D-3D58-4517-81C4-D7B36DC30599}"/>
              </a:ext>
            </a:extLst>
          </p:cNvPr>
          <p:cNvSpPr>
            <a:spLocks noGrp="1"/>
          </p:cNvSpPr>
          <p:nvPr>
            <p:ph type="pic" sz="quarter" idx="24" hasCustomPrompt="1"/>
          </p:nvPr>
        </p:nvSpPr>
        <p:spPr>
          <a:xfrm>
            <a:off x="6527866"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4B4B870D-FC17-4918-9CBB-99F7941BFFA4}"/>
              </a:ext>
            </a:extLst>
          </p:cNvPr>
          <p:cNvSpPr>
            <a:spLocks noGrp="1"/>
          </p:cNvSpPr>
          <p:nvPr>
            <p:ph type="body" sz="quarter" idx="25" hasCustomPrompt="1"/>
          </p:nvPr>
        </p:nvSpPr>
        <p:spPr>
          <a:xfrm>
            <a:off x="6527865" y="4249619"/>
            <a:ext cx="5093091"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59E5C66B-6906-4F19-BF8F-DC836C6943AE}"/>
              </a:ext>
            </a:extLst>
          </p:cNvPr>
          <p:cNvSpPr>
            <a:spLocks noGrp="1"/>
          </p:cNvSpPr>
          <p:nvPr>
            <p:ph type="body" sz="quarter" idx="26" hasCustomPrompt="1"/>
          </p:nvPr>
        </p:nvSpPr>
        <p:spPr>
          <a:xfrm>
            <a:off x="6527865" y="4647556"/>
            <a:ext cx="5095907"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A0732281-1662-446D-BF97-1F36FDA2C65B}"/>
              </a:ext>
            </a:extLst>
          </p:cNvPr>
          <p:cNvSpPr>
            <a:spLocks noGrp="1"/>
          </p:cNvSpPr>
          <p:nvPr>
            <p:ph type="body" sz="quarter" idx="27" hasCustomPrompt="1"/>
          </p:nvPr>
        </p:nvSpPr>
        <p:spPr>
          <a:xfrm>
            <a:off x="6536657" y="5109741"/>
            <a:ext cx="5093091"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32345860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6" name="Picture Placeholder 17">
            <a:extLst>
              <a:ext uri="{FF2B5EF4-FFF2-40B4-BE49-F238E27FC236}">
                <a16:creationId xmlns:a16="http://schemas.microsoft.com/office/drawing/2014/main" id="{E18A9881-DF3F-4314-8841-AAA80E908A97}"/>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69372" y="4258763"/>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69372" y="4656700"/>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78164" y="5118885"/>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8" name="Picture Placeholder 17">
            <a:extLst>
              <a:ext uri="{FF2B5EF4-FFF2-40B4-BE49-F238E27FC236}">
                <a16:creationId xmlns:a16="http://schemas.microsoft.com/office/drawing/2014/main" id="{C592B89A-95D5-4D3F-9919-D8C4397786C1}"/>
              </a:ext>
            </a:extLst>
          </p:cNvPr>
          <p:cNvSpPr>
            <a:spLocks noGrp="1"/>
          </p:cNvSpPr>
          <p:nvPr>
            <p:ph type="pic" sz="quarter" idx="24" hasCustomPrompt="1"/>
          </p:nvPr>
        </p:nvSpPr>
        <p:spPr>
          <a:xfrm>
            <a:off x="4448624"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9" name="Text Placeholder 7">
            <a:extLst>
              <a:ext uri="{FF2B5EF4-FFF2-40B4-BE49-F238E27FC236}">
                <a16:creationId xmlns:a16="http://schemas.microsoft.com/office/drawing/2014/main" id="{B44B7B59-8A0C-4D95-9D25-5E3DF480AAAB}"/>
              </a:ext>
            </a:extLst>
          </p:cNvPr>
          <p:cNvSpPr>
            <a:spLocks noGrp="1"/>
          </p:cNvSpPr>
          <p:nvPr>
            <p:ph type="body" sz="quarter" idx="25" hasCustomPrompt="1"/>
          </p:nvPr>
        </p:nvSpPr>
        <p:spPr>
          <a:xfrm>
            <a:off x="4430937"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0" name="Text Placeholder 7">
            <a:extLst>
              <a:ext uri="{FF2B5EF4-FFF2-40B4-BE49-F238E27FC236}">
                <a16:creationId xmlns:a16="http://schemas.microsoft.com/office/drawing/2014/main" id="{D867FDEA-93C7-4652-AC2F-743293039C3C}"/>
              </a:ext>
            </a:extLst>
          </p:cNvPr>
          <p:cNvSpPr>
            <a:spLocks noGrp="1"/>
          </p:cNvSpPr>
          <p:nvPr>
            <p:ph type="body" sz="quarter" idx="26" hasCustomPrompt="1"/>
          </p:nvPr>
        </p:nvSpPr>
        <p:spPr>
          <a:xfrm>
            <a:off x="4430937"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1" name="Text Placeholder 7">
            <a:extLst>
              <a:ext uri="{FF2B5EF4-FFF2-40B4-BE49-F238E27FC236}">
                <a16:creationId xmlns:a16="http://schemas.microsoft.com/office/drawing/2014/main" id="{5F3E5738-3EED-47E4-B437-5701BE83D5BB}"/>
              </a:ext>
            </a:extLst>
          </p:cNvPr>
          <p:cNvSpPr>
            <a:spLocks noGrp="1"/>
          </p:cNvSpPr>
          <p:nvPr>
            <p:ph type="body" sz="quarter" idx="27" hasCustomPrompt="1"/>
          </p:nvPr>
        </p:nvSpPr>
        <p:spPr>
          <a:xfrm>
            <a:off x="4439729"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22" name="Picture Placeholder 17">
            <a:extLst>
              <a:ext uri="{FF2B5EF4-FFF2-40B4-BE49-F238E27FC236}">
                <a16:creationId xmlns:a16="http://schemas.microsoft.com/office/drawing/2014/main" id="{565A1BAD-5C48-4C0D-AE93-5DBA70892675}"/>
              </a:ext>
            </a:extLst>
          </p:cNvPr>
          <p:cNvSpPr>
            <a:spLocks noGrp="1"/>
          </p:cNvSpPr>
          <p:nvPr>
            <p:ph type="pic" sz="quarter" idx="28" hasCustomPrompt="1"/>
          </p:nvPr>
        </p:nvSpPr>
        <p:spPr>
          <a:xfrm>
            <a:off x="8224782"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23" name="Text Placeholder 7">
            <a:extLst>
              <a:ext uri="{FF2B5EF4-FFF2-40B4-BE49-F238E27FC236}">
                <a16:creationId xmlns:a16="http://schemas.microsoft.com/office/drawing/2014/main" id="{EA3D350B-6C94-4545-86A9-0AD2FE58305E}"/>
              </a:ext>
            </a:extLst>
          </p:cNvPr>
          <p:cNvSpPr>
            <a:spLocks noGrp="1"/>
          </p:cNvSpPr>
          <p:nvPr>
            <p:ph type="body" sz="quarter" idx="29" hasCustomPrompt="1"/>
          </p:nvPr>
        </p:nvSpPr>
        <p:spPr>
          <a:xfrm>
            <a:off x="8224781"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4" name="Text Placeholder 7">
            <a:extLst>
              <a:ext uri="{FF2B5EF4-FFF2-40B4-BE49-F238E27FC236}">
                <a16:creationId xmlns:a16="http://schemas.microsoft.com/office/drawing/2014/main" id="{FEEFE4CE-79A1-47ED-A87A-3656BFD65401}"/>
              </a:ext>
            </a:extLst>
          </p:cNvPr>
          <p:cNvSpPr>
            <a:spLocks noGrp="1"/>
          </p:cNvSpPr>
          <p:nvPr>
            <p:ph type="body" sz="quarter" idx="30" hasCustomPrompt="1"/>
          </p:nvPr>
        </p:nvSpPr>
        <p:spPr>
          <a:xfrm>
            <a:off x="8224781"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5" name="Text Placeholder 7">
            <a:extLst>
              <a:ext uri="{FF2B5EF4-FFF2-40B4-BE49-F238E27FC236}">
                <a16:creationId xmlns:a16="http://schemas.microsoft.com/office/drawing/2014/main" id="{35772D5C-CDC5-422E-9C96-517E55AE44FE}"/>
              </a:ext>
            </a:extLst>
          </p:cNvPr>
          <p:cNvSpPr>
            <a:spLocks noGrp="1"/>
          </p:cNvSpPr>
          <p:nvPr>
            <p:ph type="body" sz="quarter" idx="31" hasCustomPrompt="1"/>
          </p:nvPr>
        </p:nvSpPr>
        <p:spPr>
          <a:xfrm>
            <a:off x="8233573"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81971570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D0302A-6B11-4359-9340-D7697342E077}"/>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4348ACEE-4D47-4395-8914-65292080F51E}"/>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5" name="Picture Placeholder 17">
            <a:extLst>
              <a:ext uri="{FF2B5EF4-FFF2-40B4-BE49-F238E27FC236}">
                <a16:creationId xmlns:a16="http://schemas.microsoft.com/office/drawing/2014/main" id="{13874D71-DEE4-4585-9798-1C1D387CEF03}"/>
              </a:ext>
            </a:extLst>
          </p:cNvPr>
          <p:cNvSpPr>
            <a:spLocks noGrp="1"/>
          </p:cNvSpPr>
          <p:nvPr>
            <p:ph type="pic" sz="quarter" idx="23" hasCustomPrompt="1"/>
          </p:nvPr>
        </p:nvSpPr>
        <p:spPr>
          <a:xfrm>
            <a:off x="567039"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6" name="Text Placeholder 7">
            <a:extLst>
              <a:ext uri="{FF2B5EF4-FFF2-40B4-BE49-F238E27FC236}">
                <a16:creationId xmlns:a16="http://schemas.microsoft.com/office/drawing/2014/main" id="{267613AE-2BF4-40BC-BF6A-47F974F6E966}"/>
              </a:ext>
            </a:extLst>
          </p:cNvPr>
          <p:cNvSpPr>
            <a:spLocks noGrp="1"/>
          </p:cNvSpPr>
          <p:nvPr>
            <p:ph type="body" sz="quarter" idx="13" hasCustomPrompt="1"/>
          </p:nvPr>
        </p:nvSpPr>
        <p:spPr>
          <a:xfrm>
            <a:off x="567039"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7" name="Text Placeholder 7">
            <a:extLst>
              <a:ext uri="{FF2B5EF4-FFF2-40B4-BE49-F238E27FC236}">
                <a16:creationId xmlns:a16="http://schemas.microsoft.com/office/drawing/2014/main" id="{AE90B753-E282-442B-84E7-5A7E2F8C0706}"/>
              </a:ext>
            </a:extLst>
          </p:cNvPr>
          <p:cNvSpPr>
            <a:spLocks noGrp="1"/>
          </p:cNvSpPr>
          <p:nvPr>
            <p:ph type="body" sz="quarter" idx="14" hasCustomPrompt="1"/>
          </p:nvPr>
        </p:nvSpPr>
        <p:spPr>
          <a:xfrm>
            <a:off x="567040"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8" name="Text Placeholder 7">
            <a:extLst>
              <a:ext uri="{FF2B5EF4-FFF2-40B4-BE49-F238E27FC236}">
                <a16:creationId xmlns:a16="http://schemas.microsoft.com/office/drawing/2014/main" id="{B00296E1-79C9-4288-BB0D-268520881F96}"/>
              </a:ext>
            </a:extLst>
          </p:cNvPr>
          <p:cNvSpPr>
            <a:spLocks noGrp="1"/>
          </p:cNvSpPr>
          <p:nvPr>
            <p:ph type="body" sz="quarter" idx="15" hasCustomPrompt="1"/>
          </p:nvPr>
        </p:nvSpPr>
        <p:spPr>
          <a:xfrm>
            <a:off x="575831"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7DCCDFBD-3BCA-4F0C-923B-9AF98CADDCDB}"/>
              </a:ext>
            </a:extLst>
          </p:cNvPr>
          <p:cNvSpPr>
            <a:spLocks noGrp="1"/>
          </p:cNvSpPr>
          <p:nvPr>
            <p:ph type="pic" sz="quarter" idx="24" hasCustomPrompt="1"/>
          </p:nvPr>
        </p:nvSpPr>
        <p:spPr>
          <a:xfrm>
            <a:off x="3448527"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5A4BD374-EAF1-48D8-9CD4-A02D195CC8B4}"/>
              </a:ext>
            </a:extLst>
          </p:cNvPr>
          <p:cNvSpPr>
            <a:spLocks noGrp="1"/>
          </p:cNvSpPr>
          <p:nvPr>
            <p:ph type="body" sz="quarter" idx="25" hasCustomPrompt="1"/>
          </p:nvPr>
        </p:nvSpPr>
        <p:spPr>
          <a:xfrm>
            <a:off x="3448527"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A52EF8A5-21BA-476E-8BE5-9C93113CD721}"/>
              </a:ext>
            </a:extLst>
          </p:cNvPr>
          <p:cNvSpPr>
            <a:spLocks noGrp="1"/>
          </p:cNvSpPr>
          <p:nvPr>
            <p:ph type="body" sz="quarter" idx="26" hasCustomPrompt="1"/>
          </p:nvPr>
        </p:nvSpPr>
        <p:spPr>
          <a:xfrm>
            <a:off x="3454175"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2F910126-582E-45E7-ADD6-72F532C9B02F}"/>
              </a:ext>
            </a:extLst>
          </p:cNvPr>
          <p:cNvSpPr>
            <a:spLocks noGrp="1"/>
          </p:cNvSpPr>
          <p:nvPr>
            <p:ph type="body" sz="quarter" idx="27" hasCustomPrompt="1"/>
          </p:nvPr>
        </p:nvSpPr>
        <p:spPr>
          <a:xfrm>
            <a:off x="3462966"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3" name="Picture Placeholder 17">
            <a:extLst>
              <a:ext uri="{FF2B5EF4-FFF2-40B4-BE49-F238E27FC236}">
                <a16:creationId xmlns:a16="http://schemas.microsoft.com/office/drawing/2014/main" id="{825C02C8-87E5-4224-BC8C-BCD842C1C04E}"/>
              </a:ext>
            </a:extLst>
          </p:cNvPr>
          <p:cNvSpPr>
            <a:spLocks noGrp="1"/>
          </p:cNvSpPr>
          <p:nvPr>
            <p:ph type="pic" sz="quarter" idx="28" hasCustomPrompt="1"/>
          </p:nvPr>
        </p:nvSpPr>
        <p:spPr>
          <a:xfrm>
            <a:off x="6330015"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4" name="Text Placeholder 7">
            <a:extLst>
              <a:ext uri="{FF2B5EF4-FFF2-40B4-BE49-F238E27FC236}">
                <a16:creationId xmlns:a16="http://schemas.microsoft.com/office/drawing/2014/main" id="{6FFA6E76-5DE6-4F14-8C70-9B1EDBA4577B}"/>
              </a:ext>
            </a:extLst>
          </p:cNvPr>
          <p:cNvSpPr>
            <a:spLocks noGrp="1"/>
          </p:cNvSpPr>
          <p:nvPr>
            <p:ph type="body" sz="quarter" idx="29" hasCustomPrompt="1"/>
          </p:nvPr>
        </p:nvSpPr>
        <p:spPr>
          <a:xfrm>
            <a:off x="6330015" y="425914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5" name="Text Placeholder 7">
            <a:extLst>
              <a:ext uri="{FF2B5EF4-FFF2-40B4-BE49-F238E27FC236}">
                <a16:creationId xmlns:a16="http://schemas.microsoft.com/office/drawing/2014/main" id="{CDF41FE2-E444-49AC-AF04-E846336EF9C7}"/>
              </a:ext>
            </a:extLst>
          </p:cNvPr>
          <p:cNvSpPr>
            <a:spLocks noGrp="1"/>
          </p:cNvSpPr>
          <p:nvPr>
            <p:ph type="body" sz="quarter" idx="30" hasCustomPrompt="1"/>
          </p:nvPr>
        </p:nvSpPr>
        <p:spPr>
          <a:xfrm>
            <a:off x="6332519" y="465708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6" name="Text Placeholder 7">
            <a:extLst>
              <a:ext uri="{FF2B5EF4-FFF2-40B4-BE49-F238E27FC236}">
                <a16:creationId xmlns:a16="http://schemas.microsoft.com/office/drawing/2014/main" id="{1D326573-CDF5-4639-8BB3-A9BF21601920}"/>
              </a:ext>
            </a:extLst>
          </p:cNvPr>
          <p:cNvSpPr>
            <a:spLocks noGrp="1"/>
          </p:cNvSpPr>
          <p:nvPr>
            <p:ph type="body" sz="quarter" idx="31" hasCustomPrompt="1"/>
          </p:nvPr>
        </p:nvSpPr>
        <p:spPr>
          <a:xfrm>
            <a:off x="6341310" y="511926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7" name="Picture Placeholder 17">
            <a:extLst>
              <a:ext uri="{FF2B5EF4-FFF2-40B4-BE49-F238E27FC236}">
                <a16:creationId xmlns:a16="http://schemas.microsoft.com/office/drawing/2014/main" id="{D3BD3CB3-A08D-44E5-A7FB-5896B3A8B382}"/>
              </a:ext>
            </a:extLst>
          </p:cNvPr>
          <p:cNvSpPr>
            <a:spLocks noGrp="1"/>
          </p:cNvSpPr>
          <p:nvPr>
            <p:ph type="pic" sz="quarter" idx="32" hasCustomPrompt="1"/>
          </p:nvPr>
        </p:nvSpPr>
        <p:spPr>
          <a:xfrm>
            <a:off x="9211503"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8" name="Text Placeholder 7">
            <a:extLst>
              <a:ext uri="{FF2B5EF4-FFF2-40B4-BE49-F238E27FC236}">
                <a16:creationId xmlns:a16="http://schemas.microsoft.com/office/drawing/2014/main" id="{92BC594B-3E6F-42C9-8E2D-D40A431B0600}"/>
              </a:ext>
            </a:extLst>
          </p:cNvPr>
          <p:cNvSpPr>
            <a:spLocks noGrp="1"/>
          </p:cNvSpPr>
          <p:nvPr>
            <p:ph type="body" sz="quarter" idx="33" hasCustomPrompt="1"/>
          </p:nvPr>
        </p:nvSpPr>
        <p:spPr>
          <a:xfrm>
            <a:off x="9211502" y="4259144"/>
            <a:ext cx="2413459"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9" name="Text Placeholder 7">
            <a:extLst>
              <a:ext uri="{FF2B5EF4-FFF2-40B4-BE49-F238E27FC236}">
                <a16:creationId xmlns:a16="http://schemas.microsoft.com/office/drawing/2014/main" id="{DEDD6D3A-1A63-472D-8053-3788409FA4B0}"/>
              </a:ext>
            </a:extLst>
          </p:cNvPr>
          <p:cNvSpPr>
            <a:spLocks noGrp="1"/>
          </p:cNvSpPr>
          <p:nvPr>
            <p:ph type="body" sz="quarter" idx="34" hasCustomPrompt="1"/>
          </p:nvPr>
        </p:nvSpPr>
        <p:spPr>
          <a:xfrm>
            <a:off x="9211503" y="4657081"/>
            <a:ext cx="241479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0" name="Text Placeholder 7">
            <a:extLst>
              <a:ext uri="{FF2B5EF4-FFF2-40B4-BE49-F238E27FC236}">
                <a16:creationId xmlns:a16="http://schemas.microsoft.com/office/drawing/2014/main" id="{8A7D7523-6E2A-4652-9057-9383EAD3750C}"/>
              </a:ext>
            </a:extLst>
          </p:cNvPr>
          <p:cNvSpPr>
            <a:spLocks noGrp="1"/>
          </p:cNvSpPr>
          <p:nvPr>
            <p:ph type="body" sz="quarter" idx="35" hasCustomPrompt="1"/>
          </p:nvPr>
        </p:nvSpPr>
        <p:spPr>
          <a:xfrm>
            <a:off x="9220294" y="5119266"/>
            <a:ext cx="2413459"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2767519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7200" b="1">
                <a:solidFill>
                  <a:schemeClr val="tx1"/>
                </a:solidFill>
              </a:rPr>
              <a:t>Disclaimers</a:t>
            </a:r>
          </a:p>
          <a:p>
            <a:pPr algn="ctr"/>
            <a:r>
              <a:rPr lang="en-US" sz="7200" b="1">
                <a:solidFill>
                  <a:schemeClr val="tx1"/>
                </a:solidFill>
              </a:rPr>
              <a:t>Must be included at the end of every deliverable</a:t>
            </a:r>
          </a:p>
        </p:txBody>
      </p:sp>
    </p:spTree>
    <p:extLst>
      <p:ext uri="{BB962C8B-B14F-4D97-AF65-F5344CB8AC3E}">
        <p14:creationId xmlns:p14="http://schemas.microsoft.com/office/powerpoint/2010/main" val="361831604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Energ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228397"/>
            <a:ext cx="11077576" cy="4401205"/>
          </a:xfrm>
          <a:prstGeom prst="rect">
            <a:avLst/>
          </a:prstGeom>
          <a:noFill/>
        </p:spPr>
        <p:txBody>
          <a:bodyPr wrap="square" anchor="t">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 2026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For all other queries or requests pursuant to this notice, please contact S&amp;P Global Inc. via email at support.energy@spglobal.com.</a:t>
            </a:r>
          </a:p>
        </p:txBody>
      </p:sp>
    </p:spTree>
    <p:extLst>
      <p:ext uri="{BB962C8B-B14F-4D97-AF65-F5344CB8AC3E}">
        <p14:creationId xmlns:p14="http://schemas.microsoft.com/office/powerpoint/2010/main" val="298893045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Energy_Spark">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225296"/>
            <a:ext cx="11077576" cy="4555093"/>
          </a:xfrm>
          <a:prstGeom prst="rect">
            <a:avLst/>
          </a:prstGeom>
          <a:noFill/>
        </p:spPr>
        <p:txBody>
          <a:bodyPr wrap="square" anchor="t">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 2026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For all other queries or requests pursuant to this notice, please contact S&amp;P Global Inc. via email </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rPr>
              <a:t>at </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hlinkClick r:id="rId2">
                  <a:extLst>
                    <a:ext uri="{A12FA001-AC4F-418D-AE19-62706E023703}">
                      <ahyp:hlinkClr xmlns:ahyp="http://schemas.microsoft.com/office/drawing/2018/hyperlinkcolor" val="tx"/>
                    </a:ext>
                  </a:extLst>
                </a:hlinkClick>
              </a:rPr>
              <a:t>support.energy@spglobal.com</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rPr>
              <a:t>.</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schemeClr val="tx1"/>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1000">
                <a:solidFill>
                  <a:schemeClr val="tx1"/>
                </a:solidFill>
                <a:effectLst/>
              </a:rPr>
              <a:t>This content was created with the assistance of Kensho Spark Assist, an artificial intelligence (AI) tool. For complete Terms of Use, see </a:t>
            </a:r>
            <a:r>
              <a:rPr lang="en-US" sz="1000">
                <a:solidFill>
                  <a:schemeClr val="tx1"/>
                </a:solidFill>
                <a:effectLst/>
                <a:hlinkClick r:id="rId3" tooltip="https://www.spglobal.com/en/terms-of-use.">
                  <a:extLst>
                    <a:ext uri="{A12FA001-AC4F-418D-AE19-62706E023703}">
                      <ahyp:hlinkClr xmlns:ahyp="http://schemas.microsoft.com/office/drawing/2018/hyperlinkcolor" val="tx"/>
                    </a:ext>
                  </a:extLst>
                </a:hlinkClick>
              </a:rPr>
              <a:t>https://www.spglobal.com/en/terms-of-use</a:t>
            </a:r>
            <a:r>
              <a:rPr lang="en-US" sz="1000">
                <a:solidFill>
                  <a:schemeClr val="tx1"/>
                </a:solidFill>
                <a:effectLst/>
              </a:rPr>
              <a:t>. </a:t>
            </a:r>
            <a:endParaRPr kumimoji="0" lang="en-US" sz="1000" b="0" i="0" u="none" strike="noStrike" kern="1200" cap="none" spc="0" normalizeH="0" baseline="0" noProof="0">
              <a:ln>
                <a:noFill/>
              </a:ln>
              <a:solidFill>
                <a:schemeClr val="tx1"/>
              </a:solidFill>
              <a:effectLst/>
              <a:uLnTx/>
              <a:uFillTx/>
              <a:latin typeface="Arial" panose="020B0604020202020204"/>
              <a:ea typeface="+mn-ea"/>
              <a:cs typeface="+mn-cs"/>
            </a:endParaRPr>
          </a:p>
        </p:txBody>
      </p:sp>
    </p:spTree>
    <p:extLst>
      <p:ext uri="{BB962C8B-B14F-4D97-AF65-F5344CB8AC3E}">
        <p14:creationId xmlns:p14="http://schemas.microsoft.com/office/powerpoint/2010/main" val="158885151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732733"/>
            <a:ext cx="11077576" cy="3392532"/>
          </a:xfrm>
          <a:prstGeom prst="rect">
            <a:avLst/>
          </a:prstGeom>
          <a:noFill/>
        </p:spPr>
        <p:txBody>
          <a:bodyPr wrap="square" anchor="t">
            <a:spAutoFit/>
          </a:bodyPr>
          <a:lstStyle/>
          <a:p>
            <a:pPr marL="0" marR="0">
              <a:lnSpc>
                <a:spcPct val="107000"/>
              </a:lnSpc>
              <a:spcBef>
                <a:spcPts val="0"/>
              </a:spcBef>
              <a:spcAft>
                <a:spcPts val="800"/>
              </a:spcAft>
            </a:pPr>
            <a:r>
              <a:rPr lang="en-US" sz="1000" b="1">
                <a:effectLst/>
                <a:latin typeface="Arial" panose="020B0604020202020204" pitchFamily="34" charset="0"/>
                <a:ea typeface="Calibri" panose="020F0502020204030204" pitchFamily="34" charset="0"/>
                <a:cs typeface="Arial" panose="020B0604020202020204" pitchFamily="34" charset="0"/>
              </a:rPr>
              <a:t>Disclaimer</a:t>
            </a:r>
            <a:endParaRPr lang="en-US" sz="100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Copyright © 2026 S&amp;P Global. All rights reserved. The [</a:t>
            </a:r>
            <a:r>
              <a:rPr lang="en-US" sz="100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p:txBody>
      </p:sp>
    </p:spTree>
    <p:extLst>
      <p:ext uri="{BB962C8B-B14F-4D97-AF65-F5344CB8AC3E}">
        <p14:creationId xmlns:p14="http://schemas.microsoft.com/office/powerpoint/2010/main" val="60755330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_Spark">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737360"/>
            <a:ext cx="11077576" cy="3659784"/>
          </a:xfrm>
          <a:prstGeom prst="rect">
            <a:avLst/>
          </a:prstGeom>
          <a:noFill/>
        </p:spPr>
        <p:txBody>
          <a:bodyPr wrap="square" anchor="t">
            <a:spAutoFit/>
          </a:bodyPr>
          <a:lstStyle/>
          <a:p>
            <a:pPr marL="0" marR="0">
              <a:lnSpc>
                <a:spcPct val="107000"/>
              </a:lnSpc>
              <a:spcBef>
                <a:spcPts val="0"/>
              </a:spcBef>
              <a:spcAft>
                <a:spcPts val="800"/>
              </a:spcAft>
            </a:pPr>
            <a:r>
              <a:rPr lang="en-US" sz="1000" b="1">
                <a:effectLst/>
                <a:latin typeface="Arial" panose="020B0604020202020204" pitchFamily="34" charset="0"/>
                <a:ea typeface="Calibri" panose="020F0502020204030204" pitchFamily="34" charset="0"/>
                <a:cs typeface="Arial" panose="020B0604020202020204" pitchFamily="34" charset="0"/>
              </a:rPr>
              <a:t>Disclaimer</a:t>
            </a:r>
            <a:endParaRPr lang="en-US" sz="100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Copyright © 2026 S&amp;P Global. All rights reserved. The [</a:t>
            </a:r>
            <a:r>
              <a:rPr lang="en-US" sz="100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tx1"/>
                </a:solidFill>
                <a:effectLst/>
              </a:rPr>
              <a:t>This content was created with the assistance of Kensho Spark Assist, an artificial intelligence (AI) tool. For complete Terms of Use, see </a:t>
            </a:r>
            <a:r>
              <a:rPr lang="en-US" sz="1000">
                <a:solidFill>
                  <a:schemeClr val="tx1"/>
                </a:solidFill>
                <a:effectLst/>
                <a:hlinkClick r:id="rId3" tooltip="https://www.spglobal.com/en/terms-of-use.">
                  <a:extLst>
                    <a:ext uri="{A12FA001-AC4F-418D-AE19-62706E023703}">
                      <ahyp:hlinkClr xmlns:ahyp="http://schemas.microsoft.com/office/drawing/2018/hyperlinkcolor" val="tx"/>
                    </a:ext>
                  </a:extLst>
                </a:hlinkClick>
              </a:rPr>
              <a:t>https://www.spglobal.com/en/terms-of-use</a:t>
            </a:r>
            <a:r>
              <a:rPr lang="en-US" sz="1000">
                <a:solidFill>
                  <a:schemeClr val="tx1"/>
                </a:solidFill>
                <a:effectLst/>
              </a:rPr>
              <a:t>. </a:t>
            </a:r>
            <a:endParaRPr lang="en-US" sz="100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5499802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A77DE4-BCDB-47D9-B82E-92CB162DC268}"/>
              </a:ext>
            </a:extLst>
          </p:cNvPr>
          <p:cNvSpPr txBox="1"/>
          <p:nvPr userDrawn="1"/>
        </p:nvSpPr>
        <p:spPr>
          <a:xfrm>
            <a:off x="0" y="0"/>
            <a:ext cx="12192000" cy="6858000"/>
          </a:xfrm>
          <a:prstGeom prst="rect">
            <a:avLst/>
          </a:prstGeom>
          <a:solidFill>
            <a:schemeClr val="accent5"/>
          </a:solidFill>
        </p:spPr>
        <p:txBody>
          <a:bodyPr wrap="square" rtlCol="0" anchor="ctr">
            <a:noAutofit/>
          </a:bodyPr>
          <a:lstStyle/>
          <a:p>
            <a:pPr algn="ctr">
              <a:lnSpc>
                <a:spcPct val="90000"/>
              </a:lnSpc>
            </a:pPr>
            <a:r>
              <a:rPr lang="en-US" sz="11500" b="1"/>
              <a:t>DO NOT USE LAYOUTS AFTER THIS! </a:t>
            </a:r>
          </a:p>
        </p:txBody>
      </p:sp>
    </p:spTree>
    <p:extLst>
      <p:ext uri="{BB962C8B-B14F-4D97-AF65-F5344CB8AC3E}">
        <p14:creationId xmlns:p14="http://schemas.microsoft.com/office/powerpoint/2010/main" val="86373039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act us">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1112" y="0"/>
            <a:ext cx="5577840" cy="6858000"/>
          </a:xfrm>
          <a:prstGeom prst="rect">
            <a:avLst/>
          </a:prstGeom>
        </p:spPr>
      </p:pic>
      <p:pic>
        <p:nvPicPr>
          <p:cNvPr id="3" name="Image 1" descr="https://snp-mediaportal.qbank.se/assets/deployedFiles/fd6ac17e8cb753e1865b09a3b5a17939.png">    </p:cNvPr>
          <p:cNvPicPr>
            <a:picLocks noChangeAspect="1"/>
          </p:cNvPicPr>
          <p:nvPr/>
        </p:nvPicPr>
        <p:blipFill>
          <a:blip r:embed="rId2"/>
          <a:stretch>
            <a:fillRect/>
          </a:stretch>
        </p:blipFill>
        <p:spPr>
          <a:xfrm>
            <a:off x="466344" y="6281928"/>
            <a:ext cx="1572768" cy="557784"/>
          </a:xfrm>
          <a:prstGeom prst="rect">
            <a:avLst/>
          </a:prstGeom>
        </p:spPr>
      </p:pic>
      <p:sp>
        <p:nvSpPr>
          <p:cNvPr id="4" name="Text 0"/>
          <p:cNvSpPr/>
          <p:nvPr/>
        </p:nvSpPr>
        <p:spPr>
          <a:xfrm>
            <a:off x="5276088" y="6565392"/>
            <a:ext cx="6126480" cy="219456"/>
          </a:xfrm>
          <a:prstGeom prst="rect">
            <a:avLst/>
          </a:prstGeom>
          <a:noFill/>
          <a:ln/>
        </p:spPr>
        <p:txBody>
          <a:bodyPr wrap="square" rtlCol="0" anchor="ctr"/>
          <a:lstStyle/>
          <a:p>
            <a:pPr algn="r" indent="0" marL="0">
              <a:buNone/>
            </a:pPr>
            <a:r>
              <a:rPr lang="en-US" sz="700" dirty="0">
                <a:solidFill>
                  <a:srgbClr val="FFFFFF"/>
                </a:solidFill>
                <a:latin typeface="Arial" pitchFamily="34" charset="0"/>
                <a:ea typeface="Arial" pitchFamily="34" charset="-122"/>
                <a:cs typeface="Arial" pitchFamily="34" charset="-120"/>
              </a:rPr>
              <a:t>© 2025 S&amp;P Global.</a:t>
            </a:r>
            <a:endParaRPr lang="en-US" sz="700" dirty="0"/>
          </a:p>
        </p:txBody>
      </p:sp>
      <p:sp>
        <p:nvSpPr>
          <p:cNvPr id="5" name="Text 1"/>
          <p:cNvSpPr/>
          <p:nvPr>
            <p:ph idx="103"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disclaimer">
    <p:bg>
      <p:bgPr>
        <a:solidFill>
          <a:srgbClr val="FFFFFF"/>
        </a:solidFill>
      </p:bgPr>
    </p:bg>
    <p:spTree>
      <p:nvGrpSpPr>
        <p:cNvPr id="1" name=""/>
        <p:cNvGrpSpPr/>
        <p:nvPr/>
      </p:nvGrpSpPr>
      <p:grpSpPr>
        <a:xfrm>
          <a:off x="0" y="0"/>
          <a:ext cx="0" cy="0"/>
          <a:chOff x="0" y="0"/>
          <a:chExt cx="0" cy="0"/>
        </a:xfrm>
      </p:grpSpPr>
      <p:pic>
        <p:nvPicPr>
          <p:cNvPr id="2" name="Image 0" descr="https://snp-mediaportal.qbank.se/assets/deployedFiles/b1df7db893866364c914f2942049e8bf.png">    </p:cNvPr>
          <p:cNvPicPr>
            <a:picLocks noChangeAspect="1"/>
          </p:cNvPicPr>
          <p:nvPr/>
        </p:nvPicPr>
        <p:blipFill>
          <a:blip r:embed="rId1"/>
          <a:stretch>
            <a:fillRect/>
          </a:stretch>
        </p:blipFill>
        <p:spPr>
          <a:xfrm>
            <a:off x="466344" y="6281928"/>
            <a:ext cx="1572768" cy="557784"/>
          </a:xfrm>
          <a:prstGeom prst="rect">
            <a:avLst/>
          </a:prstGeom>
        </p:spPr>
      </p:pic>
      <p:sp>
        <p:nvSpPr>
          <p:cNvPr id="3" name="Text 0"/>
          <p:cNvSpPr/>
          <p:nvPr>
            <p:ph idx="101"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
        <p:nvSpPr>
          <p:cNvPr id="4" name="Text 0"/>
          <p:cNvSpPr/>
          <p:nvPr/>
        </p:nvSpPr>
        <p:spPr>
          <a:xfrm>
            <a:off x="566928" y="448056"/>
            <a:ext cx="11064240" cy="5788152"/>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Copyright © 2025 by S&amp;P Global Market Intelligence, a division of S&amp;P Global Inc. All rights reserved.</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These materials have been prepared solely for information purposes based upon information generally available to the public and from sources believed to be reliable. No content (including index data, ratings, credit-related analyses and data, research, model, software or other application or output therefrom) or any part thereof (Content) may be modified, reverse engineered, reproduced or distributed in any form by any means, or stored in a database or retrieval system, without the prior written permission of S&amp;P Global Market Intelligence or its affiliates (collectively, S&amp;P Global). The Content shall not be used for any unlawful or unauthorized purposes. S&amp;P Global and any third-party providers, (collectively S&amp;P Global Parties) do not guarantee the accuracy, completeness, timeliness or availability of the Content. S&amp;P Global Parties are not responsible for any errors or omissions, regardless of the cause, for the results obtained from the use of the Content. THE CONTENT IS PROVIDED ON "AS IS" BASIS. S&amp;P GLOBAL PARTIES DISCLAIM ANY AND ALL EXPRESS OR IMPLIED WARRANTIES, INCLUDING, BUT NOT LIMITED TO, ANY WARRANTIES OF MERCHANTABILITY OR FITNESS FOR A PARTICULAR PURPOSE OR USE, FREEDOM FROM BUGS, SOFTWARE ERRORS OR DEFECTS, THAT THE CONTENT'S FUNCTIONING WILL BE UNINTERRUPTED OR THAT THE CONTENT WILL OPERATE WITH ANY SOFTWARE OR HARDWARE CONFIGURATION. In no event shall S&amp;P Global Parties be liable to any party for any direct, indirect, incidental, exemplary, compensatory, punitive, special or consequential damages, costs, expenses, legal fees, or losses (including, without limitation, lost income or lost profits and opportunity costs or losses caused by negligence) in connection with any use of the Content even if advised of the possibility of such damages.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Market Intelligence's opinions, quotes and credit-related and other analyses are statements of opinion as of the date they are expressed and not statements of fact or recommendations to purchase, hold, or sell any securities or to make any investment decisions, and do not address the suitability of any security. S&amp;P Global Market Intelligence may provide index data. Direct investment in an index is not possible. Exposure to an asset class represented by an index is available through investable instruments based on that index. S&amp;P Global Market Intelligence assumes no obligation to update the Content following publication in any form or format. The Content should not be relied on and is not a substitute for the skill, judgment and experience of the user, its management, employees, advisors and/or clients when making investment and other business decisions. S&amp;P Global Market Intelligence does not endorse companies, technologies, products, services, or solutions.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keeps certain activities of its divisions separate from each other in order to preserve the independence and objectivity of their respective activities. As a result, certain divisions of S&amp;P Global may have information that is not available to other S&amp;P Global divisions. S&amp;P Global has established policies and procedures to maintain the confidentiality of certain non-public information received in connection with each analytical process.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may receive compensation for its ratings and certain analyses, normally from issuers or underwriters of securities or from obligors. S&amp;P Global reserves the right to disseminate its opinions and analyses. S&amp;P Global's public ratings and analyses are made available on its websites, www.standardandpoors.com (free of charge) and www.ratingsdirect.com (subscription), and may be distributed through other means, including via S&amp;P Global publications and third-party redistributors. Additional information about our ratings fees is available at www.standardandpoors.com/usratingsfees.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This content was created with the assistance of Kensho Spark Assist, an artificial intelligence (AI) tool. For complete Terms of Use, see https://www.spglobal.com/en/terms-of-use.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A160B2F-9375-4DE3-A5A0-161BE0A64385}"/>
              </a:ext>
            </a:extLst>
          </p:cNvPr>
          <p:cNvSpPr>
            <a:spLocks noGrp="1"/>
          </p:cNvSpPr>
          <p:nvPr>
            <p:ph type="ftr" sz="quarter" idx="3"/>
          </p:nvPr>
        </p:nvSpPr>
        <p:spPr>
          <a:xfrm>
            <a:off x="6096000" y="0"/>
            <a:ext cx="5535279" cy="317674"/>
          </a:xfrm>
          <a:prstGeom prst="rect">
            <a:avLst/>
          </a:prstGeom>
        </p:spPr>
        <p:txBody>
          <a:bodyPr vert="horz" wrap="none" lIns="0" tIns="0" rIns="0" bIns="0" rtlCol="0" anchor="ctr"/>
          <a:lstStyle>
            <a:lvl1pPr algn="r">
              <a:defRPr sz="900">
                <a:solidFill>
                  <a:schemeClr val="tx1"/>
                </a:solidFill>
              </a:defRPr>
            </a:lvl1pPr>
          </a:lstStyle>
          <a:p>
            <a:r>
              <a:rPr lang="en-US"/>
              <a:t>Section name (optional) / Title / Month 20YY</a:t>
            </a:r>
          </a:p>
        </p:txBody>
      </p:sp>
      <p:sp>
        <p:nvSpPr>
          <p:cNvPr id="6" name="Slide Number Placeholder 5"/>
          <p:cNvSpPr>
            <a:spLocks noGrp="1"/>
          </p:cNvSpPr>
          <p:nvPr userDrawn="1">
            <p:ph type="sldNum" sz="quarter" idx="4"/>
          </p:nvPr>
        </p:nvSpPr>
        <p:spPr>
          <a:xfrm>
            <a:off x="11320251" y="6563709"/>
            <a:ext cx="311576" cy="214804"/>
          </a:xfrm>
          <a:prstGeom prst="rect">
            <a:avLst/>
          </a:prstGeom>
        </p:spPr>
        <p:txBody>
          <a:bodyPr vert="horz" lIns="0" tIns="0" rIns="0" bIns="0" rtlCol="0" anchor="ctr"/>
          <a:lstStyle>
            <a:lvl1pPr algn="r">
              <a:defRPr sz="700">
                <a:solidFill>
                  <a:schemeClr val="tx1"/>
                </a:solidFill>
              </a:defRPr>
            </a:lvl1pPr>
          </a:lstStyle>
          <a:p>
            <a:fld id="{5CFA18E4-D58E-4B28-B105-28D9665A8EBC}" type="slidenum">
              <a:rPr lang="en-US" smtClean="0"/>
              <a:pPr/>
              <a:t>‹#›</a:t>
            </a:fld>
            <a:endParaRPr lang="en-US"/>
          </a:p>
        </p:txBody>
      </p:sp>
      <p:sp>
        <p:nvSpPr>
          <p:cNvPr id="88" name="Title Placeholder 1">
            <a:extLst>
              <a:ext uri="{FF2B5EF4-FFF2-40B4-BE49-F238E27FC236}">
                <a16:creationId xmlns:a16="http://schemas.microsoft.com/office/drawing/2014/main" id="{92E3486A-297A-4953-BF79-0AEFDE6C9C3F}"/>
              </a:ext>
            </a:extLst>
          </p:cNvPr>
          <p:cNvSpPr>
            <a:spLocks noGrp="1"/>
          </p:cNvSpPr>
          <p:nvPr userDrawn="1">
            <p:ph type="title"/>
          </p:nvPr>
        </p:nvSpPr>
        <p:spPr>
          <a:xfrm>
            <a:off x="567039" y="323644"/>
            <a:ext cx="11062709" cy="845439"/>
          </a:xfrm>
          <a:prstGeom prst="rect">
            <a:avLst/>
          </a:prstGeom>
        </p:spPr>
        <p:txBody>
          <a:bodyPr vert="horz" lIns="0" tIns="0" rIns="0" bIns="0" rtlCol="0" anchor="t">
            <a:noAutofit/>
          </a:bodyPr>
          <a:lstStyle/>
          <a:p>
            <a:r>
              <a:rPr lang="en-US"/>
              <a:t>Click to edit Master title style</a:t>
            </a:r>
          </a:p>
        </p:txBody>
      </p:sp>
      <p:sp>
        <p:nvSpPr>
          <p:cNvPr id="27" name="Text Placeholder 2">
            <a:extLst>
              <a:ext uri="{FF2B5EF4-FFF2-40B4-BE49-F238E27FC236}">
                <a16:creationId xmlns:a16="http://schemas.microsoft.com/office/drawing/2014/main" id="{F08B5A9E-5A85-46D7-B45C-7C4E83238E02}"/>
              </a:ext>
            </a:extLst>
          </p:cNvPr>
          <p:cNvSpPr>
            <a:spLocks noGrp="1"/>
          </p:cNvSpPr>
          <p:nvPr userDrawn="1">
            <p:ph type="body" idx="1"/>
          </p:nvPr>
        </p:nvSpPr>
        <p:spPr>
          <a:xfrm>
            <a:off x="567039" y="1289097"/>
            <a:ext cx="11064240" cy="426139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0" name="Rectangle 79">
            <a:extLst>
              <a:ext uri="{FF2B5EF4-FFF2-40B4-BE49-F238E27FC236}">
                <a16:creationId xmlns:a16="http://schemas.microsoft.com/office/drawing/2014/main" id="{1284AB22-BA66-47B9-8BEB-416F2BFF4706}"/>
              </a:ext>
              <a:ext uri="{C183D7F6-B498-43B3-948B-1728B52AA6E4}">
                <adec:decorative xmlns:adec="http://schemas.microsoft.com/office/drawing/2017/decorative" val="0"/>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Tree>
    <p:extLst>
      <p:ext uri="{BB962C8B-B14F-4D97-AF65-F5344CB8AC3E}">
        <p14:creationId xmlns:p14="http://schemas.microsoft.com/office/powerpoint/2010/main" val="3674233272"/>
      </p:ext>
    </p:extLst>
  </p:cSld>
  <p:clrMap bg1="lt1" tx1="dk1" bg2="lt2" tx2="dk2" accent1="accent1" accent2="accent2" accent3="accent3" accent4="accent4" accent5="accent5" accent6="accent6" hlink="hlink" folHlink="folHlink"/>
  <p:sldLayoutIdLst>
    <p:sldLayoutId id="2147483001" r:id="rId1"/>
    <p:sldLayoutId id="2147483002" r:id="rId2"/>
    <p:sldLayoutId id="2147483003" r:id="rId3"/>
    <p:sldLayoutId id="2147483004" r:id="rId4"/>
    <p:sldLayoutId id="2147483005" r:id="rId5"/>
    <p:sldLayoutId id="2147483006" r:id="rId6"/>
    <p:sldLayoutId id="2147483007" r:id="rId7"/>
    <p:sldLayoutId id="2147483008" r:id="rId8"/>
    <p:sldLayoutId id="2147483009" r:id="rId9"/>
    <p:sldLayoutId id="2147483010" r:id="rId10"/>
    <p:sldLayoutId id="2147483011" r:id="rId11"/>
    <p:sldLayoutId id="2147483012" r:id="rId12"/>
    <p:sldLayoutId id="2147483013" r:id="rId13"/>
    <p:sldLayoutId id="2147483014" r:id="rId14"/>
    <p:sldLayoutId id="2147483015" r:id="rId15"/>
    <p:sldLayoutId id="2147483016" r:id="rId16"/>
    <p:sldLayoutId id="2147483017" r:id="rId17"/>
    <p:sldLayoutId id="2147483018" r:id="rId18"/>
    <p:sldLayoutId id="2147483019" r:id="rId19"/>
    <p:sldLayoutId id="2147483020" r:id="rId20"/>
    <p:sldLayoutId id="2147483021" r:id="rId21"/>
    <p:sldLayoutId id="2147483022" r:id="rId22"/>
    <p:sldLayoutId id="2147483023" r:id="rId23"/>
    <p:sldLayoutId id="2147483024" r:id="rId24"/>
    <p:sldLayoutId id="2147483025" r:id="rId25"/>
    <p:sldLayoutId id="2147483026" r:id="rId26"/>
    <p:sldLayoutId id="2147483027" r:id="rId27"/>
    <p:sldLayoutId id="2147483028" r:id="rId28"/>
    <p:sldLayoutId id="2147483029" r:id="rId29"/>
    <p:sldLayoutId id="2147483030" r:id="rId30"/>
    <p:sldLayoutId id="2147483031" r:id="rId31"/>
    <p:sldLayoutId id="2147483032" r:id="rId32"/>
    <p:sldLayoutId id="2147483033" r:id="rId33"/>
    <p:sldLayoutId id="2147483034" r:id="rId34"/>
    <p:sldLayoutId id="2147483035" r:id="rId35"/>
    <p:sldLayoutId id="2147483036" r:id="rId36"/>
    <p:sldLayoutId id="2147483037" r:id="rId37"/>
    <p:sldLayoutId id="2147483038" r:id="rId38"/>
    <p:sldLayoutId id="2147483039" r:id="rId39"/>
    <p:sldLayoutId id="2147483040" r:id="rId40"/>
    <p:sldLayoutId id="2147483041" r:id="rId41"/>
    <p:sldLayoutId id="2147483042" r:id="rId42"/>
    <p:sldLayoutId id="2147483043" r:id="rId43"/>
    <p:sldLayoutId id="2147483044" r:id="rId44"/>
    <p:sldLayoutId id="2147483045" r:id="rId45"/>
    <p:sldLayoutId id="2147483046" r:id="rId46"/>
    <p:sldLayoutId id="2147483047" r:id="rId47"/>
    <p:sldLayoutId id="2147483048" r:id="rId48"/>
    <p:sldLayoutId id="2147483049" r:id="rId49"/>
    <p:sldLayoutId id="2147483050" r:id="rId50"/>
    <p:sldLayoutId id="2147483051" r:id="rId51"/>
    <p:sldLayoutId id="2147483052" r:id="rId52"/>
    <p:sldLayoutId id="2147483053" r:id="rId53"/>
    <p:sldLayoutId id="2147483054" r:id="rId54"/>
    <p:sldLayoutId id="2147483055" r:id="rId55"/>
    <p:sldLayoutId id="2147483056" r:id="rId56"/>
    <p:sldLayoutId id="2147483057" r:id="rId57"/>
    <p:sldLayoutId id="2147483058" r:id="rId58"/>
    <p:sldLayoutId id="2147483059" r:id="rId59"/>
    <p:sldLayoutId id="2147483060" r:id="rId60"/>
    <p:sldLayoutId id="2147483061" r:id="rId61"/>
    <p:sldLayoutId id="2147483062" r:id="rId62"/>
    <p:sldLayoutId id="2147483063" r:id="rId63"/>
    <p:sldLayoutId id="2147483064" r:id="rId64"/>
    <p:sldLayoutId id="2147483065" r:id="rId65"/>
    <p:sldLayoutId id="2147483066" r:id="rId66"/>
    <p:sldLayoutId id="2147483067" r:id="rId67"/>
  </p:sldLayoutIdLst>
  <p:hf hdr="0" ftr="0" dt="0"/>
  <p:txStyles>
    <p:titleStyle>
      <a:lvl1pPr algn="l" defTabSz="9144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169863" indent="-169863" algn="l" defTabSz="914400" rtl="0" eaLnBrk="1" latinLnBrk="0" hangingPunct="1">
        <a:lnSpc>
          <a:spcPct val="100000"/>
        </a:lnSpc>
        <a:spcBef>
          <a:spcPts val="0"/>
        </a:spcBef>
        <a:spcAft>
          <a:spcPts val="600"/>
        </a:spcAft>
        <a:buFont typeface="Arial" panose="020B0604020202020204" pitchFamily="34" charset="0"/>
        <a:buChar char="•"/>
        <a:defRPr sz="1600" kern="1200">
          <a:solidFill>
            <a:schemeClr val="tx1"/>
          </a:solidFill>
          <a:latin typeface="+mn-lt"/>
          <a:ea typeface="+mn-ea"/>
          <a:cs typeface="+mn-cs"/>
        </a:defRPr>
      </a:lvl1pPr>
      <a:lvl2pPr marL="341313" indent="-17145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17525" indent="-176213" algn="l" defTabSz="914400" rtl="0" eaLnBrk="1" latinLnBrk="0" hangingPunct="1">
        <a:lnSpc>
          <a:spcPct val="100000"/>
        </a:lnSpc>
        <a:spcBef>
          <a:spcPts val="0"/>
        </a:spcBef>
        <a:spcAft>
          <a:spcPts val="600"/>
        </a:spcAft>
        <a:buFont typeface="Arial" panose="020B0604020202020204" pitchFamily="34" charset="0"/>
        <a:buChar char="•"/>
        <a:tabLst/>
        <a:defRPr sz="1200" kern="1200">
          <a:solidFill>
            <a:schemeClr val="tx1"/>
          </a:solidFill>
          <a:latin typeface="+mn-lt"/>
          <a:ea typeface="+mn-ea"/>
          <a:cs typeface="+mn-cs"/>
        </a:defRPr>
      </a:lvl3pPr>
      <a:lvl4pPr marL="687388" indent="-16986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4pPr>
      <a:lvl5pPr marL="914400" indent="-22701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3840" userDrawn="1">
          <p15:clr>
            <a:srgbClr val="A4A3A4"/>
          </p15:clr>
        </p15:guide>
        <p15:guide id="6" pos="7329" userDrawn="1">
          <p15:clr>
            <a:srgbClr val="F26B43"/>
          </p15:clr>
        </p15:guide>
        <p15:guide id="9" orient="horz" pos="216" userDrawn="1">
          <p15:clr>
            <a:srgbClr val="F26B43"/>
          </p15:clr>
        </p15:guide>
        <p15:guide id="12" orient="horz" pos="3912" userDrawn="1">
          <p15:clr>
            <a:srgbClr val="F26B43"/>
          </p15:clr>
        </p15:guide>
        <p15:guide id="21" pos="35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7.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eams.microsoft.com/l/chat/0/0?users=mizan.binabdulrahman@spglobal.com&amp;message=Hi%20Mizan,%20can%20you%20help%20me%20install%20theme%20colors,%20please?" TargetMode="External"/><Relationship Id="rId2" Type="http://schemas.openxmlformats.org/officeDocument/2006/relationships/hyperlink" Target="https://sphere.spglobal.com/sites/cross-divisional-initiatives/news/436529/branded-smartart-slide-elements" TargetMode="External"/><Relationship Id="rId3" Type="http://schemas.openxmlformats.org/officeDocument/2006/relationships/slideLayout" Target="../slideLayouts/slideLayout10.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mediaportal.spglobal.com/search/images" TargetMode="External"/><Relationship Id="rId2" Type="http://schemas.openxmlformats.org/officeDocument/2006/relationships/hyperlink" Target="https://brandcenter.spglobal.com/content/photography-principles" TargetMode="External"/><Relationship Id="rId3" Type="http://schemas.openxmlformats.org/officeDocument/2006/relationships/hyperlink" Target="https://forms.office.com/Pages/ResponsePage.aspx?id=6jY-jzmAQEuBp33AWZ6GRaLKtkOlT3tHpcP174yxCTxUQzA3TTJYQkxRNUJSVElSWURUT0lLNzlaSyQlQCN0PWcu" TargetMode="External"/><Relationship Id="rId4" Type="http://schemas.openxmlformats.org/officeDocument/2006/relationships/hyperlink" Target="https://www.gettyimages.com/landing/pa-preview/expanded/170478" TargetMode="External"/><Relationship Id="rId5" Type="http://schemas.openxmlformats.org/officeDocument/2006/relationships/hyperlink" Target="https://spark.spglobal.com/assist?spark_id=33792" TargetMode="External"/><Relationship Id="rId6" Type="http://schemas.openxmlformats.org/officeDocument/2006/relationships/hyperlink" Target="https://brandcenter.spglobal.com/content/iconography" TargetMode="External"/><Relationship Id="rId7" Type="http://schemas.openxmlformats.org/officeDocument/2006/relationships/hyperlink" Target="https://forms.office.com/Pages/ResponsePage.aspx?id=6jY-jzmAQEuBp33AWZ6GRaLKtkOlT3tHpcP174yxCTxUNzY4WFRaS1czTTkwOTBPUjI2SU1DMzk4WSQlQCN0PWcu" TargetMode="External"/><Relationship Id="rId8" Type="http://schemas.openxmlformats.org/officeDocument/2006/relationships/hyperlink" Target="https://forms.office.com/Pages/ResponsePage.aspx?id=6jY-jzmAQEuBp33AWZ6GRZl6-kBxW6hEiiDSu0_M_X1UM0FMWVVFMTRWMjgyM0k4VE9aWjZXOU4zSSQlQCN0PWcu" TargetMode="External"/><Relationship Id="rId9" Type="http://schemas.openxmlformats.org/officeDocument/2006/relationships/hyperlink" Target="https://spgl.sharepoint.com/sites/group_nam_corp_edp_m/SitePages/Energy-Editorial-Submissions.aspx" TargetMode="External"/><Relationship Id="rId10" Type="http://schemas.openxmlformats.org/officeDocument/2006/relationships/hyperlink" Target="https://spgl.sharepoint.com/sites/ResearchAnalysis/Lists/SC/NewForm.aspx" TargetMode="External"/><Relationship Id="rId11" Type="http://schemas.openxmlformats.org/officeDocument/2006/relationships/hyperlink" Target="mailto:jane.crispin@spglobal.com" TargetMode="External"/><Relationship Id="rId12" Type="http://schemas.openxmlformats.org/officeDocument/2006/relationships/hyperlink" Target="mailto:GIA_editorial@spglobal.com" TargetMode="External"/><Relationship Id="rId13" Type="http://schemas.openxmlformats.org/officeDocument/2006/relationships/hyperlink" Target="mailto:h-ihsm-DL-MaritimeEditing&amp;Design@spglobal.com" TargetMode="External"/><Relationship Id="rId14" Type="http://schemas.openxmlformats.org/officeDocument/2006/relationships/hyperlink" Target="mailto:finews.submissions@spglobal.com" TargetMode="External"/><Relationship Id="rId15" Type="http://schemas.openxmlformats.org/officeDocument/2006/relationships/hyperlink" Target="https://spgi.service-now.com/esc?id=sc_cat_item&amp;sys_id=c49f549bc3f0d214fffbdecf050131bb" TargetMode="External"/><Relationship Id="rId16" Type="http://schemas.openxmlformats.org/officeDocument/2006/relationships/hyperlink" Target="https://spgl.sharepoint.com/sites/group_nam_corp_edp_m/DLF/_Essential_tools/Add-ins" TargetMode="External"/><Relationship Id="rId17" Type="http://schemas.openxmlformats.org/officeDocument/2006/relationships/hyperlink" Target="mailto:publish.pira@spglobal.com" TargetMode="External"/><Relationship Id="rId18" Type="http://schemas.openxmlformats.org/officeDocument/2006/relationships/hyperlink" Target="mailto:EditorialTeam451@spglobal.com" TargetMode="External"/><Relationship Id="rId19" Type="http://schemas.openxmlformats.org/officeDocument/2006/relationships/hyperlink" Target="mailto:MIResearchEditorial@spglobal.com" TargetMode="External"/><Relationship Id="rId20" Type="http://schemas.openxmlformats.org/officeDocument/2006/relationships/hyperlink" Target="mailto:mark.pengelly@spglobal.com" TargetMode="External"/><Relationship Id="rId21" Type="http://schemas.openxmlformats.org/officeDocument/2006/relationships/slideLayout" Target="../slideLayouts/slideLayout10.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type="title" hasCustomPrompt="1"/>
          </p:nvPr>
        </p:nvSpPr>
        <p:spPr/>
        <p:txBody>
          <a:bodyPr/>
          <a:lstStyle/>
          <a:p>
            <a:r>
              <a:rPr lang="en-US" dirty="0"/>
              <a:t>Generative AI and Future Work</a:t>
            </a:r>
            <a:endParaRPr lang="en-US" dirty="0"/>
          </a:p>
        </p:txBody>
      </p:sp>
      <p:sp>
        <p:nvSpPr>
          <p:cNvPr id="3" name="Text 0"/>
          <p:cNvSpPr/>
          <p:nvPr>
            <p:ph idx="14" type="body" hasCustomPrompt="1"/>
          </p:nvPr>
        </p:nvSpPr>
        <p:spPr/>
        <p:txBody>
          <a:bodyPr/>
          <a:lstStyle/>
          <a:p>
            <a:r>
              <a:rPr lang="en-US" dirty="0"/>
              <a:t>Workforce Redistribution Over Reduction</a:t>
            </a:r>
            <a:endParaRPr lang="en-US" dirty="0"/>
          </a:p>
        </p:txBody>
      </p:sp>
      <p:sp>
        <p:nvSpPr>
          <p:cNvPr id="4" name="Text 0"/>
          <p:cNvSpPr/>
          <p:nvPr>
            <p:ph idx="20" type="body" hasCustomPrompt="1"/>
          </p:nvPr>
        </p:nvSpPr>
        <p:spPr/>
        <p:txBody>
          <a:bodyPr/>
          <a:lstStyle/>
          <a:p>
            <a:r>
              <a:rPr lang="en-US" dirty="0"/>
              <a:t>Mizan Bin Abdul Rahman / Market Intelligence / Senior Analyst</a:t>
            </a:r>
            <a:endParaRPr lang="en-US" dirty="0"/>
          </a:p>
        </p:txBody>
      </p:sp>
      <p:sp>
        <p:nvSpPr>
          <p:cNvPr id="5" name="Text 0"/>
          <p:cNvSpPr/>
          <p:nvPr>
            <p:ph idx="18" type="body" hasCustomPrompt="1"/>
          </p:nvPr>
        </p:nvSpPr>
        <p:spPr/>
        <p:txBody>
          <a:bodyPr/>
          <a:lstStyle/>
          <a:p>
            <a:r>
              <a:rPr lang="en-US" dirty="0"/>
              <a:t>STRATEGIC REPORT</a:t>
            </a:r>
            <a:endParaRPr lang="en-US" dirty="0"/>
          </a:p>
        </p:txBody>
      </p:sp>
      <p:sp>
        <p:nvSpPr>
          <p:cNvPr id="6" name="Text 0"/>
          <p:cNvSpPr/>
          <p:nvPr>
            <p:ph idx="21" type="body" hasCustomPrompt="1"/>
          </p:nvPr>
        </p:nvSpPr>
        <p:spPr/>
        <p:txBody>
          <a:bodyPr/>
          <a:lstStyle/>
          <a:p>
            <a:endParaRPr lang="en-US" dirty="0"/>
          </a:p>
        </p:txBody>
      </p:sp>
      <p:sp>
        <p:nvSpPr>
          <p:cNvPr id="7" name="Text 0"/>
          <p:cNvSpPr/>
          <p:nvPr>
            <p:ph idx="17" type="body" hasCustomPrompt="1"/>
          </p:nvPr>
        </p:nvSpPr>
        <p:spPr/>
        <p:txBody>
          <a:bodyPr/>
          <a:lstStyle/>
          <a:p>
            <a:r>
              <a:rPr lang="en-US" dirty="0"/>
              <a:t>December 2024</a:t>
            </a:r>
            <a:endParaRPr lang="en-US" dirty="0"/>
          </a:p>
        </p:txBody>
      </p:sp>
      <p:pic>
        <p:nvPicPr>
          <p:cNvPr id="8" name="Image 0" descr="https://snp-mediaportal.qbank.se/assets/deployedFiles/9f0cb2a217f0a72991a451a46b1a3f05.jpg">    </p:cNvPr>
          <p:cNvPicPr>
            <a:picLocks noChangeAspect="1"/>
          </p:cNvPicPr>
          <p:nvPr/>
        </p:nvPicPr>
        <p:blipFill>
          <a:blip r:embed="rId1"/>
          <a:srcRect l="27232" r="27232" t="0" b="0"/>
          <a:stretch/>
        </p:blipFill>
        <p:spPr>
          <a:xfrm>
            <a:off x="7909560" y="1289304"/>
            <a:ext cx="4288536" cy="4928616"/>
          </a:xfrm>
          <a:prstGeom prst="rect">
            <a:avLst/>
          </a:prstGeom>
        </p:spPr>
      </p:pic>
      <p:sp>
        <p:nvSpPr>
          <p:cNvPr id="10" name="Text 0"/>
          <p:cNvSpPr/>
          <p:nvPr>
            <p:ph idx="107" type="pic" hasCustomPrompt="1"/>
          </p:nvPr>
        </p:nvSpPr>
        <p:spPr/>
        <p:txBody>
          <a:bodyPr/>
          <a:lstStyle/>
          <a:p>
            <a:pPr indent="0" marL="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2</a:t>
            </a:r>
            <a:endParaRPr lang="en-US" dirty="0"/>
          </a:p>
        </p:txBody>
      </p:sp>
      <p:sp>
        <p:nvSpPr>
          <p:cNvPr id="3" name="Text 0"/>
          <p:cNvSpPr/>
          <p:nvPr>
            <p:ph type="title" hasCustomPrompt="1"/>
          </p:nvPr>
        </p:nvSpPr>
        <p:spPr/>
        <p:txBody>
          <a:bodyPr/>
          <a:lstStyle/>
          <a:p>
            <a:r>
              <a:rPr lang="en-US" dirty="0"/>
              <a:t>The Redistribution Reality</a:t>
            </a:r>
            <a:endParaRPr lang="en-US" dirty="0"/>
          </a:p>
        </p:txBody>
      </p:sp>
      <p:sp>
        <p:nvSpPr>
          <p:cNvPr id="4" name="Text 0"/>
          <p:cNvSpPr/>
          <p:nvPr>
            <p:ph idx="13" type="body" hasCustomPrompt="1"/>
          </p:nvPr>
        </p:nvSpPr>
        <p:spPr/>
        <p:txBody>
          <a:bodyPr/>
          <a:lstStyle/>
          <a:p>
            <a:r>
              <a:rPr lang="en-US" dirty="0"/>
              <a:t>Key findings challenge displacement fears</a:t>
            </a:r>
            <a:endParaRPr lang="en-US" dirty="0"/>
          </a:p>
        </p:txBody>
      </p:sp>
      <p:sp>
        <p:nvSpPr>
          <p:cNvPr id="5" name="Text 0"/>
          <p:cNvSpPr/>
          <p:nvPr>
            <p:ph idx="20" type="ftr" hasCustomPrompt="1"/>
          </p:nvPr>
        </p:nvSpPr>
        <p:spPr/>
        <p:txBody>
          <a:bodyPr/>
          <a:lstStyle/>
          <a:p>
            <a:r>
              <a:rPr lang="en-US" dirty="0"/>
              <a:t>Market Intelligence / Generative AI and Future Work / December 2024</a:t>
            </a:r>
            <a:endParaRPr lang="en-US" dirty="0"/>
          </a:p>
        </p:txBody>
      </p:sp>
      <p:sp>
        <p:nvSpPr>
          <p:cNvPr id="6" name="Text 0"/>
          <p:cNvSpPr/>
          <p:nvPr>
            <p:ph idx="17" type="body" hasCustomPrompt="1"/>
          </p:nvPr>
        </p:nvSpPr>
        <p:spPr/>
        <p:txBody>
          <a:bodyPr/>
          <a:lstStyle/>
          <a:p>
            <a:r>
              <a:rPr lang="en-US" dirty="0"/>
              <a:t>Contrary to widespread fears of mass unemployment, S&amp;P Global's research reveals that generative AI will primarily redistribute rather than eliminate jobs across the economy. The analysis shows that while certain routine and repetitive tasks face automation, the technology simultaneously creates new roles and enhances existing positions requiring human creativity, emotional intelligence, and complex problem-solving. This redistribution pattern mirrors historical technological transitions, where innovation displaced some jobs while generating entirely new categories of employment. The research identifies three primary workforce segments: jobs that will be enhanced by AI collaboration, roles that will be transformed but remain human-centric, and entirely new positions emerging from AI implementation and management needs. Rather than the apocalyptic scenarios often portrayed, the data suggests a more nuanced transformation where workers adapt their skills and organizations restructure their operations to leverage both human and artificial intelligence capabilities effectively.</a:t>
            </a:r>
            <a:endParaRPr lang="en-US" dirty="0"/>
          </a:p>
        </p:txBody>
      </p:sp>
      <p:sp>
        <p:nvSpPr>
          <p:cNvPr id="7"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3</a:t>
            </a:r>
            <a:endParaRPr lang="en-US" dirty="0"/>
          </a:p>
        </p:txBody>
      </p:sp>
      <p:sp>
        <p:nvSpPr>
          <p:cNvPr id="3" name="Text 0"/>
          <p:cNvSpPr/>
          <p:nvPr>
            <p:ph type="title" hasCustomPrompt="1"/>
          </p:nvPr>
        </p:nvSpPr>
        <p:spPr/>
        <p:txBody>
          <a:bodyPr/>
          <a:lstStyle/>
          <a:p>
            <a:r>
              <a:rPr lang="en-US" dirty="0"/>
              <a:t>Current AI Adoption Landscape</a:t>
            </a:r>
            <a:endParaRPr lang="en-US" dirty="0"/>
          </a:p>
        </p:txBody>
      </p:sp>
      <p:sp>
        <p:nvSpPr>
          <p:cNvPr id="4" name="Text 0"/>
          <p:cNvSpPr/>
          <p:nvPr>
            <p:ph idx="13" type="body" hasCustomPrompt="1"/>
          </p:nvPr>
        </p:nvSpPr>
        <p:spPr/>
        <p:txBody>
          <a:bodyPr/>
          <a:lstStyle/>
          <a:p>
            <a:r>
              <a:rPr lang="en-US" dirty="0"/>
              <a:t>Understanding today's baseline for tomorrow's transformation</a:t>
            </a:r>
            <a:endParaRPr lang="en-US" dirty="0"/>
          </a:p>
        </p:txBody>
      </p:sp>
      <p:sp>
        <p:nvSpPr>
          <p:cNvPr id="5" name="Text 0"/>
          <p:cNvSpPr/>
          <p:nvPr>
            <p:ph idx="24" type="ftr" hasCustomPrompt="1"/>
          </p:nvPr>
        </p:nvSpPr>
        <p:spPr/>
        <p:txBody>
          <a:bodyPr/>
          <a:lstStyle/>
          <a:p>
            <a:r>
              <a:rPr lang="en-US" dirty="0"/>
              <a:t>Market Intelligence / Generative AI and Future Work / December 2024</a:t>
            </a:r>
            <a:endParaRPr lang="en-US" dirty="0"/>
          </a:p>
        </p:txBody>
      </p:sp>
      <p:sp>
        <p:nvSpPr>
          <p:cNvPr id="6" name="Text 0"/>
          <p:cNvSpPr/>
          <p:nvPr>
            <p:ph idx="13" type="body" hasCustomPrompt="1"/>
          </p:nvPr>
        </p:nvSpPr>
        <p:spPr/>
        <p:txBody>
          <a:bodyPr/>
          <a:lstStyle/>
          <a:p>
            <a:r>
              <a:rPr lang="en-US" dirty="0"/>
              <a:t>Present State</a:t>
            </a:r>
            <a:endParaRPr lang="en-US" dirty="0"/>
          </a:p>
        </p:txBody>
      </p:sp>
      <p:sp>
        <p:nvSpPr>
          <p:cNvPr id="7" name="Text 0"/>
          <p:cNvSpPr/>
          <p:nvPr>
            <p:ph idx="22" type="body" hasCustomPrompt="1"/>
          </p:nvPr>
        </p:nvSpPr>
        <p:spPr/>
        <p:txBody>
          <a:bodyPr/>
          <a:lstStyle/>
          <a:p>
            <a:r>
              <a:rPr lang="en-US" dirty="0"/>
              <a:t>Organizations across industries are in early-stage AI adoption, with most companies experimenting with generative AI tools for content creation, customer service, and data analysis. Current implementation focuses primarily on productivity enhancement rather than workforce replacement. The technology remains largely supplementary to human workers, requiring significant human oversight and intervention. Most businesses report positive initial results but acknowledge the need for substantial infrastructure investment and employee training to realize full potential benefits.</a:t>
            </a:r>
            <a:endParaRPr lang="en-US" dirty="0"/>
          </a:p>
        </p:txBody>
      </p:sp>
      <p:sp>
        <p:nvSpPr>
          <p:cNvPr id="8" name="Text 0"/>
          <p:cNvSpPr/>
          <p:nvPr>
            <p:ph idx="13" type="body" hasCustomPrompt="1"/>
          </p:nvPr>
        </p:nvSpPr>
        <p:spPr/>
        <p:txBody>
          <a:bodyPr/>
          <a:lstStyle/>
          <a:p>
            <a:r>
              <a:rPr lang="en-US" dirty="0"/>
              <a:t>Historical Context</a:t>
            </a:r>
            <a:endParaRPr lang="en-US" dirty="0"/>
          </a:p>
        </p:txBody>
      </p:sp>
      <p:sp>
        <p:nvSpPr>
          <p:cNvPr id="9" name="Text 0"/>
          <p:cNvSpPr/>
          <p:nvPr>
            <p:ph idx="13" type="body" hasCustomPrompt="1"/>
          </p:nvPr>
        </p:nvSpPr>
        <p:spPr/>
        <p:txBody>
          <a:bodyPr/>
          <a:lstStyle/>
          <a:p>
            <a:r>
              <a:rPr lang="en-US" dirty="0"/>
              <a:t>Previous technological revolutions provide valuable precedent for understanding AI's workforce impact. The industrial revolution initially displaced agricultural workers but created manufacturing jobs. Computer adoption in the 1980s-90s eliminated some clerical positions while generating entire new sectors in IT, software development, and digital services. Each transition period involved temporary displacement followed by skill adaptation and new opportunity creation. These historical patterns suggest that workforce disruption, while challenging, typically results in net job creation over time as economies adapt to new technological capabilities.</a:t>
            </a:r>
            <a:endParaRPr lang="en-US" dirty="0"/>
          </a:p>
        </p:txBody>
      </p:sp>
      <p:sp>
        <p:nvSpPr>
          <p:cNvPr id="10"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
        <p:nvSpPr>
          <p:cNvPr id="12" name="Text 0"/>
          <p:cNvSpPr/>
          <p:nvPr>
            <p:ph idx="16" type="body" hasCustomPrompt="1"/>
          </p:nvPr>
        </p:nvSpPr>
        <p:spPr/>
        <p:txBody>
          <a:bodyPr wrap="none" rtlCol="0" anchor="ctr"/>
          <a:lstStyle/>
          <a:p>
            <a:pPr algn="l" indent="0" marL="0">
              <a:buNone/>
            </a:pPr>
            <a:endParaRPr lang="en-US" sz="1800" dirty="0"/>
          </a:p>
        </p:txBody>
      </p:sp>
      <p:sp>
        <p:nvSpPr>
          <p:cNvPr id="13" name="Text 0"/>
          <p:cNvSpPr/>
          <p:nvPr>
            <p:ph idx="22" type="body" hasCustomPrompt="1"/>
          </p:nvPr>
        </p:nvSpPr>
        <p:spPr/>
        <p:txBody>
          <a:bodyPr wrap="none" rtlCol="0" anchor="t"/>
          <a:lstStyle/>
          <a:p>
            <a:pPr algn="l" indent="0" marL="0">
              <a:spcAft>
                <a:spcPts val="600"/>
              </a:spcAft>
              <a:buNone/>
            </a:pPr>
            <a:endParaRPr lang="en-US" sz="1200" dirty="0"/>
          </a:p>
        </p:txBody>
      </p:sp>
      <p:sp>
        <p:nvSpPr>
          <p:cNvPr id="14" name="Text 0"/>
          <p:cNvSpPr/>
          <p:nvPr>
            <p:ph idx="19" type="body" hasCustomPrompt="1"/>
          </p:nvPr>
        </p:nvSpPr>
        <p:spPr/>
        <p:txBody>
          <a:bodyPr wrap="none" rtlCol="0" anchor="ctr"/>
          <a:lstStyle/>
          <a:p>
            <a:pPr algn="l" indent="0" marL="0">
              <a:buNone/>
            </a:pPr>
            <a:endParaRPr lang="en-US" sz="1800" dirty="0"/>
          </a:p>
        </p:txBody>
      </p:sp>
      <p:sp>
        <p:nvSpPr>
          <p:cNvPr id="15" name="Text 0"/>
          <p:cNvSpPr/>
          <p:nvPr>
            <p:ph idx="20" type="body" hasCustomPrompt="1"/>
          </p:nvPr>
        </p:nvSpPr>
        <p:spPr/>
        <p:txBody>
          <a:bodyPr wrap="none" rtlCol="0" anchor="t"/>
          <a:lstStyle/>
          <a:p>
            <a:pPr algn="l" indent="0" marL="0">
              <a:spcAft>
                <a:spcPts val="600"/>
              </a:spcAft>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4</a:t>
            </a:r>
            <a:endParaRPr lang="en-US" dirty="0"/>
          </a:p>
        </p:txBody>
      </p:sp>
      <p:sp>
        <p:nvSpPr>
          <p:cNvPr id="3" name="Text 0"/>
          <p:cNvSpPr/>
          <p:nvPr>
            <p:ph type="title" hasCustomPrompt="1"/>
          </p:nvPr>
        </p:nvSpPr>
        <p:spPr/>
        <p:txBody>
          <a:bodyPr/>
          <a:lstStyle/>
          <a:p>
            <a:r>
              <a:rPr lang="en-US" dirty="0"/>
              <a:t>Workforce Impact Categories</a:t>
            </a:r>
            <a:endParaRPr lang="en-US" dirty="0"/>
          </a:p>
        </p:txBody>
      </p:sp>
      <p:sp>
        <p:nvSpPr>
          <p:cNvPr id="4" name="Text 0"/>
          <p:cNvSpPr/>
          <p:nvPr>
            <p:ph idx="13" type="body" hasCustomPrompt="1"/>
          </p:nvPr>
        </p:nvSpPr>
        <p:spPr/>
        <p:txBody>
          <a:bodyPr/>
          <a:lstStyle/>
          <a:p>
            <a:r>
              <a:rPr lang="en-US" dirty="0"/>
              <a:t>How generative AI reshapes different job types</a:t>
            </a:r>
            <a:endParaRPr lang="en-US" dirty="0"/>
          </a:p>
        </p:txBody>
      </p:sp>
      <p:sp>
        <p:nvSpPr>
          <p:cNvPr id="5" name="Text 0"/>
          <p:cNvSpPr/>
          <p:nvPr>
            <p:ph idx="16" type="body" hasCustomPrompt="1"/>
          </p:nvPr>
        </p:nvSpPr>
        <p:spPr/>
        <p:txBody>
          <a:bodyPr/>
          <a:lstStyle/>
          <a:p>
            <a:r>
              <a:rPr lang="en-US" dirty="0"/>
              <a:t>Enhanced</a:t>
            </a:r>
            <a:endParaRPr lang="en-US" dirty="0"/>
          </a:p>
        </p:txBody>
      </p:sp>
      <p:sp>
        <p:nvSpPr>
          <p:cNvPr id="6" name="Text 0"/>
          <p:cNvSpPr/>
          <p:nvPr>
            <p:ph idx="24" type="body" hasCustomPrompt="1"/>
          </p:nvPr>
        </p:nvSpPr>
        <p:spPr/>
        <p:txBody>
          <a:bodyPr/>
          <a:lstStyle/>
          <a:p>
            <a:r>
              <a:rPr lang="en-US" dirty="0"/>
              <a:t>Jobs augmented by AI tools while maintaining human centrality. Creative professionals, analysts, and strategic roles benefit from AI assistance without replacement risk.</a:t>
            </a:r>
            <a:endParaRPr lang="en-US" dirty="0"/>
          </a:p>
        </p:txBody>
      </p:sp>
      <p:sp>
        <p:nvSpPr>
          <p:cNvPr id="7" name="Text 0"/>
          <p:cNvSpPr/>
          <p:nvPr>
            <p:ph idx="17" type="body" hasCustomPrompt="1"/>
          </p:nvPr>
        </p:nvSpPr>
        <p:spPr/>
        <p:txBody>
          <a:bodyPr/>
          <a:lstStyle/>
          <a:p>
            <a:r>
              <a:rPr lang="en-US" dirty="0"/>
              <a:t>Transformed</a:t>
            </a:r>
            <a:endParaRPr lang="en-US" dirty="0"/>
          </a:p>
        </p:txBody>
      </p:sp>
      <p:sp>
        <p:nvSpPr>
          <p:cNvPr id="8" name="Text 0"/>
          <p:cNvSpPr/>
          <p:nvPr>
            <p:ph idx="25" type="body" hasCustomPrompt="1"/>
          </p:nvPr>
        </p:nvSpPr>
        <p:spPr/>
        <p:txBody>
          <a:bodyPr/>
          <a:lstStyle/>
          <a:p>
            <a:r>
              <a:rPr lang="en-US" dirty="0"/>
              <a:t>Roles requiring significant skill adaptation as AI handles routine tasks. Workers focus on higher-value activities, relationship management, and complex problem-solving.</a:t>
            </a:r>
            <a:endParaRPr lang="en-US" dirty="0"/>
          </a:p>
        </p:txBody>
      </p:sp>
      <p:sp>
        <p:nvSpPr>
          <p:cNvPr id="9" name="Text 0"/>
          <p:cNvSpPr/>
          <p:nvPr>
            <p:ph idx="19" type="body" hasCustomPrompt="1"/>
          </p:nvPr>
        </p:nvSpPr>
        <p:spPr/>
        <p:txBody>
          <a:bodyPr/>
          <a:lstStyle/>
          <a:p>
            <a:r>
              <a:rPr lang="en-US" dirty="0"/>
              <a:t>Displaced</a:t>
            </a:r>
            <a:endParaRPr lang="en-US" dirty="0"/>
          </a:p>
        </p:txBody>
      </p:sp>
      <p:sp>
        <p:nvSpPr>
          <p:cNvPr id="10" name="Text 0"/>
          <p:cNvSpPr/>
          <p:nvPr>
            <p:ph idx="26" type="body" hasCustomPrompt="1"/>
          </p:nvPr>
        </p:nvSpPr>
        <p:spPr/>
        <p:txBody>
          <a:bodyPr/>
          <a:lstStyle/>
          <a:p>
            <a:r>
              <a:rPr lang="en-US" dirty="0"/>
              <a:t>Positions with high automation potential, primarily routine, repetitive tasks. However, displacement occurs gradually, allowing time for reskilling and transition planning.</a:t>
            </a:r>
            <a:endParaRPr lang="en-US" dirty="0"/>
          </a:p>
        </p:txBody>
      </p:sp>
      <p:sp>
        <p:nvSpPr>
          <p:cNvPr id="11" name="Text 0"/>
          <p:cNvSpPr/>
          <p:nvPr>
            <p:ph idx="21" type="body" hasCustomPrompt="1"/>
          </p:nvPr>
        </p:nvSpPr>
        <p:spPr/>
        <p:txBody>
          <a:bodyPr/>
          <a:lstStyle/>
          <a:p>
            <a:r>
              <a:rPr lang="en-US" dirty="0"/>
              <a:t>Created</a:t>
            </a:r>
            <a:endParaRPr lang="en-US" dirty="0"/>
          </a:p>
        </p:txBody>
      </p:sp>
      <p:sp>
        <p:nvSpPr>
          <p:cNvPr id="12" name="Text 0"/>
          <p:cNvSpPr/>
          <p:nvPr>
            <p:ph idx="27" type="body" hasCustomPrompt="1"/>
          </p:nvPr>
        </p:nvSpPr>
        <p:spPr/>
        <p:txBody>
          <a:bodyPr/>
          <a:lstStyle/>
          <a:p>
            <a:r>
              <a:rPr lang="en-US" dirty="0"/>
              <a:t>New roles emerging from AI implementation needs. AI trainers, prompt engineers, human-AI collaboration specialists, and AI ethics officers represent growing job categories.</a:t>
            </a:r>
            <a:endParaRPr lang="en-US" dirty="0"/>
          </a:p>
        </p:txBody>
      </p:sp>
      <p:sp>
        <p:nvSpPr>
          <p:cNvPr id="13" name="Text 0"/>
          <p:cNvSpPr/>
          <p:nvPr>
            <p:ph idx="31" type="ftr" hasCustomPrompt="1"/>
          </p:nvPr>
        </p:nvSpPr>
        <p:spPr/>
        <p:txBody>
          <a:bodyPr/>
          <a:lstStyle/>
          <a:p>
            <a:r>
              <a:rPr lang="en-US" dirty="0"/>
              <a:t>Market Intelligence / Generative AI and Future Work / December 2024</a:t>
            </a:r>
            <a:endParaRPr lang="en-US" dirty="0"/>
          </a:p>
        </p:txBody>
      </p:sp>
      <p:sp>
        <p:nvSpPr>
          <p:cNvPr id="14"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5</a:t>
            </a:r>
            <a:endParaRPr lang="en-US" dirty="0"/>
          </a:p>
        </p:txBody>
      </p:sp>
      <p:sp>
        <p:nvSpPr>
          <p:cNvPr id="3" name="Text 0"/>
          <p:cNvSpPr/>
          <p:nvPr>
            <p:ph type="title" hasCustomPrompt="1"/>
          </p:nvPr>
        </p:nvSpPr>
        <p:spPr/>
        <p:txBody>
          <a:bodyPr/>
          <a:lstStyle/>
          <a:p>
            <a:r>
              <a:rPr lang="en-US" dirty="0"/>
              <a:t>Strategic Workforce Planning</a:t>
            </a:r>
            <a:endParaRPr lang="en-US" dirty="0"/>
          </a:p>
        </p:txBody>
      </p:sp>
      <p:sp>
        <p:nvSpPr>
          <p:cNvPr id="4" name="Text 0"/>
          <p:cNvSpPr/>
          <p:nvPr>
            <p:ph idx="13" type="body" hasCustomPrompt="1"/>
          </p:nvPr>
        </p:nvSpPr>
        <p:spPr/>
        <p:txBody>
          <a:bodyPr/>
          <a:lstStyle/>
          <a:p>
            <a:r>
              <a:rPr lang="en-US" dirty="0"/>
              <a:t>Preparing for the redistribution reality</a:t>
            </a:r>
            <a:endParaRPr lang="en-US" dirty="0"/>
          </a:p>
        </p:txBody>
      </p:sp>
      <p:sp>
        <p:nvSpPr>
          <p:cNvPr id="5" name="Text 0"/>
          <p:cNvSpPr/>
          <p:nvPr>
            <p:ph idx="23" type="ftr" hasCustomPrompt="1"/>
          </p:nvPr>
        </p:nvSpPr>
        <p:spPr/>
        <p:txBody>
          <a:bodyPr/>
          <a:lstStyle/>
          <a:p>
            <a:r>
              <a:rPr lang="en-US" dirty="0"/>
              <a:t>Market Intelligence / Generative AI and Future Work / December 2024</a:t>
            </a:r>
            <a:endParaRPr lang="en-US" dirty="0"/>
          </a:p>
        </p:txBody>
      </p:sp>
      <p:sp>
        <p:nvSpPr>
          <p:cNvPr id="6" name="Text 0"/>
          <p:cNvSpPr/>
          <p:nvPr>
            <p:ph idx="22" type="body" hasCustomPrompt="1"/>
          </p:nvPr>
        </p:nvSpPr>
        <p:spPr/>
        <p:txBody>
          <a:bodyPr/>
          <a:lstStyle/>
          <a:p>
            <a:r>
              <a:rPr lang="en-US" dirty="0"/>
              <a:t>Organizations must shift from defensive to proactive workforce strategies as generative AI reshapes job markets. The redistribution pattern identified by S&amp;P Global research requires immediate action in three critical areas: skills development programs that prepare workers for enhanced and transformed roles, strategic workforce planning that anticipates new job categories and requirements, and change management processes that support smooth transitions. Companies should invest in continuous learning platforms, establish AI-human collaboration frameworks, and develop clear career pathways for workers moving between job categories. The gradual nature of AI adoption provides a window of opportunity for thoughtful preparation rather than reactive responses.</a:t>
            </a:r>
            <a:endParaRPr lang="en-US" dirty="0"/>
          </a:p>
        </p:txBody>
      </p:sp>
      <p:sp>
        <p:nvSpPr>
          <p:cNvPr id="7" name="Text 0"/>
          <p:cNvSpPr/>
          <p:nvPr>
            <p:ph idx="2" type="body" hasCustomPrompt="1"/>
          </p:nvPr>
        </p:nvSpPr>
        <p:spPr/>
        <p:txBody>
          <a:bodyPr/>
          <a:lstStyle/>
          <a:p>
            <a:r>
              <a:rPr lang="en-US" dirty="0"/>
              <a:t>Key Actions: Implement upskilling programs focused on AI collaboration skills. Establish cross-functional teams to identify transformation opportunities. Create transition support systems for displaced workers. Develop new performance metrics for human-AI collaboration. Build partnerships with educational institutions for ongoing skill development.</a:t>
            </a:r>
            <a:endParaRPr lang="en-US" dirty="0"/>
          </a:p>
        </p:txBody>
      </p:sp>
      <p:sp>
        <p:nvSpPr>
          <p:cNvPr id="8"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3" type="sldNum" hasCustomPrompt="1"/>
          </p:nvPr>
        </p:nvSpPr>
        <p:spPr/>
        <p:txBody>
          <a:bodyPr/>
          <a:lstStyle/>
          <a:p>
            <a:r>
              <a:rPr lang="en-US" dirty="0"/>
              <a:t>7</a:t>
            </a:r>
            <a:endParaRPr lang="en-US" dirty="0"/>
          </a:p>
        </p:txBody>
      </p:sp>
      <p:sp>
        <p:nvSpPr>
          <p:cNvPr id="3" name="Text 0"/>
          <p:cNvSpPr/>
          <p:nvPr/>
        </p:nvSpPr>
        <p:spPr>
          <a:xfrm>
            <a:off x="566928" y="347472"/>
            <a:ext cx="5029200" cy="457200"/>
          </a:xfrm>
          <a:prstGeom prst="rect">
            <a:avLst/>
          </a:prstGeom>
          <a:noFill/>
          <a:ln/>
        </p:spPr>
        <p:txBody>
          <a:bodyPr wrap="square" lIns="0" tIns="0" rIns="0" bIns="0" rtlCol="0" anchor="ctr"/>
          <a:lstStyle/>
          <a:p>
            <a:pPr algn="l" indent="0" marL="0">
              <a:buNone/>
            </a:pPr>
            <a:r>
              <a:rPr lang="en-US" sz="3600" dirty="0">
                <a:solidFill>
                  <a:srgbClr val="FFFFFF"/>
                </a:solidFill>
                <a:latin typeface="Arial" pitchFamily="34" charset="0"/>
                <a:ea typeface="Arial" pitchFamily="34" charset="-122"/>
                <a:cs typeface="Arial" pitchFamily="34" charset="-120"/>
              </a:rPr>
              <a:t>Contact us</a:t>
            </a:r>
            <a:endParaRPr lang="en-US" sz="3600" dirty="0"/>
          </a:p>
        </p:txBody>
      </p:sp>
      <p:sp>
        <p:nvSpPr>
          <p:cNvPr id="4" name="Text 1"/>
          <p:cNvSpPr/>
          <p:nvPr/>
        </p:nvSpPr>
        <p:spPr>
          <a:xfrm>
            <a:off x="566928" y="1197864"/>
            <a:ext cx="5029200" cy="365760"/>
          </a:xfrm>
          <a:prstGeom prst="rect">
            <a:avLst/>
          </a:prstGeom>
          <a:noFill/>
          <a:ln/>
        </p:spPr>
        <p:txBody>
          <a:bodyPr wrap="square" lIns="0" tIns="0" rIns="0" bIns="0" rtlCol="0" anchor="ctr"/>
          <a:lstStyle/>
          <a:p>
            <a:pPr algn="l" indent="0" marL="0">
              <a:buNone/>
            </a:pPr>
            <a:r>
              <a:rPr lang="en-US" sz="2000" dirty="0">
                <a:solidFill>
                  <a:srgbClr val="FFFFFF"/>
                </a:solidFill>
                <a:latin typeface="Arial" pitchFamily="34" charset="0"/>
                <a:ea typeface="Arial" pitchFamily="34" charset="-122"/>
                <a:cs typeface="Arial" pitchFamily="34" charset="-120"/>
              </a:rPr>
              <a:t>Primary contact(s)</a:t>
            </a:r>
            <a:endParaRPr lang="en-US" sz="2000" dirty="0"/>
          </a:p>
        </p:txBody>
      </p:sp>
      <p:sp>
        <p:nvSpPr>
          <p:cNvPr id="5" name="Text 2"/>
          <p:cNvSpPr/>
          <p:nvPr/>
        </p:nvSpPr>
        <p:spPr>
          <a:xfrm>
            <a:off x="566928" y="3300984"/>
            <a:ext cx="5779008" cy="2999232"/>
          </a:xfrm>
          <a:prstGeom prst="rect">
            <a:avLst/>
          </a:prstGeom>
          <a:noFill/>
          <a:ln/>
        </p:spPr>
        <p:txBody>
          <a:bodyPr wrap="square" lIns="0" tIns="0" rIns="0" bIns="0" rtlCol="0" anchor="t"/>
          <a:lstStyle/>
          <a:p>
            <a:pPr algn="l" indent="0" marL="0">
              <a:spcAft>
                <a:spcPts val="1200"/>
              </a:spcAft>
              <a:buNone/>
            </a:pPr>
            <a:r>
              <a:rPr lang="en-US" sz="2000" dirty="0">
                <a:solidFill>
                  <a:srgbClr val="FFFFFF"/>
                </a:solidFill>
                <a:latin typeface="Arial" pitchFamily="34" charset="0"/>
                <a:ea typeface="Arial" pitchFamily="34" charset="-122"/>
                <a:cs typeface="Arial" pitchFamily="34" charset="-120"/>
              </a:rPr>
              <a:t>Contact us</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Americas 			 +1 800 447 2273</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Japan 			 +81 3 6262 1887</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Asia-Pacific 		 +60 4 291 3600</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Europe, Middle East, Africa 	 +44 (0) 134 432 8300</a:t>
            </a:r>
            <a:endParaRPr lang="en-US" sz="2000" dirty="0"/>
          </a:p>
          <a:p>
            <a:pPr algn="l" indent="0" marL="0">
              <a:spcAft>
                <a:spcPts val="600"/>
              </a:spcAft>
              <a:buNone/>
            </a:pPr>
            <a:r>
              <a:rPr lang="en-US" sz="2000" dirty="0">
                <a:solidFill>
                  <a:srgbClr val="FFFFFF"/>
                </a:solidFill>
                <a:latin typeface="Arial" pitchFamily="34" charset="0"/>
                <a:ea typeface="Arial" pitchFamily="34" charset="-122"/>
                <a:cs typeface="Arial" pitchFamily="34" charset="-120"/>
              </a:rPr>
              <a:t> </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www.spglobal.com/en/enterprise/about/contact-us.html</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 y="1591056"/>
          <a:ext cx="5779008" cy="914400"/>
        </p:xfrm>
        <a:graphic>
          <a:graphicData uri="http://schemas.openxmlformats.org/drawingml/2006/table">
            <a:tbl>
              <a:tblPr/>
              <a:tblGrid>
                <a:gridCol w="2889504"/>
                <a:gridCol w="2889504"/>
              </a:tblGrid>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6</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ctr"/>
          <a:lstStyle/>
          <a:p>
            <a:pPr algn="l" indent="0" marL="0">
              <a:buNone/>
            </a:pPr>
            <a:r>
              <a:rPr lang="en-US" sz="2400" dirty="0">
                <a:solidFill>
                  <a:srgbClr val="000000"/>
                </a:solidFill>
                <a:latin typeface="Arial" pitchFamily="34" charset="0"/>
                <a:ea typeface="Arial" pitchFamily="34" charset="-122"/>
                <a:cs typeface="Arial" pitchFamily="34" charset="-120"/>
              </a:rPr>
              <a:t>Best practices for creating PPTs using the PPT Generator Spark</a:t>
            </a:r>
            <a:endParaRPr lang="en-US" sz="2400" dirty="0"/>
          </a:p>
        </p:txBody>
      </p:sp>
      <p:sp>
        <p:nvSpPr>
          <p:cNvPr id="4" name="Text 1"/>
          <p:cNvSpPr/>
          <p:nvPr/>
        </p:nvSpPr>
        <p:spPr>
          <a:xfrm>
            <a:off x="566928" y="1261872"/>
            <a:ext cx="11064240" cy="4434840"/>
          </a:xfrm>
          <a:prstGeom prst="rect">
            <a:avLst/>
          </a:prstGeom>
          <a:noFill/>
          <a:ln/>
        </p:spPr>
        <p:txBody>
          <a:bodyPr wrap="square" lIns="0" tIns="0" rIns="0" bIns="0" rtlCol="0" anchor="t"/>
          <a:lstStyle/>
          <a:p>
            <a:pPr algn="l" marL="342900" indent="-342900">
              <a:spcAft>
                <a:spcPts val="600"/>
              </a:spcAft>
              <a:buSzPct val="100000"/>
              <a:buFont typeface="+mj-lt"/>
              <a:buAutoNum type="arabicPeriod" startAt="1"/>
            </a:pPr>
            <a:r>
              <a:rPr lang="en-US" sz="1400" b="1" dirty="0">
                <a:solidFill>
                  <a:srgbClr val="000000"/>
                </a:solidFill>
                <a:latin typeface="Arial" pitchFamily="34" charset="0"/>
                <a:ea typeface="Arial" pitchFamily="34" charset="-122"/>
                <a:cs typeface="Arial" pitchFamily="34" charset="-120"/>
              </a:rPr>
              <a:t>Use S&amp;P Global grounded data only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Always ensure the data and info you feed into or pull from AI are from verified, S&amp;P Global sources. No random internet stats — keep it legit and reliable.
</a:t>
            </a:r>
            <a:pPr algn="l" marL="342900" indent="-342900">
              <a:spcAft>
                <a:spcPts val="600"/>
              </a:spcAft>
              <a:buSzPct val="100000"/>
              <a:buFont typeface="+mj-lt"/>
              <a:buAutoNum type="arabicPeriod" startAt="2"/>
            </a:pPr>
            <a:r>
              <a:rPr lang="en-US" sz="1400" b="1" dirty="0">
                <a:solidFill>
                  <a:srgbClr val="000000"/>
                </a:solidFill>
                <a:latin typeface="Arial" pitchFamily="34" charset="0"/>
                <a:ea typeface="Arial" pitchFamily="34" charset="-122"/>
                <a:cs typeface="Arial" pitchFamily="34" charset="-120"/>
              </a:rPr>
              <a:t>Review every slide thoroughly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AI can be cool, but it’s not perfect. Check all facts, figures and statements carefully. Make sure everything is accurate, up-to-date and aligns with our brand voice.
</a:t>
            </a:r>
            <a:pPr algn="l" marL="342900" indent="-342900">
              <a:spcAft>
                <a:spcPts val="600"/>
              </a:spcAft>
              <a:buSzPct val="100000"/>
              <a:buFont typeface="+mj-lt"/>
              <a:buAutoNum type="arabicPeriod" startAt="3"/>
            </a:pPr>
            <a:r>
              <a:rPr lang="en-US" sz="1400" b="1" dirty="0">
                <a:solidFill>
                  <a:srgbClr val="000000"/>
                </a:solidFill>
                <a:latin typeface="Arial" pitchFamily="34" charset="0"/>
                <a:ea typeface="Arial" pitchFamily="34" charset="-122"/>
                <a:cs typeface="Arial" pitchFamily="34" charset="-120"/>
              </a:rPr>
              <a:t>Cut the fluff</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Remove extra or unnecessary words, jargon or filler. Keep your slides crisp, clear and easy to understand — less is more!
</a:t>
            </a:r>
            <a:pPr algn="l" marL="342900" indent="-342900">
              <a:spcAft>
                <a:spcPts val="600"/>
              </a:spcAft>
              <a:buSzPct val="100000"/>
              <a:buFont typeface="+mj-lt"/>
              <a:buAutoNum type="arabicPeriod" startAt="4"/>
            </a:pPr>
            <a:r>
              <a:rPr lang="en-US" sz="1400" b="1" dirty="0">
                <a:solidFill>
                  <a:srgbClr val="000000"/>
                </a:solidFill>
                <a:latin typeface="Arial" pitchFamily="34" charset="0"/>
                <a:ea typeface="Arial" pitchFamily="34" charset="-122"/>
                <a:cs typeface="Arial" pitchFamily="34" charset="-120"/>
              </a:rPr>
              <a:t>Reusing slides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need to reuse these slides, paste them into your deck using the “Keep source formatting” option.
</a:t>
            </a:r>
            <a:pPr algn="l" marL="342900" indent="-342900">
              <a:spcAft>
                <a:spcPts val="600"/>
              </a:spcAft>
              <a:buSzPct val="100000"/>
              <a:buFont typeface="+mj-lt"/>
              <a:buAutoNum type="arabicPeriod" startAt="5"/>
            </a:pPr>
            <a:r>
              <a:rPr lang="en-US" sz="1400" b="1" dirty="0">
                <a:solidFill>
                  <a:srgbClr val="000000"/>
                </a:solidFill>
                <a:latin typeface="Arial" pitchFamily="34" charset="0"/>
                <a:ea typeface="Arial" pitchFamily="34" charset="-122"/>
                <a:cs typeface="Arial" pitchFamily="34" charset="-120"/>
              </a:rPr>
              <a:t>Adding more visuals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want to add Smart Art and/or PowerPoint charts to your slides, you must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install the S&amp;P Global theme colors</a:t>
            </a: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 to ensure they are fully compliant. You can also copy and paste from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our branded SmartArt deck.
</a:t>
            </a:r>
            <a:pPr algn="l" marL="342900" indent="-342900">
              <a:spcAft>
                <a:spcPts val="600"/>
              </a:spcAft>
              <a:buSzPct val="100000"/>
              <a:buFont typeface="+mj-lt"/>
              <a:buAutoNum type="arabicPeriod" startAt="6"/>
            </a:pPr>
            <a:r>
              <a:rPr lang="en-US" sz="1400" b="1" dirty="0">
                <a:solidFill>
                  <a:srgbClr val="000000"/>
                </a:solidFill>
                <a:latin typeface="Arial" pitchFamily="34" charset="0"/>
                <a:ea typeface="Arial" pitchFamily="34" charset="-122"/>
                <a:cs typeface="Arial" pitchFamily="34" charset="-120"/>
              </a:rPr>
              <a:t>Send to Editorial, Design &amp; Publishing (EDP) for pro review</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Before finalizing, send your deck to the EDP team (check the Resources slide for contact info). They’ll help with copy edits, design polish and compliance checks.</a:t>
            </a:r>
            <a:endParaRPr lang="en-US" sz="1400" dirty="0"/>
          </a:p>
        </p:txBody>
      </p:sp>
      <p:sp>
        <p:nvSpPr>
          <p:cNvPr id="5"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8</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t"/>
          <a:lstStyle/>
          <a:p>
            <a:pPr algn="l" indent="0" marL="0">
              <a:buNone/>
            </a:pPr>
            <a:r>
              <a:rPr lang="en-US" sz="2400" dirty="0">
                <a:solidFill>
                  <a:srgbClr val="000000"/>
                </a:solidFill>
                <a:latin typeface="Arial" pitchFamily="34" charset="0"/>
                <a:ea typeface="Arial" pitchFamily="34" charset="-122"/>
                <a:cs typeface="Arial" pitchFamily="34" charset="-120"/>
              </a:rPr>
              <a:t>Resources for authors (DELETE BEFORE PUBLISHING/PRESENTING)</a:t>
            </a:r>
            <a:endParaRPr lang="en-US" sz="2400" dirty="0"/>
          </a:p>
        </p:txBody>
      </p:sp>
      <p:sp>
        <p:nvSpPr>
          <p:cNvPr id="4" name="Text 1"/>
          <p:cNvSpPr/>
          <p:nvPr/>
        </p:nvSpPr>
        <p:spPr>
          <a:xfrm>
            <a:off x="566928" y="896112"/>
            <a:ext cx="11064240" cy="283464"/>
          </a:xfrm>
          <a:prstGeom prst="rect">
            <a:avLst/>
          </a:prstGeom>
          <a:noFill/>
          <a:ln/>
        </p:spPr>
        <p:txBody>
          <a:bodyPr wrap="square" lIns="0" tIns="0" rIns="0" bIns="0" rtlCol="0" anchor="t"/>
          <a:lstStyle/>
          <a:p>
            <a:pPr algn="l" indent="0" marL="0">
              <a:buNone/>
            </a:pPr>
            <a:r>
              <a:rPr lang="en-US" sz="1800" dirty="0">
                <a:solidFill>
                  <a:srgbClr val="000000"/>
                </a:solidFill>
                <a:latin typeface="Arial" pitchFamily="34" charset="0"/>
                <a:ea typeface="Arial" pitchFamily="34" charset="-122"/>
                <a:cs typeface="Arial" pitchFamily="34" charset="-120"/>
              </a:rPr>
              <a:t>Refine your PowerPoint with these professional services Editorial, Design &amp; Publishing (EDP) offers:</a:t>
            </a:r>
            <a:endParaRPr lang="en-US" sz="1800" dirty="0"/>
          </a:p>
        </p:txBody>
      </p:sp>
      <p:sp>
        <p:nvSpPr>
          <p:cNvPr id="5" name="Text 2"/>
          <p:cNvSpPr/>
          <p:nvPr/>
        </p:nvSpPr>
        <p:spPr>
          <a:xfrm>
            <a:off x="566928" y="1261872"/>
            <a:ext cx="5029200" cy="4343400"/>
          </a:xfrm>
          <a:prstGeom prst="rect">
            <a:avLst/>
          </a:prstGeom>
          <a:noFill/>
          <a:ln/>
        </p:spPr>
        <p:txBody>
          <a:bodyPr wrap="square" lIns="0" tIns="0" rIns="0" bIns="0" rtlCol="0" anchor="t"/>
          <a:lstStyle/>
          <a:p>
            <a:pPr algn="l" indent="0" marL="0">
              <a:spcAft>
                <a:spcPts val="600"/>
              </a:spcAft>
              <a:buNone/>
            </a:pPr>
            <a:r>
              <a:rPr lang="en-US" sz="1600" b="1" dirty="0">
                <a:solidFill>
                  <a:srgbClr val="000000"/>
                </a:solidFill>
                <a:latin typeface="Arial" pitchFamily="34" charset="0"/>
                <a:ea typeface="Arial" pitchFamily="34" charset="-122"/>
                <a:cs typeface="Arial" pitchFamily="34" charset="-120"/>
              </a:rPr>
              <a:t>Add photos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Approved stock photography</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S&amp;P Global photography guidelines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Request a photo from Getty</a:t>
            </a:r>
            <a:endParaRPr lang="en-US" sz="1600" dirty="0"/>
          </a:p>
          <a:p>
            <a:pPr algn="l" indent="0" marL="0">
              <a:buNone/>
            </a:pPr>
            <a:r>
              <a:rPr lang="en-US" sz="1200" dirty="0">
                <a:solidFill>
                  <a:srgbClr val="000000"/>
                </a:solidFill>
                <a:latin typeface="Arial" pitchFamily="34" charset="0"/>
                <a:ea typeface="Arial" pitchFamily="34" charset="-122"/>
                <a:cs typeface="Arial" pitchFamily="34" charset="-120"/>
              </a:rPr>
              <a:t>Getty image downloads depend on the images meeting S&amp;P Global brand guidelines and being covered by our license agreement. Review available options </a:t>
            </a:r>
            <a:pPr algn="l" indent="0" marL="0">
              <a:spcAft>
                <a:spcPts val="600"/>
              </a:spcAft>
              <a:buNone/>
            </a:pPr>
            <a:r>
              <a:rPr lang="en-US" sz="1200" u="sng" dirty="0">
                <a:solidFill>
                  <a:srgbClr val="0F82A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here</a:t>
            </a:r>
            <a:pPr algn="l" indent="0" marL="0">
              <a:buNone/>
            </a:pPr>
            <a:r>
              <a:rPr lang="en-US" sz="1200" dirty="0">
                <a:solidFill>
                  <a:srgbClr val="000000"/>
                </a:solidFill>
                <a:latin typeface="Arial" pitchFamily="34" charset="0"/>
                <a:ea typeface="Arial" pitchFamily="34" charset="-122"/>
                <a:cs typeface="Arial" pitchFamily="34" charset="-120"/>
              </a:rPr>
              <a:t>.</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Add icons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Do NOT use the built-in icons in PowerPoint. Instead, use the brand-compliant icons available at the link below.</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icons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Iconography guidelines</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Request maps, infographics, icons and visuals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Request design help</a:t>
            </a:r>
            <a:endParaRPr lang="en-US" sz="1600" dirty="0"/>
          </a:p>
        </p:txBody>
      </p:sp>
      <p:sp>
        <p:nvSpPr>
          <p:cNvPr id="6" name="Text 3"/>
          <p:cNvSpPr/>
          <p:nvPr/>
        </p:nvSpPr>
        <p:spPr>
          <a:xfrm>
            <a:off x="6601968" y="1261872"/>
            <a:ext cx="5029200" cy="493776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Send to editors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Mobility</a:t>
            </a:r>
            <a:endParaRPr lang="en-US" sz="1600" dirty="0"/>
          </a:p>
          <a:p>
            <a:pPr algn="l" indent="0" marL="0">
              <a:buNone/>
            </a:pPr>
            <a:r>
              <a:rPr lang="en-US" sz="1400" u="sng" dirty="0">
                <a:solidFill>
                  <a:srgbClr val="0F82AF"/>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Energy/Commodities</a:t>
            </a:r>
            <a:pPr algn="l" indent="0" marL="0">
              <a:buNone/>
            </a:pPr>
            <a:r>
              <a:rPr lang="en-US" sz="1400" dirty="0">
                <a:solidFill>
                  <a:srgbClr val="000000"/>
                </a:solidFill>
                <a:latin typeface="Arial" pitchFamily="34" charset="0"/>
                <a:ea typeface="Arial" pitchFamily="34" charset="-122"/>
                <a:cs typeface="Arial" pitchFamily="34" charset="-120"/>
              </a:rPr>
              <a:t>*</a:t>
            </a:r>
            <a:endParaRPr lang="en-US" sz="1600" dirty="0"/>
          </a:p>
          <a:p>
            <a:pPr algn="l" indent="0" marL="0">
              <a:spcBef>
                <a:spcPts val="600"/>
              </a:spcBef>
              <a:spcAft>
                <a:spcPts val="600"/>
              </a:spcAft>
              <a:buNone/>
            </a:pPr>
            <a:r>
              <a:rPr lang="en-US" sz="1400" u="sng" dirty="0">
                <a:solidFill>
                  <a:srgbClr val="0F82AF"/>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Chemical</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Agribusiness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Global Intelligence and Analytics (GIA), formerly Economics and Country Risk (ECR)</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Maritime &amp; Trade</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Financial Institutions (FI)</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Telecommunications, Media &amp; Technology (TMT)**</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Ratings***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Sustainable1***</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Get EDP PowerPoint Utility Add-in</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Windows 11 users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I'm not on Windows 11 yet</a:t>
            </a:r>
            <a:endParaRPr lang="en-US" sz="1600" dirty="0"/>
          </a:p>
        </p:txBody>
      </p:sp>
      <p:sp>
        <p:nvSpPr>
          <p:cNvPr id="7" name="Text 4"/>
          <p:cNvSpPr/>
          <p:nvPr/>
        </p:nvSpPr>
        <p:spPr>
          <a:xfrm>
            <a:off x="566928" y="5687568"/>
            <a:ext cx="11064240" cy="521208"/>
          </a:xfrm>
          <a:prstGeom prst="rect">
            <a:avLst/>
          </a:prstGeom>
          <a:noFill/>
          <a:ln/>
        </p:spPr>
        <p:txBody>
          <a:bodyPr wrap="square" lIns="0" tIns="0" rIns="0" bIns="0" rtlCol="0" anchor="b"/>
          <a:lstStyle/>
          <a:p>
            <a:pPr algn="l" indent="0" marL="0">
              <a:buNone/>
            </a:pPr>
            <a:r>
              <a:rPr lang="en-US" sz="700" dirty="0">
                <a:solidFill>
                  <a:srgbClr val="000000"/>
                </a:solidFill>
                <a:latin typeface="Arial" pitchFamily="34" charset="0"/>
                <a:ea typeface="Arial" pitchFamily="34" charset="-122"/>
                <a:cs typeface="Arial" pitchFamily="34" charset="-120"/>
              </a:rPr>
              <a:t>* If your content is published on Platts Connect in the first instance, contact </a:t>
            </a:r>
            <a:pPr algn="l" indent="0" marL="0">
              <a:buNone/>
            </a:pPr>
            <a:r>
              <a:rPr lang="en-US" sz="700" u="sng" dirty="0">
                <a:solidFill>
                  <a:srgbClr val="0F82AF"/>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publish.pira@spglobal.com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buNone/>
            </a:pPr>
            <a:r>
              <a:rPr lang="en-US" sz="700" u="sng" dirty="0">
                <a:solidFill>
                  <a:srgbClr val="0F82AF"/>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 451 Editorial</a:t>
            </a:r>
            <a:pPr algn="l" indent="0" marL="0">
              <a:buNone/>
            </a:pPr>
            <a:r>
              <a:rPr lang="en-US" sz="700" dirty="0">
                <a:solidFill>
                  <a:srgbClr val="000000"/>
                </a:solidFill>
                <a:latin typeface="Arial" pitchFamily="34" charset="0"/>
                <a:ea typeface="Arial" pitchFamily="34" charset="-122"/>
                <a:cs typeface="Arial" pitchFamily="34" charset="-120"/>
              </a:rPr>
              <a:t> | </a:t>
            </a:r>
            <a:pPr algn="l" indent="0" marL="0">
              <a:spcAft>
                <a:spcPts val="200"/>
              </a:spcAft>
              <a:buNone/>
            </a:pPr>
            <a:r>
              <a:rPr lang="en-US" sz="700" u="sng" dirty="0">
                <a:solidFill>
                  <a:srgbClr val="0F82AF"/>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Research Editorial (CapIQ Pro)</a:t>
            </a:r>
            <a:endParaRPr lang="en-US" sz="700" dirty="0"/>
          </a:p>
          <a:p>
            <a:pPr algn="l" indent="0" marL="0">
              <a:buNone/>
            </a:pPr>
            <a:r>
              <a:rPr lang="en-US" sz="700" dirty="0">
                <a:solidFill>
                  <a:srgbClr val="000000"/>
                </a:solidFill>
                <a:latin typeface="Arial" pitchFamily="34" charset="0"/>
                <a:ea typeface="Arial" pitchFamily="34" charset="-122"/>
                <a:cs typeface="Arial" pitchFamily="34" charset="-120"/>
              </a:rPr>
              <a:t>*** While EDP does not provide editing services specifically for the Ratings and Sustainable1 divisions, we do offer cross-divisional content editing services. For more details, contact </a:t>
            </a:r>
            <a:pPr algn="l" indent="0" marL="0">
              <a:buNone/>
            </a:pPr>
            <a:r>
              <a:rPr lang="en-US" sz="700" u="sng" dirty="0">
                <a:solidFill>
                  <a:srgbClr val="0F82AF"/>
                </a:solidFill>
                <a:latin typeface="Arial" pitchFamily="34" charset="0"/>
                <a:ea typeface="Arial" pitchFamily="34" charset="-122"/>
                <a:cs typeface="Arial"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mark.pengelly@spglobal.com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Authentication required to access certain links.</a:t>
            </a:r>
            <a:endParaRPr lang="en-US" sz="700" dirty="0"/>
          </a:p>
        </p:txBody>
      </p:sp>
      <p:sp>
        <p:nvSpPr>
          <p:cNvPr id="8"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sldNum" hasCustomPrompt="1"/>
          </p:nvPr>
        </p:nvSpPr>
        <p:spPr/>
        <p:txBody>
          <a:bodyPr/>
          <a:lstStyle/>
          <a:p>
            <a:r>
              <a:rPr lang="en-US" dirty="0"/>
              <a:t>8</a:t>
            </a:r>
            <a:endParaRPr lang="en-US" dirty="0"/>
          </a:p>
        </p:txBody>
      </p:sp>
    </p:spTree>
  </p:cSld>
  <p:clrMapOvr>
    <a:masterClrMapping/>
  </p:clrMapOvr>
</p:sld>
</file>

<file path=ppt/theme/theme1.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ppt/theme/theme2.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2C5AB5430BD29468005F138BAADFA30" ma:contentTypeVersion="15" ma:contentTypeDescription="Create a new document." ma:contentTypeScope="" ma:versionID="7de2ce1e39f42d4a99ebe0e0f8827e51">
  <xsd:schema xmlns:xsd="http://www.w3.org/2001/XMLSchema" xmlns:xs="http://www.w3.org/2001/XMLSchema" xmlns:p="http://schemas.microsoft.com/office/2006/metadata/properties" xmlns:ns2="a7b088f9-5bd5-4bdb-b5bc-dcadbd2c3ab5" xmlns:ns3="01a85018-e850-4e17-bfd2-3567c6643c53" targetNamespace="http://schemas.microsoft.com/office/2006/metadata/properties" ma:root="true" ma:fieldsID="7e13d9ee660cffcd5a275efdf1209c88" ns2:_="" ns3:_="">
    <xsd:import namespace="a7b088f9-5bd5-4bdb-b5bc-dcadbd2c3ab5"/>
    <xsd:import namespace="01a85018-e850-4e17-bfd2-3567c6643c53"/>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MediaServiceDateTaken" minOccurs="0"/>
                <xsd:element ref="ns2:MediaLengthInSeconds" minOccurs="0"/>
                <xsd:element ref="ns3:SharedWithUsers" minOccurs="0"/>
                <xsd:element ref="ns3:SharedWithDetails" minOccurs="0"/>
                <xsd:element ref="ns2:Comme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7b088f9-5bd5-4bdb-b5bc-dcadbd2c3a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76f79bde-b34b-4e33-a562-f79c102b9a25"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Comments" ma:index="22" nillable="true" ma:displayName="Comments" ma:format="Dropdown" ma:internalName="Comments">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1a85018-e850-4e17-bfd2-3567c6643c53"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babc1d86-633d-4d0d-b314-85c2f607d569}" ma:internalName="TaxCatchAll" ma:showField="CatchAllData" ma:web="01a85018-e850-4e17-bfd2-3567c6643c53">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omments xmlns="a7b088f9-5bd5-4bdb-b5bc-dcadbd2c3ab5" xsi:nil="true"/>
    <lcf76f155ced4ddcb4097134ff3c332f xmlns="a7b088f9-5bd5-4bdb-b5bc-dcadbd2c3ab5">
      <Terms xmlns="http://schemas.microsoft.com/office/infopath/2007/PartnerControls"/>
    </lcf76f155ced4ddcb4097134ff3c332f>
    <TaxCatchAll xmlns="01a85018-e850-4e17-bfd2-3567c6643c5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5DECA40-D451-42EC-9D61-C2385E9DF4FE}">
  <ds:schemaRefs>
    <ds:schemaRef ds:uri="01a85018-e850-4e17-bfd2-3567c6643c53"/>
    <ds:schemaRef ds:uri="a7b088f9-5bd5-4bdb-b5bc-dcadbd2c3ab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CBA47C7-53D1-4E5D-BD7E-65E7F707CBD7}">
  <ds:schemaRefs>
    <ds:schemaRef ds:uri="01a85018-e850-4e17-bfd2-3567c6643c53"/>
    <ds:schemaRef ds:uri="a7b088f9-5bd5-4bdb-b5bc-dcadbd2c3ab5"/>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6FFAFCF6-E24E-4BDE-8D14-94B027134BE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EDP_2026_16x9_Energy</Template>
  <TotalTime>0</TotalTime>
  <Words>2021</Words>
  <Application>Microsoft Office PowerPoint</Application>
  <PresentationFormat>Widescreen</PresentationFormat>
  <Paragraphs>396</Paragraphs>
  <Slides>28</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Arial</vt:lpstr>
      <vt:lpstr>S-P Global EDP 2026 16-9</vt:lpstr>
      <vt:lpstr>S&amp;P Global Energy EDP PowerPoint template</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Event Type | Session Name</vt:lpstr>
      <vt:lpstr>[Presenter/Moderator/Panelist] — select a title</vt:lpstr>
      <vt:lpstr>Rules — please review carefully!</vt:lpstr>
      <vt:lpstr>Accessibility</vt:lpstr>
      <vt:lpstr>Resources</vt:lpstr>
      <vt:lpstr>Table samples</vt:lpstr>
      <vt:lpstr>Table samples</vt:lpstr>
      <vt:lpstr>Design assets</vt:lpstr>
      <vt:lpstr>Iconography</vt:lpstr>
      <vt:lpstr>Icon samples: General use</vt:lpstr>
      <vt:lpstr>Icon samples: General use</vt:lpstr>
      <vt:lpstr>Icon samples: General use</vt:lpstr>
      <vt:lpstr>Icon samples: General use</vt:lpstr>
      <vt:lpstr>Icon samples: General use</vt:lpstr>
      <vt:lpstr>Icon samples: General use</vt:lpstr>
      <vt:lpstr>Contact us</vt:lpstr>
      <vt:lpstr>PowerPoint Presentation</vt:lpstr>
      <vt:lpstr>PowerPoint Presentation</vt:lpstr>
      <vt:lpstr>PowerPoint Presentation</vt:lpstr>
    </vt:vector>
  </TitlesOfParts>
  <Company>SP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S&amp;P Global</dc:creator>
  <cp:lastModifiedBy>S&amp;P Global</cp:lastModifiedBy>
  <cp:revision>1</cp:revision>
  <dcterms:created xsi:type="dcterms:W3CDTF">2025-12-29T14:22:12Z</dcterms:created>
  <dcterms:modified xsi:type="dcterms:W3CDTF">2025-12-29T14:22:32Z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31f0267-8575-4fc2-99cc-f6b7f9934be9_Enabled">
    <vt:lpwstr>true</vt:lpwstr>
  </property>
  <property fmtid="{D5CDD505-2E9C-101B-9397-08002B2CF9AE}" pid="3" name="MSIP_Label_831f0267-8575-4fc2-99cc-f6b7f9934be9_SetDate">
    <vt:lpwstr>2025-11-19T00:16:38Z</vt:lpwstr>
  </property>
  <property fmtid="{D5CDD505-2E9C-101B-9397-08002B2CF9AE}" pid="4" name="MSIP_Label_831f0267-8575-4fc2-99cc-f6b7f9934be9_Method">
    <vt:lpwstr>Standard</vt:lpwstr>
  </property>
  <property fmtid="{D5CDD505-2E9C-101B-9397-08002B2CF9AE}" pid="5" name="MSIP_Label_831f0267-8575-4fc2-99cc-f6b7f9934be9_Name">
    <vt:lpwstr>831f0267-8575-4fc2-99cc-f6b7f9934be9</vt:lpwstr>
  </property>
  <property fmtid="{D5CDD505-2E9C-101B-9397-08002B2CF9AE}" pid="6" name="MSIP_Label_831f0267-8575-4fc2-99cc-f6b7f9934be9_SiteId">
    <vt:lpwstr>8f3e36ea-8039-4b40-81a7-7dc0599e8645</vt:lpwstr>
  </property>
  <property fmtid="{D5CDD505-2E9C-101B-9397-08002B2CF9AE}" pid="7" name="MSIP_Label_831f0267-8575-4fc2-99cc-f6b7f9934be9_ActionId">
    <vt:lpwstr>8419858e-47ef-4415-98ff-73e00ab96e0c</vt:lpwstr>
  </property>
  <property fmtid="{D5CDD505-2E9C-101B-9397-08002B2CF9AE}" pid="8" name="MSIP_Label_831f0267-8575-4fc2-99cc-f6b7f9934be9_ContentBits">
    <vt:lpwstr>0</vt:lpwstr>
  </property>
  <property fmtid="{D5CDD505-2E9C-101B-9397-08002B2CF9AE}" pid="9" name="MSIP_Label_831f0267-8575-4fc2-99cc-f6b7f9934be9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0x01010062C5AB5430BD29468005F138BAADFA30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Notes">
    <vt:lpwstr/>
  </property>
  <property fmtid="{D5CDD505-2E9C-101B-9397-08002B2CF9AE}" pid="18" name="xd_Signature">
    <vt:bool>false</vt:bool>
  </property>
  <property fmtid="{D5CDD505-2E9C-101B-9397-08002B2CF9AE}" pid="19" name="GUID">
    <vt:lpwstr>b3e3049c-3f7a-4aa7-87c5-fac8467452c9</vt:lpwstr>
  </property>
</Properties>
</file>