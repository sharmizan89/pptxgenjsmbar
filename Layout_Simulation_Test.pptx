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customXml" Target="../customXml/item1.xml"/><Relationship Id="rId20" Type="http://schemas.openxmlformats.org/officeDocument/2006/relationships/customXml" Target="../customXml/item2.xml"/><Relationship Id="rId21" Type="http://schemas.openxmlformats.org/officeDocument/2006/relationships/customXml" Target="../customXml/item3.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 no subtitle">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E553B1B-F09C-4BCE-B1ED-5F7876CB7175}"/>
              </a:ext>
            </a:extLst>
          </p:cNvPr>
          <p:cNvSpPr>
            <a:spLocks noGrp="1"/>
          </p:cNvSpPr>
          <p:nvPr>
            <p:ph type="ftr" sz="quarter" idx="18"/>
          </p:nvPr>
        </p:nvSpPr>
        <p:spPr/>
        <p:txBody>
          <a:bodyPr/>
          <a:lstStyle/>
          <a:p>
            <a:r>
              <a:rPr lang="en-US"/>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a:p>
        </p:txBody>
      </p:sp>
      <p:sp>
        <p:nvSpPr>
          <p:cNvPr id="9" name="Title 6">
            <a:extLst>
              <a:ext uri="{FF2B5EF4-FFF2-40B4-BE49-F238E27FC236}">
                <a16:creationId xmlns:a16="http://schemas.microsoft.com/office/drawing/2014/main" id="{25C0A2CC-8C09-4333-9F19-4CE0A59F345F}"/>
              </a:ext>
            </a:extLst>
          </p:cNvPr>
          <p:cNvSpPr>
            <a:spLocks noGrp="1"/>
          </p:cNvSpPr>
          <p:nvPr>
            <p:ph type="title" hasCustomPrompt="1"/>
          </p:nvPr>
        </p:nvSpPr>
        <p:spPr>
          <a:xfrm>
            <a:off x="567040" y="347472"/>
            <a:ext cx="11060912" cy="826477"/>
          </a:xfrm>
        </p:spPr>
        <p:txBody>
          <a:bodyPr/>
          <a:lstStyle/>
          <a:p>
            <a:r>
              <a:rPr lang="en-US"/>
              <a:t>[Headline]</a:t>
            </a:r>
          </a:p>
        </p:txBody>
      </p:sp>
      <p:sp>
        <p:nvSpPr>
          <p:cNvPr id="3" name="Content Placeholder 2">
            <a:extLst>
              <a:ext uri="{FF2B5EF4-FFF2-40B4-BE49-F238E27FC236}">
                <a16:creationId xmlns:a16="http://schemas.microsoft.com/office/drawing/2014/main" id="{6765E0BB-9159-43DF-B78A-D878AD54B307}"/>
              </a:ext>
            </a:extLst>
          </p:cNvPr>
          <p:cNvSpPr>
            <a:spLocks noGrp="1"/>
          </p:cNvSpPr>
          <p:nvPr>
            <p:ph sz="quarter" idx="17" hasCustomPrompt="1"/>
          </p:nvPr>
        </p:nvSpPr>
        <p:spPr>
          <a:xfrm>
            <a:off x="567037" y="1257300"/>
            <a:ext cx="11064240" cy="434340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8" name="Footnote">
            <a:extLst>
              <a:ext uri="{FF2B5EF4-FFF2-40B4-BE49-F238E27FC236}">
                <a16:creationId xmlns:a16="http://schemas.microsoft.com/office/drawing/2014/main" id="{47493D5F-84BF-4940-A104-ECCA1C18969D}"/>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28419247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w/Sub-headline">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3D8889F-920C-4319-AFB6-3C9009C9EE2D}"/>
              </a:ext>
            </a:extLst>
          </p:cNvPr>
          <p:cNvSpPr>
            <a:spLocks noGrp="1"/>
          </p:cNvSpPr>
          <p:nvPr>
            <p:ph type="ftr" sz="quarter" idx="20"/>
          </p:nvPr>
        </p:nvSpPr>
        <p:spPr/>
        <p:txBody>
          <a:bodyPr/>
          <a:lstStyle/>
          <a:p>
            <a:r>
              <a:rPr lang="en-US"/>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7039" y="342900"/>
            <a:ext cx="11062709" cy="460551"/>
          </a:xfrm>
        </p:spPr>
        <p:txBody>
          <a:bodyPr/>
          <a:lstStyle/>
          <a:p>
            <a:r>
              <a:rPr lang="en-US"/>
              <a:t>[Headline]</a:t>
            </a:r>
          </a:p>
        </p:txBody>
      </p:sp>
      <p:sp>
        <p:nvSpPr>
          <p:cNvPr id="9" name="Sub-headline">
            <a:extLst>
              <a:ext uri="{FF2B5EF4-FFF2-40B4-BE49-F238E27FC236}">
                <a16:creationId xmlns:a16="http://schemas.microsoft.com/office/drawing/2014/main" id="{43FE0DC3-F312-4660-86BD-A98328F26A4F}"/>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57300"/>
            <a:ext cx="11064240" cy="434340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0" name="Footnote">
            <a:extLst>
              <a:ext uri="{FF2B5EF4-FFF2-40B4-BE49-F238E27FC236}">
                <a16:creationId xmlns:a16="http://schemas.microsoft.com/office/drawing/2014/main" id="{9D7D1A86-6C0E-4CB8-9A24-2845A8A33E26}"/>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167677089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w 2 Line Title and Sub-headline">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5468271-2A9D-4952-80BC-4A10FA385C0C}"/>
              </a:ext>
            </a:extLst>
          </p:cNvPr>
          <p:cNvSpPr>
            <a:spLocks noGrp="1"/>
          </p:cNvSpPr>
          <p:nvPr>
            <p:ph type="ftr" sz="quarter" idx="20"/>
          </p:nvPr>
        </p:nvSpPr>
        <p:spPr/>
        <p:txBody>
          <a:bodyPr/>
          <a:lstStyle/>
          <a:p>
            <a:r>
              <a:rPr lang="en-US"/>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a:p>
        </p:txBody>
      </p:sp>
      <p:sp>
        <p:nvSpPr>
          <p:cNvPr id="7" name="Title 6">
            <a:extLst>
              <a:ext uri="{FF2B5EF4-FFF2-40B4-BE49-F238E27FC236}">
                <a16:creationId xmlns:a16="http://schemas.microsoft.com/office/drawing/2014/main" id="{9F6A52D2-B831-4A7E-B79F-CA60DD5AFA5B}"/>
              </a:ext>
            </a:extLst>
          </p:cNvPr>
          <p:cNvSpPr>
            <a:spLocks noGrp="1"/>
          </p:cNvSpPr>
          <p:nvPr>
            <p:ph type="title" hasCustomPrompt="1"/>
          </p:nvPr>
        </p:nvSpPr>
        <p:spPr>
          <a:xfrm>
            <a:off x="567039" y="342900"/>
            <a:ext cx="11062709" cy="826477"/>
          </a:xfrm>
        </p:spPr>
        <p:txBody>
          <a:bodyPr/>
          <a:lstStyle/>
          <a:p>
            <a:r>
              <a:rPr lang="en-US"/>
              <a:t>[Headline]</a:t>
            </a:r>
          </a:p>
        </p:txBody>
      </p:sp>
      <p:sp>
        <p:nvSpPr>
          <p:cNvPr id="8" name="Sub-headline">
            <a:extLst>
              <a:ext uri="{FF2B5EF4-FFF2-40B4-BE49-F238E27FC236}">
                <a16:creationId xmlns:a16="http://schemas.microsoft.com/office/drawing/2014/main" id="{D212CF22-B0A8-44E6-9016-A098DED0B9DC}"/>
              </a:ext>
            </a:extLst>
          </p:cNvPr>
          <p:cNvSpPr>
            <a:spLocks noGrp="1"/>
          </p:cNvSpPr>
          <p:nvPr>
            <p:ph type="body" sz="quarter" idx="13" hasCustomPrompt="1"/>
          </p:nvPr>
        </p:nvSpPr>
        <p:spPr>
          <a:xfrm>
            <a:off x="567039" y="1262525"/>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11" name="Content Placeholder 2">
            <a:extLst>
              <a:ext uri="{FF2B5EF4-FFF2-40B4-BE49-F238E27FC236}">
                <a16:creationId xmlns:a16="http://schemas.microsoft.com/office/drawing/2014/main" id="{3E5ACEF0-A41E-43CA-95FB-8893A51AFE9C}"/>
              </a:ext>
            </a:extLst>
          </p:cNvPr>
          <p:cNvSpPr>
            <a:spLocks noGrp="1"/>
          </p:cNvSpPr>
          <p:nvPr>
            <p:ph sz="quarter" idx="17" hasCustomPrompt="1"/>
          </p:nvPr>
        </p:nvSpPr>
        <p:spPr>
          <a:xfrm>
            <a:off x="567038" y="1638300"/>
            <a:ext cx="11067749" cy="396240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0" name="Footnote">
            <a:extLst>
              <a:ext uri="{FF2B5EF4-FFF2-40B4-BE49-F238E27FC236}">
                <a16:creationId xmlns:a16="http://schemas.microsoft.com/office/drawing/2014/main" id="{2AC03367-3865-46D6-B5A4-164C77CEC650}"/>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2726644003"/>
      </p:ext>
    </p:extLst>
  </p:cSld>
  <p:clrMapOvr>
    <a:masterClrMapping/>
  </p:clrMapOvr>
  <p:extLst>
    <p:ext uri="{DCECCB84-F9BA-43D5-87BE-67443E8EF086}">
      <p15:sldGuideLst xmlns:p15="http://schemas.microsoft.com/office/powerpoint/2012/main">
        <p15:guide id="1" orient="horz" pos="1032" userDrawn="1">
          <p15:clr>
            <a:srgbClr val="FBAE40"/>
          </p15:clr>
        </p15:guide>
        <p15:guide id="2" orient="horz" pos="352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C2D41B5-9D75-401F-A700-D560FB70E174}"/>
              </a:ext>
            </a:extLst>
          </p:cNvPr>
          <p:cNvSpPr>
            <a:spLocks noGrp="1"/>
          </p:cNvSpPr>
          <p:nvPr>
            <p:ph type="ftr" sz="quarter" idx="22"/>
          </p:nvPr>
        </p:nvSpPr>
        <p:spPr/>
        <p:txBody>
          <a:bodyPr/>
          <a:lstStyle/>
          <a:p>
            <a:r>
              <a:rPr lang="en-US"/>
              <a:t>Section name (optional) / Title / Month 20YY</a:t>
            </a:r>
          </a:p>
        </p:txBody>
      </p:sp>
      <p:sp>
        <p:nvSpPr>
          <p:cNvPr id="7" name="Slide Number Placeholder 6"/>
          <p:cNvSpPr>
            <a:spLocks noGrp="1"/>
          </p:cNvSpPr>
          <p:nvPr>
            <p:ph type="sldNum" sz="quarter" idx="12"/>
          </p:nvPr>
        </p:nvSpPr>
        <p:spPr/>
        <p:txBody>
          <a:bodyPr/>
          <a:lstStyle/>
          <a:p>
            <a:fld id="{5CFA18E4-D58E-4B28-B105-28D9665A8EBC}" type="slidenum">
              <a:rPr lang="en-US" smtClean="0"/>
              <a:t>‹#›</a:t>
            </a:fld>
            <a:endParaRPr lang="en-US"/>
          </a:p>
        </p:txBody>
      </p:sp>
      <p:sp>
        <p:nvSpPr>
          <p:cNvPr id="14" name="Title 6">
            <a:extLst>
              <a:ext uri="{FF2B5EF4-FFF2-40B4-BE49-F238E27FC236}">
                <a16:creationId xmlns:a16="http://schemas.microsoft.com/office/drawing/2014/main" id="{5EA2658C-4D1F-4341-9FB3-AE639A5B7A6D}"/>
              </a:ext>
            </a:extLst>
          </p:cNvPr>
          <p:cNvSpPr>
            <a:spLocks noGrp="1"/>
          </p:cNvSpPr>
          <p:nvPr>
            <p:ph type="title" hasCustomPrompt="1"/>
          </p:nvPr>
        </p:nvSpPr>
        <p:spPr>
          <a:xfrm>
            <a:off x="567039" y="342900"/>
            <a:ext cx="11062709" cy="460551"/>
          </a:xfrm>
        </p:spPr>
        <p:txBody>
          <a:bodyPr/>
          <a:lstStyle/>
          <a:p>
            <a:r>
              <a:rPr lang="en-US"/>
              <a:t>[Headline]</a:t>
            </a:r>
          </a:p>
        </p:txBody>
      </p:sp>
      <p:sp>
        <p:nvSpPr>
          <p:cNvPr id="16" name="Sub-headline">
            <a:extLst>
              <a:ext uri="{FF2B5EF4-FFF2-40B4-BE49-F238E27FC236}">
                <a16:creationId xmlns:a16="http://schemas.microsoft.com/office/drawing/2014/main" id="{E1A85031-5F0D-460E-8199-AA7813EBCC9E}"/>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10" name="Content Placeholder 2">
            <a:extLst>
              <a:ext uri="{FF2B5EF4-FFF2-40B4-BE49-F238E27FC236}">
                <a16:creationId xmlns:a16="http://schemas.microsoft.com/office/drawing/2014/main" id="{8C01F00E-9845-424A-8079-B7849E9BF557}"/>
              </a:ext>
            </a:extLst>
          </p:cNvPr>
          <p:cNvSpPr>
            <a:spLocks noGrp="1"/>
          </p:cNvSpPr>
          <p:nvPr>
            <p:ph sz="quarter" idx="19" hasCustomPrompt="1"/>
          </p:nvPr>
        </p:nvSpPr>
        <p:spPr>
          <a:xfrm>
            <a:off x="567038" y="1257300"/>
            <a:ext cx="5029200" cy="4343398"/>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1" name="Content Placeholder 2">
            <a:extLst>
              <a:ext uri="{FF2B5EF4-FFF2-40B4-BE49-F238E27FC236}">
                <a16:creationId xmlns:a16="http://schemas.microsoft.com/office/drawing/2014/main" id="{4E7C4A77-7AC4-4038-B240-8D9582AC63B0}"/>
              </a:ext>
            </a:extLst>
          </p:cNvPr>
          <p:cNvSpPr>
            <a:spLocks noGrp="1"/>
          </p:cNvSpPr>
          <p:nvPr>
            <p:ph sz="quarter" idx="20" hasCustomPrompt="1"/>
          </p:nvPr>
        </p:nvSpPr>
        <p:spPr>
          <a:xfrm>
            <a:off x="6600547" y="1257300"/>
            <a:ext cx="5029200" cy="434340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2" name="Footnote">
            <a:extLst>
              <a:ext uri="{FF2B5EF4-FFF2-40B4-BE49-F238E27FC236}">
                <a16:creationId xmlns:a16="http://schemas.microsoft.com/office/drawing/2014/main" id="{1265A9EC-4B54-4E71-9950-83F2CC078114}"/>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162773352"/>
      </p:ext>
    </p:extLst>
  </p:cSld>
  <p:clrMapOvr>
    <a:masterClrMapping/>
  </p:clrMapOvr>
  <p:extLst>
    <p:ext uri="{DCECCB84-F9BA-43D5-87BE-67443E8EF086}">
      <p15:sldGuideLst xmlns:p15="http://schemas.microsoft.com/office/powerpoint/2012/main">
        <p15:guide id="3" orient="horz" pos="792" userDrawn="1">
          <p15:clr>
            <a:srgbClr val="FBAE40"/>
          </p15:clr>
        </p15:guide>
        <p15:guide id="4" orient="horz" pos="352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 Subtitles ">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D18551D-791B-450D-BD0F-4EEC0603C07D}"/>
              </a:ext>
            </a:extLst>
          </p:cNvPr>
          <p:cNvSpPr>
            <a:spLocks noGrp="1"/>
          </p:cNvSpPr>
          <p:nvPr>
            <p:ph type="ftr" sz="quarter" idx="24"/>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15" name="Title 6">
            <a:extLst>
              <a:ext uri="{FF2B5EF4-FFF2-40B4-BE49-F238E27FC236}">
                <a16:creationId xmlns:a16="http://schemas.microsoft.com/office/drawing/2014/main" id="{58A82081-6A70-4E53-9668-8A704A416147}"/>
              </a:ext>
            </a:extLst>
          </p:cNvPr>
          <p:cNvSpPr>
            <a:spLocks noGrp="1"/>
          </p:cNvSpPr>
          <p:nvPr>
            <p:ph type="title" hasCustomPrompt="1"/>
          </p:nvPr>
        </p:nvSpPr>
        <p:spPr>
          <a:xfrm>
            <a:off x="567039" y="342900"/>
            <a:ext cx="11062709" cy="460551"/>
          </a:xfrm>
        </p:spPr>
        <p:txBody>
          <a:bodyPr/>
          <a:lstStyle/>
          <a:p>
            <a:r>
              <a:rPr lang="en-US"/>
              <a:t>[Headline]</a:t>
            </a:r>
          </a:p>
        </p:txBody>
      </p:sp>
      <p:sp>
        <p:nvSpPr>
          <p:cNvPr id="17" name="Sub-headline">
            <a:extLst>
              <a:ext uri="{FF2B5EF4-FFF2-40B4-BE49-F238E27FC236}">
                <a16:creationId xmlns:a16="http://schemas.microsoft.com/office/drawing/2014/main" id="{EDB95B89-2A33-48DD-AC3B-313AD82CB610}"/>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10" name="Subtitle Left">
            <a:extLst>
              <a:ext uri="{FF2B5EF4-FFF2-40B4-BE49-F238E27FC236}">
                <a16:creationId xmlns:a16="http://schemas.microsoft.com/office/drawing/2014/main" id="{8403981E-786C-4EF9-AF33-61C19C423EFE}"/>
              </a:ext>
            </a:extLst>
          </p:cNvPr>
          <p:cNvSpPr>
            <a:spLocks noGrp="1"/>
          </p:cNvSpPr>
          <p:nvPr>
            <p:ph type="body" sz="quarter" idx="16" hasCustomPrompt="1"/>
          </p:nvPr>
        </p:nvSpPr>
        <p:spPr>
          <a:xfrm>
            <a:off x="567038" y="1273308"/>
            <a:ext cx="5029200" cy="278706"/>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14" name="Content Placeholder 2">
            <a:extLst>
              <a:ext uri="{FF2B5EF4-FFF2-40B4-BE49-F238E27FC236}">
                <a16:creationId xmlns:a16="http://schemas.microsoft.com/office/drawing/2014/main" id="{FD4842E1-8DB4-4D2D-8B37-7306DA8AA400}"/>
              </a:ext>
            </a:extLst>
          </p:cNvPr>
          <p:cNvSpPr>
            <a:spLocks noGrp="1"/>
          </p:cNvSpPr>
          <p:nvPr>
            <p:ph sz="quarter" idx="22" hasCustomPrompt="1"/>
          </p:nvPr>
        </p:nvSpPr>
        <p:spPr>
          <a:xfrm>
            <a:off x="567038" y="1647590"/>
            <a:ext cx="5029200" cy="3915009"/>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1" name="Subtitle Right">
            <a:extLst>
              <a:ext uri="{FF2B5EF4-FFF2-40B4-BE49-F238E27FC236}">
                <a16:creationId xmlns:a16="http://schemas.microsoft.com/office/drawing/2014/main" id="{B61E0577-E2AB-4D15-B857-69F705573C64}"/>
              </a:ext>
            </a:extLst>
          </p:cNvPr>
          <p:cNvSpPr>
            <a:spLocks noGrp="1"/>
          </p:cNvSpPr>
          <p:nvPr>
            <p:ph type="body" sz="quarter" idx="19" hasCustomPrompt="1"/>
          </p:nvPr>
        </p:nvSpPr>
        <p:spPr>
          <a:xfrm>
            <a:off x="6602078" y="1273308"/>
            <a:ext cx="5029200" cy="278706"/>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18" name="Content Placeholder 2">
            <a:extLst>
              <a:ext uri="{FF2B5EF4-FFF2-40B4-BE49-F238E27FC236}">
                <a16:creationId xmlns:a16="http://schemas.microsoft.com/office/drawing/2014/main" id="{66F8253E-1094-4CA9-B5AB-E7D20AD42CF3}"/>
              </a:ext>
            </a:extLst>
          </p:cNvPr>
          <p:cNvSpPr>
            <a:spLocks noGrp="1"/>
          </p:cNvSpPr>
          <p:nvPr>
            <p:ph sz="quarter" idx="20" hasCustomPrompt="1"/>
          </p:nvPr>
        </p:nvSpPr>
        <p:spPr>
          <a:xfrm>
            <a:off x="6602078" y="1647590"/>
            <a:ext cx="5029200" cy="3915011"/>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2" name="Footnote">
            <a:extLst>
              <a:ext uri="{FF2B5EF4-FFF2-40B4-BE49-F238E27FC236}">
                <a16:creationId xmlns:a16="http://schemas.microsoft.com/office/drawing/2014/main" id="{EC8D25E1-630B-4946-B6B3-50E82479777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121436942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4 Column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7AD1F87-EF68-4B82-B281-A492E4EB948A}"/>
              </a:ext>
            </a:extLst>
          </p:cNvPr>
          <p:cNvSpPr>
            <a:spLocks noGrp="1"/>
          </p:cNvSpPr>
          <p:nvPr>
            <p:ph type="ftr" sz="quarter" idx="31"/>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35" name="Title 6">
            <a:extLst>
              <a:ext uri="{FF2B5EF4-FFF2-40B4-BE49-F238E27FC236}">
                <a16:creationId xmlns:a16="http://schemas.microsoft.com/office/drawing/2014/main" id="{3DE2B13A-4728-4D28-B252-5AC74A85D744}"/>
              </a:ext>
            </a:extLst>
          </p:cNvPr>
          <p:cNvSpPr>
            <a:spLocks noGrp="1"/>
          </p:cNvSpPr>
          <p:nvPr>
            <p:ph type="title" hasCustomPrompt="1"/>
          </p:nvPr>
        </p:nvSpPr>
        <p:spPr>
          <a:xfrm>
            <a:off x="567039" y="342900"/>
            <a:ext cx="11062709" cy="460551"/>
          </a:xfrm>
        </p:spPr>
        <p:txBody>
          <a:bodyPr/>
          <a:lstStyle/>
          <a:p>
            <a:r>
              <a:rPr lang="en-US"/>
              <a:t>[Headline]</a:t>
            </a:r>
          </a:p>
        </p:txBody>
      </p:sp>
      <p:sp>
        <p:nvSpPr>
          <p:cNvPr id="17" name="Sub-headline">
            <a:extLst>
              <a:ext uri="{FF2B5EF4-FFF2-40B4-BE49-F238E27FC236}">
                <a16:creationId xmlns:a16="http://schemas.microsoft.com/office/drawing/2014/main" id="{2EFAA073-8240-4C6D-8D47-1612D459C33A}"/>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20" name="Subtitle Left">
            <a:extLst>
              <a:ext uri="{FF2B5EF4-FFF2-40B4-BE49-F238E27FC236}">
                <a16:creationId xmlns:a16="http://schemas.microsoft.com/office/drawing/2014/main" id="{1100B900-C5D3-47E6-B07C-F64665097B85}"/>
              </a:ext>
            </a:extLst>
          </p:cNvPr>
          <p:cNvSpPr>
            <a:spLocks noGrp="1"/>
          </p:cNvSpPr>
          <p:nvPr>
            <p:ph type="body" sz="quarter" idx="16" hasCustomPrompt="1"/>
          </p:nvPr>
        </p:nvSpPr>
        <p:spPr>
          <a:xfrm>
            <a:off x="558801"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29" name="Text Placeholder 7">
            <a:extLst>
              <a:ext uri="{FF2B5EF4-FFF2-40B4-BE49-F238E27FC236}">
                <a16:creationId xmlns:a16="http://schemas.microsoft.com/office/drawing/2014/main" id="{C3974BE8-A7E1-4699-8477-65E1DA07C859}"/>
              </a:ext>
            </a:extLst>
          </p:cNvPr>
          <p:cNvSpPr>
            <a:spLocks noGrp="1"/>
          </p:cNvSpPr>
          <p:nvPr>
            <p:ph type="body" sz="quarter" idx="24" hasCustomPrompt="1"/>
          </p:nvPr>
        </p:nvSpPr>
        <p:spPr>
          <a:xfrm>
            <a:off x="558800"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a:t>[Click to add text]</a:t>
            </a:r>
          </a:p>
        </p:txBody>
      </p:sp>
      <p:sp>
        <p:nvSpPr>
          <p:cNvPr id="24" name="Subtitle Left Middle">
            <a:extLst>
              <a:ext uri="{FF2B5EF4-FFF2-40B4-BE49-F238E27FC236}">
                <a16:creationId xmlns:a16="http://schemas.microsoft.com/office/drawing/2014/main" id="{19F653FA-A9BA-497A-A83F-D117941654E1}"/>
              </a:ext>
            </a:extLst>
          </p:cNvPr>
          <p:cNvSpPr>
            <a:spLocks noGrp="1"/>
          </p:cNvSpPr>
          <p:nvPr>
            <p:ph type="body" sz="quarter" idx="17" hasCustomPrompt="1"/>
          </p:nvPr>
        </p:nvSpPr>
        <p:spPr>
          <a:xfrm>
            <a:off x="3395078"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7" name="Text Placeholder 7">
            <a:extLst>
              <a:ext uri="{FF2B5EF4-FFF2-40B4-BE49-F238E27FC236}">
                <a16:creationId xmlns:a16="http://schemas.microsoft.com/office/drawing/2014/main" id="{4A722BFE-0050-4972-B7CE-C4405F024346}"/>
              </a:ext>
            </a:extLst>
          </p:cNvPr>
          <p:cNvSpPr>
            <a:spLocks noGrp="1"/>
          </p:cNvSpPr>
          <p:nvPr>
            <p:ph type="body" sz="quarter" idx="25" hasCustomPrompt="1"/>
          </p:nvPr>
        </p:nvSpPr>
        <p:spPr>
          <a:xfrm>
            <a:off x="3395077"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a:t>[Click to add text]</a:t>
            </a:r>
          </a:p>
        </p:txBody>
      </p:sp>
      <p:sp>
        <p:nvSpPr>
          <p:cNvPr id="26" name="Subtitle Middle">
            <a:extLst>
              <a:ext uri="{FF2B5EF4-FFF2-40B4-BE49-F238E27FC236}">
                <a16:creationId xmlns:a16="http://schemas.microsoft.com/office/drawing/2014/main" id="{C67D1831-D469-4022-AC57-0C8E07B415FD}"/>
              </a:ext>
            </a:extLst>
          </p:cNvPr>
          <p:cNvSpPr>
            <a:spLocks noGrp="1"/>
          </p:cNvSpPr>
          <p:nvPr>
            <p:ph type="body" sz="quarter" idx="19" hasCustomPrompt="1"/>
          </p:nvPr>
        </p:nvSpPr>
        <p:spPr>
          <a:xfrm>
            <a:off x="6231355"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8" name="Text Placeholder 7">
            <a:extLst>
              <a:ext uri="{FF2B5EF4-FFF2-40B4-BE49-F238E27FC236}">
                <a16:creationId xmlns:a16="http://schemas.microsoft.com/office/drawing/2014/main" id="{F6CB5D78-D81A-4133-8C2C-5B5D05482A5B}"/>
              </a:ext>
            </a:extLst>
          </p:cNvPr>
          <p:cNvSpPr>
            <a:spLocks noGrp="1"/>
          </p:cNvSpPr>
          <p:nvPr>
            <p:ph type="body" sz="quarter" idx="26" hasCustomPrompt="1"/>
          </p:nvPr>
        </p:nvSpPr>
        <p:spPr>
          <a:xfrm>
            <a:off x="6231354"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a:t>[Click to add text]</a:t>
            </a:r>
          </a:p>
        </p:txBody>
      </p:sp>
      <p:sp>
        <p:nvSpPr>
          <p:cNvPr id="27" name="Subtitle Right Middle">
            <a:extLst>
              <a:ext uri="{FF2B5EF4-FFF2-40B4-BE49-F238E27FC236}">
                <a16:creationId xmlns:a16="http://schemas.microsoft.com/office/drawing/2014/main" id="{F1585BC4-F61A-4906-BC79-1A13DBBBA0D4}"/>
              </a:ext>
            </a:extLst>
          </p:cNvPr>
          <p:cNvSpPr>
            <a:spLocks noGrp="1"/>
          </p:cNvSpPr>
          <p:nvPr>
            <p:ph type="body" sz="quarter" idx="21" hasCustomPrompt="1"/>
          </p:nvPr>
        </p:nvSpPr>
        <p:spPr>
          <a:xfrm>
            <a:off x="9067631"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9" name="Text Placeholder 7">
            <a:extLst>
              <a:ext uri="{FF2B5EF4-FFF2-40B4-BE49-F238E27FC236}">
                <a16:creationId xmlns:a16="http://schemas.microsoft.com/office/drawing/2014/main" id="{BFCEE010-7658-4DA0-96B4-C7212FD2F4B1}"/>
              </a:ext>
            </a:extLst>
          </p:cNvPr>
          <p:cNvSpPr>
            <a:spLocks noGrp="1"/>
          </p:cNvSpPr>
          <p:nvPr>
            <p:ph type="body" sz="quarter" idx="27" hasCustomPrompt="1"/>
          </p:nvPr>
        </p:nvSpPr>
        <p:spPr>
          <a:xfrm>
            <a:off x="9067631"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a:t>[Click to add text]</a:t>
            </a:r>
          </a:p>
        </p:txBody>
      </p:sp>
      <p:sp>
        <p:nvSpPr>
          <p:cNvPr id="18" name="Footnote">
            <a:extLst>
              <a:ext uri="{FF2B5EF4-FFF2-40B4-BE49-F238E27FC236}">
                <a16:creationId xmlns:a16="http://schemas.microsoft.com/office/drawing/2014/main" id="{ECA1AF56-EBF3-4BA2-BE51-E2712FF6CFCF}"/>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2295911752"/>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5 Column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48C1FB7-A846-4204-8CEA-AC3CFF89BDC9}"/>
              </a:ext>
            </a:extLst>
          </p:cNvPr>
          <p:cNvSpPr>
            <a:spLocks noGrp="1"/>
          </p:cNvSpPr>
          <p:nvPr>
            <p:ph type="ftr" sz="quarter" idx="31"/>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35" name="Title 6">
            <a:extLst>
              <a:ext uri="{FF2B5EF4-FFF2-40B4-BE49-F238E27FC236}">
                <a16:creationId xmlns:a16="http://schemas.microsoft.com/office/drawing/2014/main" id="{3DE2B13A-4728-4D28-B252-5AC74A85D744}"/>
              </a:ext>
            </a:extLst>
          </p:cNvPr>
          <p:cNvSpPr>
            <a:spLocks noGrp="1"/>
          </p:cNvSpPr>
          <p:nvPr>
            <p:ph type="title" hasCustomPrompt="1"/>
          </p:nvPr>
        </p:nvSpPr>
        <p:spPr>
          <a:xfrm>
            <a:off x="567039" y="342900"/>
            <a:ext cx="11062709" cy="460551"/>
          </a:xfrm>
        </p:spPr>
        <p:txBody>
          <a:bodyPr/>
          <a:lstStyle/>
          <a:p>
            <a:r>
              <a:rPr lang="en-US"/>
              <a:t>[Headline]</a:t>
            </a:r>
          </a:p>
        </p:txBody>
      </p:sp>
      <p:sp>
        <p:nvSpPr>
          <p:cNvPr id="19" name="Sub-headline">
            <a:extLst>
              <a:ext uri="{FF2B5EF4-FFF2-40B4-BE49-F238E27FC236}">
                <a16:creationId xmlns:a16="http://schemas.microsoft.com/office/drawing/2014/main" id="{69FB779E-C080-4729-854B-F8289471D6AC}"/>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20" name="Subtitle Left">
            <a:extLst>
              <a:ext uri="{FF2B5EF4-FFF2-40B4-BE49-F238E27FC236}">
                <a16:creationId xmlns:a16="http://schemas.microsoft.com/office/drawing/2014/main" id="{1100B900-C5D3-47E6-B07C-F64665097B85}"/>
              </a:ext>
            </a:extLst>
          </p:cNvPr>
          <p:cNvSpPr>
            <a:spLocks noGrp="1"/>
          </p:cNvSpPr>
          <p:nvPr>
            <p:ph type="body" sz="quarter" idx="16" hasCustomPrompt="1"/>
          </p:nvPr>
        </p:nvSpPr>
        <p:spPr>
          <a:xfrm>
            <a:off x="558801" y="1261872"/>
            <a:ext cx="2038238"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29" name="Text Placeholder 7">
            <a:extLst>
              <a:ext uri="{FF2B5EF4-FFF2-40B4-BE49-F238E27FC236}">
                <a16:creationId xmlns:a16="http://schemas.microsoft.com/office/drawing/2014/main" id="{C3974BE8-A7E1-4699-8477-65E1DA07C859}"/>
              </a:ext>
            </a:extLst>
          </p:cNvPr>
          <p:cNvSpPr>
            <a:spLocks noGrp="1"/>
          </p:cNvSpPr>
          <p:nvPr>
            <p:ph type="body" sz="quarter" idx="24" hasCustomPrompt="1"/>
          </p:nvPr>
        </p:nvSpPr>
        <p:spPr>
          <a:xfrm>
            <a:off x="558801"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a:t>[Click to add text]</a:t>
            </a:r>
          </a:p>
        </p:txBody>
      </p:sp>
      <p:sp>
        <p:nvSpPr>
          <p:cNvPr id="24" name="Subtitle Left Middle">
            <a:extLst>
              <a:ext uri="{FF2B5EF4-FFF2-40B4-BE49-F238E27FC236}">
                <a16:creationId xmlns:a16="http://schemas.microsoft.com/office/drawing/2014/main" id="{19F653FA-A9BA-497A-A83F-D117941654E1}"/>
              </a:ext>
            </a:extLst>
          </p:cNvPr>
          <p:cNvSpPr>
            <a:spLocks noGrp="1"/>
          </p:cNvSpPr>
          <p:nvPr>
            <p:ph type="body" sz="quarter" idx="17" hasCustomPrompt="1"/>
          </p:nvPr>
        </p:nvSpPr>
        <p:spPr>
          <a:xfrm>
            <a:off x="2819483"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7" name="Text Placeholder 7">
            <a:extLst>
              <a:ext uri="{FF2B5EF4-FFF2-40B4-BE49-F238E27FC236}">
                <a16:creationId xmlns:a16="http://schemas.microsoft.com/office/drawing/2014/main" id="{4A722BFE-0050-4972-B7CE-C4405F024346}"/>
              </a:ext>
            </a:extLst>
          </p:cNvPr>
          <p:cNvSpPr>
            <a:spLocks noGrp="1"/>
          </p:cNvSpPr>
          <p:nvPr>
            <p:ph type="body" sz="quarter" idx="25" hasCustomPrompt="1"/>
          </p:nvPr>
        </p:nvSpPr>
        <p:spPr>
          <a:xfrm>
            <a:off x="2819314"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a:t>[Click to add text]</a:t>
            </a:r>
          </a:p>
        </p:txBody>
      </p:sp>
      <p:sp>
        <p:nvSpPr>
          <p:cNvPr id="26" name="Subtitle Middle">
            <a:extLst>
              <a:ext uri="{FF2B5EF4-FFF2-40B4-BE49-F238E27FC236}">
                <a16:creationId xmlns:a16="http://schemas.microsoft.com/office/drawing/2014/main" id="{C67D1831-D469-4022-AC57-0C8E07B415FD}"/>
              </a:ext>
            </a:extLst>
          </p:cNvPr>
          <p:cNvSpPr>
            <a:spLocks noGrp="1"/>
          </p:cNvSpPr>
          <p:nvPr>
            <p:ph type="body" sz="quarter" idx="19" hasCustomPrompt="1"/>
          </p:nvPr>
        </p:nvSpPr>
        <p:spPr>
          <a:xfrm>
            <a:off x="5077991"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8" name="Text Placeholder 7">
            <a:extLst>
              <a:ext uri="{FF2B5EF4-FFF2-40B4-BE49-F238E27FC236}">
                <a16:creationId xmlns:a16="http://schemas.microsoft.com/office/drawing/2014/main" id="{F6CB5D78-D81A-4133-8C2C-5B5D05482A5B}"/>
              </a:ext>
            </a:extLst>
          </p:cNvPr>
          <p:cNvSpPr>
            <a:spLocks noGrp="1"/>
          </p:cNvSpPr>
          <p:nvPr>
            <p:ph type="body" sz="quarter" idx="26" hasCustomPrompt="1"/>
          </p:nvPr>
        </p:nvSpPr>
        <p:spPr>
          <a:xfrm>
            <a:off x="5077991"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a:t>[Click to add text]</a:t>
            </a:r>
          </a:p>
        </p:txBody>
      </p:sp>
      <p:sp>
        <p:nvSpPr>
          <p:cNvPr id="27" name="Subtitle Right Middle">
            <a:extLst>
              <a:ext uri="{FF2B5EF4-FFF2-40B4-BE49-F238E27FC236}">
                <a16:creationId xmlns:a16="http://schemas.microsoft.com/office/drawing/2014/main" id="{F1585BC4-F61A-4906-BC79-1A13DBBBA0D4}"/>
              </a:ext>
            </a:extLst>
          </p:cNvPr>
          <p:cNvSpPr>
            <a:spLocks noGrp="1"/>
          </p:cNvSpPr>
          <p:nvPr>
            <p:ph type="body" sz="quarter" idx="21" hasCustomPrompt="1"/>
          </p:nvPr>
        </p:nvSpPr>
        <p:spPr>
          <a:xfrm>
            <a:off x="7336499"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9" name="Text Placeholder 7">
            <a:extLst>
              <a:ext uri="{FF2B5EF4-FFF2-40B4-BE49-F238E27FC236}">
                <a16:creationId xmlns:a16="http://schemas.microsoft.com/office/drawing/2014/main" id="{BFCEE010-7658-4DA0-96B4-C7212FD2F4B1}"/>
              </a:ext>
            </a:extLst>
          </p:cNvPr>
          <p:cNvSpPr>
            <a:spLocks noGrp="1"/>
          </p:cNvSpPr>
          <p:nvPr>
            <p:ph type="body" sz="quarter" idx="27" hasCustomPrompt="1"/>
          </p:nvPr>
        </p:nvSpPr>
        <p:spPr>
          <a:xfrm>
            <a:off x="7338504"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a:t>[Click to add text]</a:t>
            </a:r>
          </a:p>
        </p:txBody>
      </p:sp>
      <p:sp>
        <p:nvSpPr>
          <p:cNvPr id="28" name="Subtitle Right">
            <a:extLst>
              <a:ext uri="{FF2B5EF4-FFF2-40B4-BE49-F238E27FC236}">
                <a16:creationId xmlns:a16="http://schemas.microsoft.com/office/drawing/2014/main" id="{C4963B24-E3E6-4DAA-8C97-B00492206191}"/>
              </a:ext>
            </a:extLst>
          </p:cNvPr>
          <p:cNvSpPr>
            <a:spLocks noGrp="1"/>
          </p:cNvSpPr>
          <p:nvPr>
            <p:ph type="body" sz="quarter" idx="23" hasCustomPrompt="1"/>
          </p:nvPr>
        </p:nvSpPr>
        <p:spPr>
          <a:xfrm>
            <a:off x="9595009"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40" name="Text Placeholder 7">
            <a:extLst>
              <a:ext uri="{FF2B5EF4-FFF2-40B4-BE49-F238E27FC236}">
                <a16:creationId xmlns:a16="http://schemas.microsoft.com/office/drawing/2014/main" id="{ED2680F6-9FB0-4C12-942B-F6C0798EDF72}"/>
              </a:ext>
            </a:extLst>
          </p:cNvPr>
          <p:cNvSpPr>
            <a:spLocks noGrp="1"/>
          </p:cNvSpPr>
          <p:nvPr>
            <p:ph type="body" sz="quarter" idx="28" hasCustomPrompt="1"/>
          </p:nvPr>
        </p:nvSpPr>
        <p:spPr>
          <a:xfrm>
            <a:off x="9591718"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a:t>[Click to add text]</a:t>
            </a:r>
          </a:p>
        </p:txBody>
      </p:sp>
      <p:sp>
        <p:nvSpPr>
          <p:cNvPr id="21" name="Footnote">
            <a:extLst>
              <a:ext uri="{FF2B5EF4-FFF2-40B4-BE49-F238E27FC236}">
                <a16:creationId xmlns:a16="http://schemas.microsoft.com/office/drawing/2014/main" id="{3C5A0243-A327-433A-9F14-332E3492906F}"/>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159392212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Sidebar">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B39D5CE-25C4-4159-ADD6-CA00C1A2DD0E}"/>
              </a:ext>
            </a:extLst>
          </p:cNvPr>
          <p:cNvSpPr>
            <a:spLocks noGrp="1"/>
          </p:cNvSpPr>
          <p:nvPr>
            <p:ph type="ftr" sz="quarter" idx="23"/>
          </p:nvPr>
        </p:nvSpPr>
        <p:spPr/>
        <p:txBody>
          <a:bodyPr/>
          <a:lstStyle/>
          <a:p>
            <a:r>
              <a:rPr lang="en-US"/>
              <a:t>Section name (optional) / Title / Month 20YY</a:t>
            </a:r>
          </a:p>
        </p:txBody>
      </p:sp>
      <p:sp>
        <p:nvSpPr>
          <p:cNvPr id="7" name="Slide Number Placeholder 6"/>
          <p:cNvSpPr>
            <a:spLocks noGrp="1"/>
          </p:cNvSpPr>
          <p:nvPr>
            <p:ph type="sldNum" sz="quarter" idx="12"/>
          </p:nvPr>
        </p:nvSpPr>
        <p:spPr/>
        <p:txBody>
          <a:bodyPr/>
          <a:lstStyle/>
          <a:p>
            <a:fld id="{5CFA18E4-D58E-4B28-B105-28D9665A8EBC}" type="slidenum">
              <a:rPr lang="en-US" smtClean="0"/>
              <a:t>‹#›</a:t>
            </a:fld>
            <a:endParaRPr lang="en-US"/>
          </a:p>
        </p:txBody>
      </p:sp>
      <p:sp>
        <p:nvSpPr>
          <p:cNvPr id="13" name="Title 6">
            <a:extLst>
              <a:ext uri="{FF2B5EF4-FFF2-40B4-BE49-F238E27FC236}">
                <a16:creationId xmlns:a16="http://schemas.microsoft.com/office/drawing/2014/main" id="{42742681-C1B5-4850-A0DD-35CAA74ED1B9}"/>
              </a:ext>
            </a:extLst>
          </p:cNvPr>
          <p:cNvSpPr>
            <a:spLocks noGrp="1"/>
          </p:cNvSpPr>
          <p:nvPr>
            <p:ph type="title" hasCustomPrompt="1"/>
          </p:nvPr>
        </p:nvSpPr>
        <p:spPr>
          <a:xfrm>
            <a:off x="567039" y="342900"/>
            <a:ext cx="11062709" cy="460551"/>
          </a:xfrm>
        </p:spPr>
        <p:txBody>
          <a:bodyPr/>
          <a:lstStyle/>
          <a:p>
            <a:r>
              <a:rPr lang="en-US"/>
              <a:t>[Headline]</a:t>
            </a:r>
          </a:p>
        </p:txBody>
      </p:sp>
      <p:sp>
        <p:nvSpPr>
          <p:cNvPr id="15" name="Sub-headline">
            <a:extLst>
              <a:ext uri="{FF2B5EF4-FFF2-40B4-BE49-F238E27FC236}">
                <a16:creationId xmlns:a16="http://schemas.microsoft.com/office/drawing/2014/main" id="{ECA76DEA-E03A-418D-B5EF-41D0803AF4A9}"/>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9" name="Content Placeholder 2">
            <a:extLst>
              <a:ext uri="{FF2B5EF4-FFF2-40B4-BE49-F238E27FC236}">
                <a16:creationId xmlns:a16="http://schemas.microsoft.com/office/drawing/2014/main" id="{451C7B44-767D-4CAD-B04D-4A671173B7DD}"/>
              </a:ext>
            </a:extLst>
          </p:cNvPr>
          <p:cNvSpPr>
            <a:spLocks noGrp="1"/>
          </p:cNvSpPr>
          <p:nvPr>
            <p:ph sz="quarter" idx="22" hasCustomPrompt="1"/>
          </p:nvPr>
        </p:nvSpPr>
        <p:spPr>
          <a:xfrm>
            <a:off x="567038" y="1261872"/>
            <a:ext cx="7315200" cy="4338828"/>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hasCustomPrompt="1"/>
          </p:nvPr>
        </p:nvSpPr>
        <p:spPr>
          <a:xfrm>
            <a:off x="8391525" y="1261872"/>
            <a:ext cx="3238224" cy="4338828"/>
          </a:xfrm>
          <a:prstGeom prst="rect">
            <a:avLst/>
          </a:prstGeom>
        </p:spPr>
        <p:txBody>
          <a:bodyPr anchor="t">
            <a:normAutofit/>
          </a:bodyPr>
          <a:lstStyle>
            <a:lvl1pPr marL="0" indent="0">
              <a:buNone/>
              <a:defRPr sz="1600">
                <a:latin typeface="+mn-lt"/>
                <a:cs typeface="+mj-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t>[Sidebar: </a:t>
            </a:r>
            <a:r>
              <a:rPr lang="en-US" sz="1600" b="0" i="0">
                <a:solidFill>
                  <a:schemeClr val="tx1"/>
                </a:solidFill>
                <a:effectLst/>
                <a:latin typeface="arial" panose="020B0604020202020204" pitchFamily="34" charset="0"/>
              </a:rPr>
              <a:t>A short article placed alongside a main article and containing additional or explanatory material</a:t>
            </a:r>
            <a:r>
              <a:rPr lang="en-US"/>
              <a:t>]</a:t>
            </a:r>
          </a:p>
        </p:txBody>
      </p:sp>
      <p:sp>
        <p:nvSpPr>
          <p:cNvPr id="11" name="Footnote">
            <a:extLst>
              <a:ext uri="{FF2B5EF4-FFF2-40B4-BE49-F238E27FC236}">
                <a16:creationId xmlns:a16="http://schemas.microsoft.com/office/drawing/2014/main" id="{0CEB134A-D831-4DCA-9EA7-071F02467220}"/>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4124047983"/>
      </p:ext>
    </p:extLst>
  </p:cSld>
  <p:clrMapOvr>
    <a:masterClrMapping/>
  </p:clrMapOvr>
  <p:extLst>
    <p:ext uri="{DCECCB84-F9BA-43D5-87BE-67443E8EF086}">
      <p15:sldGuideLst xmlns:p15="http://schemas.microsoft.com/office/powerpoint/2012/main">
        <p15:guide id="4" orient="horz" pos="792" userDrawn="1">
          <p15:clr>
            <a:srgbClr val="FBAE40"/>
          </p15:clr>
        </p15:guide>
        <p15:guide id="5" orient="horz" pos="3528"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CFD3640-0B0A-4CDD-9EEF-F7EBC909605E}"/>
              </a:ext>
            </a:extLst>
          </p:cNvPr>
          <p:cNvSpPr>
            <a:spLocks noGrp="1"/>
          </p:cNvSpPr>
          <p:nvPr>
            <p:ph type="ftr" sz="quarter" idx="20"/>
          </p:nvPr>
        </p:nvSpPr>
        <p:spPr/>
        <p:txBody>
          <a:bodyPr/>
          <a:lstStyle/>
          <a:p>
            <a:r>
              <a:rPr lang="en-US"/>
              <a:t>Section name (optional) / Title / Month 20YY</a:t>
            </a:r>
          </a:p>
        </p:txBody>
      </p:sp>
      <p:sp>
        <p:nvSpPr>
          <p:cNvPr id="5" name="Slide Number Placeholder 4"/>
          <p:cNvSpPr>
            <a:spLocks noGrp="1"/>
          </p:cNvSpPr>
          <p:nvPr>
            <p:ph type="sldNum" sz="quarter" idx="12"/>
          </p:nvPr>
        </p:nvSpPr>
        <p:spPr/>
        <p:txBody>
          <a:bodyPr/>
          <a:lstStyle/>
          <a:p>
            <a:fld id="{5246FB18-5DF1-419A-B975-14AFDDD65B9F}" type="slidenum">
              <a:rPr lang="en-US" smtClean="0"/>
              <a:t>‹#›</a:t>
            </a:fld>
            <a:endParaRPr lang="en-US"/>
          </a:p>
        </p:txBody>
      </p:sp>
      <p:sp>
        <p:nvSpPr>
          <p:cNvPr id="7" name="Title 6">
            <a:extLst>
              <a:ext uri="{FF2B5EF4-FFF2-40B4-BE49-F238E27FC236}">
                <a16:creationId xmlns:a16="http://schemas.microsoft.com/office/drawing/2014/main" id="{80A99D0A-2C2D-4F5C-9C1C-40CBA421CC3A}"/>
              </a:ext>
            </a:extLst>
          </p:cNvPr>
          <p:cNvSpPr>
            <a:spLocks noGrp="1"/>
          </p:cNvSpPr>
          <p:nvPr>
            <p:ph type="title" hasCustomPrompt="1"/>
          </p:nvPr>
        </p:nvSpPr>
        <p:spPr>
          <a:xfrm>
            <a:off x="566928" y="342900"/>
            <a:ext cx="11072535" cy="460551"/>
          </a:xfrm>
        </p:spPr>
        <p:txBody>
          <a:bodyPr/>
          <a:lstStyle/>
          <a:p>
            <a:r>
              <a:rPr lang="en-US"/>
              <a:t>[Headline]</a:t>
            </a:r>
          </a:p>
        </p:txBody>
      </p:sp>
      <p:sp>
        <p:nvSpPr>
          <p:cNvPr id="11" name="Sub-headline">
            <a:extLst>
              <a:ext uri="{FF2B5EF4-FFF2-40B4-BE49-F238E27FC236}">
                <a16:creationId xmlns:a16="http://schemas.microsoft.com/office/drawing/2014/main" id="{672251B6-50E4-45A2-8538-B97AD5A6412A}"/>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10" name="Footnote">
            <a:extLst>
              <a:ext uri="{FF2B5EF4-FFF2-40B4-BE49-F238E27FC236}">
                <a16:creationId xmlns:a16="http://schemas.microsoft.com/office/drawing/2014/main" id="{73058647-5721-485D-B7D3-C4E40BA29879}"/>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281054219"/>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565545F-A45B-415E-A056-8F885CBEF48A}"/>
              </a:ext>
            </a:extLst>
          </p:cNvPr>
          <p:cNvSpPr>
            <a:spLocks noGrp="1"/>
          </p:cNvSpPr>
          <p:nvPr>
            <p:ph type="ftr" sz="quarter" idx="20"/>
          </p:nvPr>
        </p:nvSpPr>
        <p:spPr/>
        <p:txBody>
          <a:bodyPr/>
          <a:lstStyle/>
          <a:p>
            <a:r>
              <a:rPr lang="en-US"/>
              <a:t>Section name (optional) / Title / Month 20YY</a:t>
            </a:r>
          </a:p>
        </p:txBody>
      </p:sp>
      <p:sp>
        <p:nvSpPr>
          <p:cNvPr id="4" name="Slide Number Placeholder 3"/>
          <p:cNvSpPr>
            <a:spLocks noGrp="1"/>
          </p:cNvSpPr>
          <p:nvPr>
            <p:ph type="sldNum" sz="quarter" idx="12"/>
          </p:nvPr>
        </p:nvSpPr>
        <p:spPr/>
        <p:txBody>
          <a:bodyPr/>
          <a:lstStyle/>
          <a:p>
            <a:fld id="{5CFA18E4-D58E-4B28-B105-28D9665A8EBC}" type="slidenum">
              <a:rPr lang="en-US" smtClean="0"/>
              <a:t>‹#›</a:t>
            </a:fld>
            <a:endParaRPr lang="en-US"/>
          </a:p>
        </p:txBody>
      </p:sp>
    </p:spTree>
    <p:extLst>
      <p:ext uri="{BB962C8B-B14F-4D97-AF65-F5344CB8AC3E}">
        <p14:creationId xmlns:p14="http://schemas.microsoft.com/office/powerpoint/2010/main" val="35590998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 Image/Ic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33AD3F0-575D-4B1E-8B9F-7FAAA4AFFB13}"/>
              </a:ext>
              <a:ext uri="{C183D7F6-B498-43B3-948B-1728B52AA6E4}">
                <adec:decorative xmlns:adec="http://schemas.microsoft.com/office/drawing/2017/decorative" val="1"/>
              </a:ext>
            </a:extLst>
          </p:cNvPr>
          <p:cNvSpPr/>
          <p:nvPr userDrawn="1"/>
        </p:nvSpPr>
        <p:spPr bwMode="white">
          <a:xfrm>
            <a:off x="6096000" y="0"/>
            <a:ext cx="6096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Footer Placeholder 1">
            <a:extLst>
              <a:ext uri="{FF2B5EF4-FFF2-40B4-BE49-F238E27FC236}">
                <a16:creationId xmlns:a16="http://schemas.microsoft.com/office/drawing/2014/main" id="{F9E02ADF-333C-4936-930B-5ADB127FBBBF}"/>
              </a:ext>
            </a:extLst>
          </p:cNvPr>
          <p:cNvSpPr>
            <a:spLocks noGrp="1"/>
          </p:cNvSpPr>
          <p:nvPr>
            <p:ph type="ftr" sz="quarter" idx="24"/>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tx1"/>
                </a:solidFill>
              </a:defRPr>
            </a:lvl1pPr>
          </a:lstStyle>
          <a:p>
            <a:fld id="{5CFA18E4-D58E-4B28-B105-28D9665A8EBC}" type="slidenum">
              <a:rPr lang="en-US" smtClean="0"/>
              <a:pPr/>
              <a:t>‹#›</a:t>
            </a:fld>
            <a:endParaRPr lang="en-US"/>
          </a:p>
        </p:txBody>
      </p:sp>
      <p:sp>
        <p:nvSpPr>
          <p:cNvPr id="18" name="Title 6">
            <a:extLst>
              <a:ext uri="{FF2B5EF4-FFF2-40B4-BE49-F238E27FC236}">
                <a16:creationId xmlns:a16="http://schemas.microsoft.com/office/drawing/2014/main" id="{ACC3B94F-8B4A-4229-A4CB-D9FFAF4DB876}"/>
              </a:ext>
            </a:extLst>
          </p:cNvPr>
          <p:cNvSpPr>
            <a:spLocks noGrp="1"/>
          </p:cNvSpPr>
          <p:nvPr>
            <p:ph type="title" hasCustomPrompt="1"/>
          </p:nvPr>
        </p:nvSpPr>
        <p:spPr>
          <a:xfrm>
            <a:off x="567039" y="342900"/>
            <a:ext cx="5029200" cy="460551"/>
          </a:xfrm>
        </p:spPr>
        <p:txBody>
          <a:bodyPr/>
          <a:lstStyle>
            <a:lvl1pPr>
              <a:defRPr>
                <a:solidFill>
                  <a:schemeClr val="tx1"/>
                </a:solidFill>
              </a:defRPr>
            </a:lvl1pPr>
          </a:lstStyle>
          <a:p>
            <a:r>
              <a:rPr lang="en-US"/>
              <a:t>[Headline]</a:t>
            </a:r>
          </a:p>
        </p:txBody>
      </p:sp>
      <p:sp>
        <p:nvSpPr>
          <p:cNvPr id="17" name="Sub-headline">
            <a:extLst>
              <a:ext uri="{FF2B5EF4-FFF2-40B4-BE49-F238E27FC236}">
                <a16:creationId xmlns:a16="http://schemas.microsoft.com/office/drawing/2014/main" id="{008DE19F-5F33-4A28-BF51-238AF8073CC0}"/>
              </a:ext>
            </a:extLst>
          </p:cNvPr>
          <p:cNvSpPr>
            <a:spLocks noGrp="1"/>
          </p:cNvSpPr>
          <p:nvPr>
            <p:ph type="body" sz="quarter" idx="18" hasCustomPrompt="1"/>
          </p:nvPr>
        </p:nvSpPr>
        <p:spPr>
          <a:xfrm>
            <a:off x="567038"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a:t>[Sub-headline]</a:t>
            </a:r>
          </a:p>
        </p:txBody>
      </p:sp>
      <p:sp>
        <p:nvSpPr>
          <p:cNvPr id="12" name="Content Placeholder 2">
            <a:extLst>
              <a:ext uri="{FF2B5EF4-FFF2-40B4-BE49-F238E27FC236}">
                <a16:creationId xmlns:a16="http://schemas.microsoft.com/office/drawing/2014/main" id="{CA01EFD8-ABD4-4ED2-8406-0FD82407E703}"/>
              </a:ext>
            </a:extLst>
          </p:cNvPr>
          <p:cNvSpPr>
            <a:spLocks noGrp="1"/>
          </p:cNvSpPr>
          <p:nvPr>
            <p:ph sz="quarter" idx="23" hasCustomPrompt="1"/>
          </p:nvPr>
        </p:nvSpPr>
        <p:spPr>
          <a:xfrm>
            <a:off x="567038" y="1261872"/>
            <a:ext cx="5029200" cy="4343400"/>
          </a:xfrm>
        </p:spPr>
        <p:txBody>
          <a:bodyPr/>
          <a:lstStyle>
            <a:lvl1pPr marL="0" indent="0">
              <a:buNone/>
              <a:defRPr/>
            </a:lvl1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9" name="Footnote">
            <a:extLst>
              <a:ext uri="{FF2B5EF4-FFF2-40B4-BE49-F238E27FC236}">
                <a16:creationId xmlns:a16="http://schemas.microsoft.com/office/drawing/2014/main" id="{EB7E34AC-0B79-4BA4-B779-779BE3515BE6}"/>
              </a:ext>
            </a:extLst>
          </p:cNvPr>
          <p:cNvSpPr>
            <a:spLocks noGrp="1"/>
          </p:cNvSpPr>
          <p:nvPr>
            <p:ph type="body" sz="quarter" idx="15" hasCustomPrompt="1"/>
          </p:nvPr>
        </p:nvSpPr>
        <p:spPr>
          <a:xfrm>
            <a:off x="567039" y="5696189"/>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
        <p:nvSpPr>
          <p:cNvPr id="16" name="Rectangle 15">
            <a:extLst>
              <a:ext uri="{FF2B5EF4-FFF2-40B4-BE49-F238E27FC236}">
                <a16:creationId xmlns:a16="http://schemas.microsoft.com/office/drawing/2014/main" id="{32384162-1D1B-432E-8861-113BBFC1F407}"/>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a:latin typeface="+mn-lt"/>
              </a:rPr>
              <a:t>© 2026 S&amp;P Global.</a:t>
            </a:r>
          </a:p>
        </p:txBody>
      </p:sp>
      <p:sp>
        <p:nvSpPr>
          <p:cNvPr id="7" name="Picture Placeholder 6">
            <a:extLst>
              <a:ext uri="{FF2B5EF4-FFF2-40B4-BE49-F238E27FC236}">
                <a16:creationId xmlns:a16="http://schemas.microsoft.com/office/drawing/2014/main" id="{4F90018B-6ACC-43FE-9482-22D4B889F599}"/>
              </a:ext>
            </a:extLst>
          </p:cNvPr>
          <p:cNvSpPr>
            <a:spLocks noGrp="1"/>
          </p:cNvSpPr>
          <p:nvPr>
            <p:ph type="pic" sz="quarter" idx="17" hasCustomPrompt="1"/>
          </p:nvPr>
        </p:nvSpPr>
        <p:spPr>
          <a:xfrm>
            <a:off x="6607175" y="647700"/>
            <a:ext cx="5027613" cy="5557838"/>
          </a:xfrm>
          <a:prstGeom prst="rect">
            <a:avLst/>
          </a:prstGeom>
        </p:spPr>
        <p:txBody>
          <a:bodyPr anchor="ctr"/>
          <a:lstStyle>
            <a:lvl1pPr marL="0" indent="0" algn="ctr">
              <a:buNone/>
              <a:defRPr>
                <a:solidFill>
                  <a:schemeClr val="bg1"/>
                </a:solidFill>
              </a:defRPr>
            </a:lvl1pPr>
          </a:lstStyle>
          <a:p>
            <a:r>
              <a:rPr lang="en-US"/>
              <a:t>[Insert photo]</a:t>
            </a:r>
          </a:p>
        </p:txBody>
      </p:sp>
    </p:spTree>
    <p:extLst>
      <p:ext uri="{BB962C8B-B14F-4D97-AF65-F5344CB8AC3E}">
        <p14:creationId xmlns:p14="http://schemas.microsoft.com/office/powerpoint/2010/main" val="414035045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 Photo Whit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6346E94-E9F1-4F0C-9AB7-02D722F342D1}"/>
              </a:ext>
            </a:extLst>
          </p:cNvPr>
          <p:cNvSpPr>
            <a:spLocks noGrp="1"/>
          </p:cNvSpPr>
          <p:nvPr>
            <p:ph type="pic" sz="quarter" idx="15" hasCustomPrompt="1"/>
          </p:nvPr>
        </p:nvSpPr>
        <p:spPr>
          <a:xfrm>
            <a:off x="6614764" y="0"/>
            <a:ext cx="5577236" cy="6858000"/>
          </a:xfrm>
          <a:prstGeom prst="rect">
            <a:avLst/>
          </a:prstGeom>
          <a:noFill/>
        </p:spPr>
        <p:txBody>
          <a:bodyPr anchor="ctr"/>
          <a:lstStyle>
            <a:lvl1pPr marL="0" indent="0" algn="ctr">
              <a:buNone/>
              <a:defRPr>
                <a:solidFill>
                  <a:schemeClr val="bg1"/>
                </a:solidFill>
              </a:defRPr>
            </a:lvl1pPr>
          </a:lstStyle>
          <a:p>
            <a:r>
              <a:rPr lang="en-US"/>
              <a:t>[Insert photo]</a:t>
            </a:r>
          </a:p>
        </p:txBody>
      </p:sp>
      <p:sp>
        <p:nvSpPr>
          <p:cNvPr id="2" name="Footer Placeholder 1">
            <a:extLst>
              <a:ext uri="{FF2B5EF4-FFF2-40B4-BE49-F238E27FC236}">
                <a16:creationId xmlns:a16="http://schemas.microsoft.com/office/drawing/2014/main" id="{72F337A5-7C22-412D-BC21-002BC4A09A86}"/>
              </a:ext>
            </a:extLst>
          </p:cNvPr>
          <p:cNvSpPr>
            <a:spLocks noGrp="1"/>
          </p:cNvSpPr>
          <p:nvPr>
            <p:ph type="ftr" sz="quarter" idx="24"/>
          </p:nvPr>
        </p:nvSpPr>
        <p:spPr>
          <a:xfrm>
            <a:off x="6614764" y="0"/>
            <a:ext cx="5016515" cy="317674"/>
          </a:xfrm>
        </p:spPr>
        <p:txBody>
          <a:bodyPr/>
          <a:lstStyle>
            <a:lvl1pPr>
              <a:defRPr>
                <a:solidFill>
                  <a:schemeClr val="bg1"/>
                </a:solidFill>
              </a:defRPr>
            </a:lvl1p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a:p>
        </p:txBody>
      </p:sp>
      <p:sp>
        <p:nvSpPr>
          <p:cNvPr id="15" name="Title 6">
            <a:extLst>
              <a:ext uri="{FF2B5EF4-FFF2-40B4-BE49-F238E27FC236}">
                <a16:creationId xmlns:a16="http://schemas.microsoft.com/office/drawing/2014/main" id="{4DEB00A0-9CA9-4213-AE07-D0B1C6101ED8}"/>
              </a:ext>
            </a:extLst>
          </p:cNvPr>
          <p:cNvSpPr>
            <a:spLocks noGrp="1"/>
          </p:cNvSpPr>
          <p:nvPr>
            <p:ph type="title" hasCustomPrompt="1"/>
          </p:nvPr>
        </p:nvSpPr>
        <p:spPr>
          <a:xfrm>
            <a:off x="567039" y="342900"/>
            <a:ext cx="5029200" cy="460551"/>
          </a:xfrm>
        </p:spPr>
        <p:txBody>
          <a:bodyPr/>
          <a:lstStyle>
            <a:lvl1pPr>
              <a:defRPr>
                <a:solidFill>
                  <a:schemeClr val="tx1"/>
                </a:solidFill>
              </a:defRPr>
            </a:lvl1pPr>
          </a:lstStyle>
          <a:p>
            <a:r>
              <a:rPr lang="en-US"/>
              <a:t>[Headline]</a:t>
            </a:r>
          </a:p>
        </p:txBody>
      </p:sp>
      <p:sp>
        <p:nvSpPr>
          <p:cNvPr id="14" name="Sub-headline">
            <a:extLst>
              <a:ext uri="{FF2B5EF4-FFF2-40B4-BE49-F238E27FC236}">
                <a16:creationId xmlns:a16="http://schemas.microsoft.com/office/drawing/2014/main" id="{86B6FCCF-A4F5-44A7-AAF4-704B7EC6998C}"/>
              </a:ext>
            </a:extLst>
          </p:cNvPr>
          <p:cNvSpPr>
            <a:spLocks noGrp="1"/>
          </p:cNvSpPr>
          <p:nvPr>
            <p:ph type="body" sz="quarter" idx="18" hasCustomPrompt="1"/>
          </p:nvPr>
        </p:nvSpPr>
        <p:spPr>
          <a:xfrm>
            <a:off x="567038"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a:t>[Sub-headline]</a:t>
            </a:r>
          </a:p>
        </p:txBody>
      </p:sp>
      <p:sp>
        <p:nvSpPr>
          <p:cNvPr id="10" name="Content Placeholder 2">
            <a:extLst>
              <a:ext uri="{FF2B5EF4-FFF2-40B4-BE49-F238E27FC236}">
                <a16:creationId xmlns:a16="http://schemas.microsoft.com/office/drawing/2014/main" id="{63FDC5DF-2C64-4D49-8041-AB11BEEFF14D}"/>
              </a:ext>
            </a:extLst>
          </p:cNvPr>
          <p:cNvSpPr>
            <a:spLocks noGrp="1"/>
          </p:cNvSpPr>
          <p:nvPr>
            <p:ph sz="quarter" idx="23" hasCustomPrompt="1"/>
          </p:nvPr>
        </p:nvSpPr>
        <p:spPr>
          <a:xfrm>
            <a:off x="567038" y="1257300"/>
            <a:ext cx="5029200" cy="4347449"/>
          </a:xfrm>
        </p:spPr>
        <p:txBody>
          <a:bodyPr/>
          <a:lstStyle>
            <a:lvl1pPr marL="0" indent="0">
              <a:buNone/>
              <a:defRPr/>
            </a:lvl1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6" name="Footnote">
            <a:extLst>
              <a:ext uri="{FF2B5EF4-FFF2-40B4-BE49-F238E27FC236}">
                <a16:creationId xmlns:a16="http://schemas.microsoft.com/office/drawing/2014/main" id="{56769A6F-555D-49D4-B0C0-D1976DD436B9}"/>
              </a:ext>
            </a:extLst>
          </p:cNvPr>
          <p:cNvSpPr>
            <a:spLocks noGrp="1"/>
          </p:cNvSpPr>
          <p:nvPr>
            <p:ph type="body" sz="quarter" idx="25" hasCustomPrompt="1"/>
          </p:nvPr>
        </p:nvSpPr>
        <p:spPr>
          <a:xfrm>
            <a:off x="567039" y="5687045"/>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
        <p:nvSpPr>
          <p:cNvPr id="11" name="Rectangle 10">
            <a:extLst>
              <a:ext uri="{FF2B5EF4-FFF2-40B4-BE49-F238E27FC236}">
                <a16:creationId xmlns:a16="http://schemas.microsoft.com/office/drawing/2014/main" id="{EBFDFA00-9BD6-873A-0C0B-BAD1649CF54D}"/>
              </a:ext>
              <a:ext uri="{C183D7F6-B498-43B3-948B-1728B52AA6E4}">
                <adec:decorative xmlns:adec="http://schemas.microsoft.com/office/drawing/2017/decorative" val="1"/>
              </a:ext>
            </a:extLst>
          </p:cNvPr>
          <p:cNvSpPr/>
          <p:nvPr userDrawn="1"/>
        </p:nvSpPr>
        <p:spPr>
          <a:xfrm>
            <a:off x="5279878" y="6563709"/>
            <a:ext cx="6129126" cy="200055"/>
          </a:xfrm>
          <a:prstGeom prst="rect">
            <a:avLst/>
          </a:prstGeom>
        </p:spPr>
        <p:txBody>
          <a:bodyPr wrap="square" anchor="b">
            <a:spAutoFit/>
          </a:bodyPr>
          <a:lstStyle/>
          <a:p>
            <a:pPr algn="r"/>
            <a:r>
              <a:rPr lang="en-US" sz="700">
                <a:solidFill>
                  <a:schemeClr val="bg1"/>
                </a:solidFill>
                <a:latin typeface="+mn-lt"/>
              </a:rPr>
              <a:t>© 2026 S&amp;P Global.</a:t>
            </a:r>
          </a:p>
        </p:txBody>
      </p:sp>
    </p:spTree>
    <p:extLst>
      <p:ext uri="{BB962C8B-B14F-4D97-AF65-F5344CB8AC3E}">
        <p14:creationId xmlns:p14="http://schemas.microsoft.com/office/powerpoint/2010/main" val="243954613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 Photo Black">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6346E94-E9F1-4F0C-9AB7-02D722F342D1}"/>
              </a:ext>
            </a:extLst>
          </p:cNvPr>
          <p:cNvSpPr>
            <a:spLocks noGrp="1"/>
          </p:cNvSpPr>
          <p:nvPr>
            <p:ph type="pic" sz="quarter" idx="15" hasCustomPrompt="1"/>
          </p:nvPr>
        </p:nvSpPr>
        <p:spPr>
          <a:xfrm>
            <a:off x="6614764" y="0"/>
            <a:ext cx="5577236" cy="6858000"/>
          </a:xfrm>
          <a:prstGeom prst="rect">
            <a:avLst/>
          </a:prstGeom>
          <a:noFill/>
        </p:spPr>
        <p:txBody>
          <a:bodyPr anchor="ctr"/>
          <a:lstStyle>
            <a:lvl1pPr marL="0" indent="0" algn="ctr">
              <a:buNone/>
              <a:defRPr>
                <a:solidFill>
                  <a:schemeClr val="bg1"/>
                </a:solidFill>
              </a:defRPr>
            </a:lvl1pPr>
          </a:lstStyle>
          <a:p>
            <a:r>
              <a:rPr lang="en-US"/>
              <a:t>[Insert photo]</a:t>
            </a:r>
          </a:p>
        </p:txBody>
      </p:sp>
      <p:sp>
        <p:nvSpPr>
          <p:cNvPr id="3" name="Footer Placeholder 2">
            <a:extLst>
              <a:ext uri="{FF2B5EF4-FFF2-40B4-BE49-F238E27FC236}">
                <a16:creationId xmlns:a16="http://schemas.microsoft.com/office/drawing/2014/main" id="{5BDC1762-C160-436E-A662-EB8DFA9B0D52}"/>
              </a:ext>
            </a:extLst>
          </p:cNvPr>
          <p:cNvSpPr>
            <a:spLocks noGrp="1"/>
          </p:cNvSpPr>
          <p:nvPr>
            <p:ph type="ftr" sz="quarter" idx="23"/>
          </p:nvPr>
        </p:nvSpPr>
        <p:spPr>
          <a:xfrm>
            <a:off x="6614764" y="0"/>
            <a:ext cx="5016515" cy="317674"/>
          </a:xfrm>
        </p:spPr>
        <p:txBody>
          <a:bodyPr/>
          <a:lstStyle>
            <a:lvl1pPr>
              <a:defRPr>
                <a:solidFill>
                  <a:schemeClr val="bg1"/>
                </a:solidFill>
              </a:defRPr>
            </a:lvl1p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a:p>
        </p:txBody>
      </p:sp>
      <p:sp>
        <p:nvSpPr>
          <p:cNvPr id="2" name="Rectangle 1">
            <a:extLst>
              <a:ext uri="{FF2B5EF4-FFF2-40B4-BE49-F238E27FC236}">
                <a16:creationId xmlns:a16="http://schemas.microsoft.com/office/drawing/2014/main" id="{B32C59F7-AD2F-414F-9894-A41140E432C6}"/>
              </a:ext>
              <a:ext uri="{C183D7F6-B498-43B3-948B-1728B52AA6E4}">
                <adec:decorative xmlns:adec="http://schemas.microsoft.com/office/drawing/2017/decorative" val="1"/>
              </a:ext>
            </a:extLst>
          </p:cNvPr>
          <p:cNvSpPr/>
          <p:nvPr userDrawn="1"/>
        </p:nvSpPr>
        <p:spPr bwMode="white">
          <a:xfrm>
            <a:off x="0" y="0"/>
            <a:ext cx="661476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15" name="Title 6">
            <a:extLst>
              <a:ext uri="{FF2B5EF4-FFF2-40B4-BE49-F238E27FC236}">
                <a16:creationId xmlns:a16="http://schemas.microsoft.com/office/drawing/2014/main" id="{4DEB00A0-9CA9-4213-AE07-D0B1C6101ED8}"/>
              </a:ext>
            </a:extLst>
          </p:cNvPr>
          <p:cNvSpPr>
            <a:spLocks noGrp="1"/>
          </p:cNvSpPr>
          <p:nvPr>
            <p:ph type="title" hasCustomPrompt="1"/>
          </p:nvPr>
        </p:nvSpPr>
        <p:spPr>
          <a:xfrm>
            <a:off x="567038" y="342900"/>
            <a:ext cx="5029200" cy="460551"/>
          </a:xfrm>
        </p:spPr>
        <p:txBody>
          <a:bodyPr/>
          <a:lstStyle>
            <a:lvl1pPr>
              <a:defRPr>
                <a:solidFill>
                  <a:schemeClr val="bg1"/>
                </a:solidFill>
              </a:defRPr>
            </a:lvl1pPr>
          </a:lstStyle>
          <a:p>
            <a:r>
              <a:rPr lang="en-US"/>
              <a:t>[Headline]</a:t>
            </a:r>
          </a:p>
        </p:txBody>
      </p:sp>
      <p:sp>
        <p:nvSpPr>
          <p:cNvPr id="14" name="Sub-headline">
            <a:extLst>
              <a:ext uri="{FF2B5EF4-FFF2-40B4-BE49-F238E27FC236}">
                <a16:creationId xmlns:a16="http://schemas.microsoft.com/office/drawing/2014/main" id="{86B6FCCF-A4F5-44A7-AAF4-704B7EC6998C}"/>
              </a:ext>
            </a:extLst>
          </p:cNvPr>
          <p:cNvSpPr>
            <a:spLocks noGrp="1"/>
          </p:cNvSpPr>
          <p:nvPr>
            <p:ph type="body" sz="quarter" idx="18" hasCustomPrompt="1"/>
          </p:nvPr>
        </p:nvSpPr>
        <p:spPr>
          <a:xfrm>
            <a:off x="567037" y="899026"/>
            <a:ext cx="5029200" cy="278706"/>
          </a:xfrm>
          <a:prstGeom prst="rect">
            <a:avLst/>
          </a:prstGeom>
        </p:spPr>
        <p:txBody>
          <a:bodyPr/>
          <a:lstStyle>
            <a:lvl1pPr marL="0" indent="0">
              <a:buNone/>
              <a:defRPr sz="1800" b="0">
                <a:solidFill>
                  <a:schemeClr val="bg1"/>
                </a:solidFill>
                <a:latin typeface="+mn-lt"/>
              </a:defRPr>
            </a:lvl1pPr>
            <a:lvl2pPr marL="169863" indent="0">
              <a:buNone/>
              <a:defRPr/>
            </a:lvl2pPr>
          </a:lstStyle>
          <a:p>
            <a:pPr lvl="0"/>
            <a:r>
              <a:rPr lang="en-US"/>
              <a:t>[Sub-headline]</a:t>
            </a:r>
          </a:p>
        </p:txBody>
      </p:sp>
      <p:sp>
        <p:nvSpPr>
          <p:cNvPr id="11" name="Text Placeholder 2">
            <a:extLst>
              <a:ext uri="{FF2B5EF4-FFF2-40B4-BE49-F238E27FC236}">
                <a16:creationId xmlns:a16="http://schemas.microsoft.com/office/drawing/2014/main" id="{8EB16B89-7E3C-44A4-A187-AEB2FBABC140}"/>
              </a:ext>
            </a:extLst>
          </p:cNvPr>
          <p:cNvSpPr>
            <a:spLocks noGrp="1"/>
          </p:cNvSpPr>
          <p:nvPr>
            <p:ph type="body" sz="quarter" idx="22" hasCustomPrompt="1"/>
          </p:nvPr>
        </p:nvSpPr>
        <p:spPr>
          <a:xfrm>
            <a:off x="566737" y="1261872"/>
            <a:ext cx="5029200" cy="4330202"/>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Fifth level</a:t>
            </a:r>
          </a:p>
        </p:txBody>
      </p:sp>
      <p:sp>
        <p:nvSpPr>
          <p:cNvPr id="18" name="Rectangle 17">
            <a:extLst>
              <a:ext uri="{FF2B5EF4-FFF2-40B4-BE49-F238E27FC236}">
                <a16:creationId xmlns:a16="http://schemas.microsoft.com/office/drawing/2014/main" id="{47EB1F00-2439-4253-A589-54010E4BBC5E}"/>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a:solidFill>
                  <a:schemeClr val="bg1"/>
                </a:solidFill>
                <a:latin typeface="+mn-lt"/>
              </a:rPr>
              <a:t>© 2026 S&amp;P Global.</a:t>
            </a:r>
          </a:p>
        </p:txBody>
      </p:sp>
      <p:sp>
        <p:nvSpPr>
          <p:cNvPr id="27" name="Footnote">
            <a:extLst>
              <a:ext uri="{FF2B5EF4-FFF2-40B4-BE49-F238E27FC236}">
                <a16:creationId xmlns:a16="http://schemas.microsoft.com/office/drawing/2014/main" id="{BC72EC15-8B35-4605-A3A1-D682493CE35C}"/>
              </a:ext>
            </a:extLst>
          </p:cNvPr>
          <p:cNvSpPr>
            <a:spLocks noGrp="1"/>
          </p:cNvSpPr>
          <p:nvPr>
            <p:ph type="body" sz="quarter" idx="24" hasCustomPrompt="1"/>
          </p:nvPr>
        </p:nvSpPr>
        <p:spPr>
          <a:xfrm>
            <a:off x="567039" y="5687045"/>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solidFill>
                  <a:schemeClr val="bg1"/>
                </a:solidFill>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4165650854"/>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 Photo Bl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6346E94-E9F1-4F0C-9AB7-02D722F342D1}"/>
              </a:ext>
            </a:extLst>
          </p:cNvPr>
          <p:cNvSpPr>
            <a:spLocks noGrp="1"/>
          </p:cNvSpPr>
          <p:nvPr>
            <p:ph type="pic" sz="quarter" idx="15" hasCustomPrompt="1"/>
          </p:nvPr>
        </p:nvSpPr>
        <p:spPr>
          <a:xfrm>
            <a:off x="6614764" y="0"/>
            <a:ext cx="5577236" cy="6858000"/>
          </a:xfrm>
          <a:prstGeom prst="rect">
            <a:avLst/>
          </a:prstGeom>
          <a:noFill/>
        </p:spPr>
        <p:txBody>
          <a:bodyPr anchor="ctr"/>
          <a:lstStyle>
            <a:lvl1pPr marL="0" indent="0" algn="ctr">
              <a:buNone/>
              <a:defRPr>
                <a:solidFill>
                  <a:schemeClr val="bg1"/>
                </a:solidFill>
              </a:defRPr>
            </a:lvl1pPr>
          </a:lstStyle>
          <a:p>
            <a:r>
              <a:rPr lang="en-US"/>
              <a:t>[Insert photo]</a:t>
            </a:r>
          </a:p>
        </p:txBody>
      </p:sp>
      <p:sp>
        <p:nvSpPr>
          <p:cNvPr id="3" name="Footer Placeholder 2">
            <a:extLst>
              <a:ext uri="{FF2B5EF4-FFF2-40B4-BE49-F238E27FC236}">
                <a16:creationId xmlns:a16="http://schemas.microsoft.com/office/drawing/2014/main" id="{FDFEBAF8-EEFB-4D95-AA38-225A850C5D36}"/>
              </a:ext>
            </a:extLst>
          </p:cNvPr>
          <p:cNvSpPr>
            <a:spLocks noGrp="1"/>
          </p:cNvSpPr>
          <p:nvPr>
            <p:ph type="ftr" sz="quarter" idx="23"/>
          </p:nvPr>
        </p:nvSpPr>
        <p:spPr>
          <a:xfrm>
            <a:off x="6614764" y="0"/>
            <a:ext cx="5016515" cy="317674"/>
          </a:xfrm>
        </p:spPr>
        <p:txBody>
          <a:bodyPr/>
          <a:lstStyle>
            <a:lvl1pPr>
              <a:defRPr>
                <a:solidFill>
                  <a:schemeClr val="bg1"/>
                </a:solidFill>
              </a:defRPr>
            </a:lvl1p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a:p>
        </p:txBody>
      </p:sp>
      <p:sp>
        <p:nvSpPr>
          <p:cNvPr id="2" name="Rectangle 1">
            <a:extLst>
              <a:ext uri="{FF2B5EF4-FFF2-40B4-BE49-F238E27FC236}">
                <a16:creationId xmlns:a16="http://schemas.microsoft.com/office/drawing/2014/main" id="{B32C59F7-AD2F-414F-9894-A41140E432C6}"/>
              </a:ext>
              <a:ext uri="{C183D7F6-B498-43B3-948B-1728B52AA6E4}">
                <adec:decorative xmlns:adec="http://schemas.microsoft.com/office/drawing/2017/decorative" val="1"/>
              </a:ext>
            </a:extLst>
          </p:cNvPr>
          <p:cNvSpPr/>
          <p:nvPr userDrawn="1"/>
        </p:nvSpPr>
        <p:spPr bwMode="white">
          <a:xfrm>
            <a:off x="0" y="0"/>
            <a:ext cx="6614764"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15" name="Title 6">
            <a:extLst>
              <a:ext uri="{FF2B5EF4-FFF2-40B4-BE49-F238E27FC236}">
                <a16:creationId xmlns:a16="http://schemas.microsoft.com/office/drawing/2014/main" id="{4DEB00A0-9CA9-4213-AE07-D0B1C6101ED8}"/>
              </a:ext>
            </a:extLst>
          </p:cNvPr>
          <p:cNvSpPr>
            <a:spLocks noGrp="1"/>
          </p:cNvSpPr>
          <p:nvPr>
            <p:ph type="title" hasCustomPrompt="1"/>
          </p:nvPr>
        </p:nvSpPr>
        <p:spPr>
          <a:xfrm>
            <a:off x="567039" y="342900"/>
            <a:ext cx="5029200" cy="460551"/>
          </a:xfrm>
        </p:spPr>
        <p:txBody>
          <a:bodyPr/>
          <a:lstStyle>
            <a:lvl1pPr>
              <a:defRPr>
                <a:solidFill>
                  <a:schemeClr val="tx1"/>
                </a:solidFill>
              </a:defRPr>
            </a:lvl1pPr>
          </a:lstStyle>
          <a:p>
            <a:r>
              <a:rPr lang="en-US"/>
              <a:t>[Headline]</a:t>
            </a:r>
          </a:p>
        </p:txBody>
      </p:sp>
      <p:sp>
        <p:nvSpPr>
          <p:cNvPr id="14" name="Sub-headline">
            <a:extLst>
              <a:ext uri="{FF2B5EF4-FFF2-40B4-BE49-F238E27FC236}">
                <a16:creationId xmlns:a16="http://schemas.microsoft.com/office/drawing/2014/main" id="{86B6FCCF-A4F5-44A7-AAF4-704B7EC6998C}"/>
              </a:ext>
              <a:ext uri="{C183D7F6-B498-43B3-948B-1728B52AA6E4}">
                <adec:decorative xmlns:adec="http://schemas.microsoft.com/office/drawing/2017/decorative" val="0"/>
              </a:ext>
            </a:extLst>
          </p:cNvPr>
          <p:cNvSpPr>
            <a:spLocks noGrp="1"/>
          </p:cNvSpPr>
          <p:nvPr>
            <p:ph type="body" sz="quarter" idx="18" hasCustomPrompt="1"/>
          </p:nvPr>
        </p:nvSpPr>
        <p:spPr>
          <a:xfrm>
            <a:off x="567039"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a:t>[Sub-headline]</a:t>
            </a:r>
          </a:p>
        </p:txBody>
      </p:sp>
      <p:sp>
        <p:nvSpPr>
          <p:cNvPr id="17" name="Text Placeholder 2">
            <a:extLst>
              <a:ext uri="{FF2B5EF4-FFF2-40B4-BE49-F238E27FC236}">
                <a16:creationId xmlns:a16="http://schemas.microsoft.com/office/drawing/2014/main" id="{A7275159-CD4F-4CFC-A979-703107544995}"/>
              </a:ext>
            </a:extLst>
          </p:cNvPr>
          <p:cNvSpPr>
            <a:spLocks noGrp="1"/>
          </p:cNvSpPr>
          <p:nvPr>
            <p:ph type="body" sz="quarter" idx="22" hasCustomPrompt="1"/>
          </p:nvPr>
        </p:nvSpPr>
        <p:spPr>
          <a:xfrm>
            <a:off x="566739" y="1261872"/>
            <a:ext cx="5029200" cy="4330202"/>
          </a:xfrm>
          <a:prstGeom prst="rect">
            <a:avLst/>
          </a:prstGeom>
        </p:spPr>
        <p:txBody>
          <a:bodyPr/>
          <a:lstStyle>
            <a:lvl1pPr>
              <a:defRPr/>
            </a:lvl1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Fifth level</a:t>
            </a:r>
          </a:p>
        </p:txBody>
      </p:sp>
      <p:sp>
        <p:nvSpPr>
          <p:cNvPr id="27" name="Footnote">
            <a:extLst>
              <a:ext uri="{FF2B5EF4-FFF2-40B4-BE49-F238E27FC236}">
                <a16:creationId xmlns:a16="http://schemas.microsoft.com/office/drawing/2014/main" id="{09DBF7F0-F472-44D3-9A30-10D3C2163727}"/>
              </a:ext>
            </a:extLst>
          </p:cNvPr>
          <p:cNvSpPr>
            <a:spLocks noGrp="1"/>
          </p:cNvSpPr>
          <p:nvPr>
            <p:ph type="body" sz="quarter" idx="24" hasCustomPrompt="1"/>
          </p:nvPr>
        </p:nvSpPr>
        <p:spPr>
          <a:xfrm>
            <a:off x="567039" y="5687045"/>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
        <p:nvSpPr>
          <p:cNvPr id="20" name="Rectangle 19">
            <a:extLst>
              <a:ext uri="{FF2B5EF4-FFF2-40B4-BE49-F238E27FC236}">
                <a16:creationId xmlns:a16="http://schemas.microsoft.com/office/drawing/2014/main" id="{9DCE4C1C-6690-45DD-A224-49D7897300FB}"/>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a:solidFill>
                  <a:schemeClr val="bg1"/>
                </a:solidFill>
                <a:latin typeface="+mn-lt"/>
              </a:rPr>
              <a:t>© 2026 S&amp;P Global.</a:t>
            </a:r>
          </a:p>
        </p:txBody>
      </p:sp>
    </p:spTree>
    <p:extLst>
      <p:ext uri="{BB962C8B-B14F-4D97-AF65-F5344CB8AC3E}">
        <p14:creationId xmlns:p14="http://schemas.microsoft.com/office/powerpoint/2010/main" val="4016961979"/>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bg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a:solidFill>
                  <a:schemeClr val="tx1"/>
                </a:solidFill>
              </a:rPr>
              <a:t>ICONS</a:t>
            </a:r>
          </a:p>
        </p:txBody>
      </p:sp>
    </p:spTree>
    <p:extLst>
      <p:ext uri="{BB962C8B-B14F-4D97-AF65-F5344CB8AC3E}">
        <p14:creationId xmlns:p14="http://schemas.microsoft.com/office/powerpoint/2010/main" val="42771690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cons 3 Columns Vertical">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29171FE-482D-4162-97BC-A02FD4AC159D}"/>
              </a:ext>
            </a:extLst>
          </p:cNvPr>
          <p:cNvSpPr>
            <a:spLocks noGrp="1"/>
          </p:cNvSpPr>
          <p:nvPr>
            <p:ph type="ftr" sz="quarter" idx="31"/>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a:xfrm>
            <a:off x="11320251" y="6572853"/>
            <a:ext cx="311576" cy="214804"/>
          </a:xfrm>
        </p:spPr>
        <p:txBody>
          <a:bodyPr/>
          <a:lstStyle/>
          <a:p>
            <a:fld id="{5CFA18E4-D58E-4B28-B105-28D9665A8EBC}" type="slidenum">
              <a:rPr lang="en-US" smtClean="0"/>
              <a:pPr/>
              <a:t>‹#›</a:t>
            </a:fld>
            <a:endParaRPr lang="en-US"/>
          </a:p>
        </p:txBody>
      </p:sp>
      <p:sp>
        <p:nvSpPr>
          <p:cNvPr id="36" name="Title 6">
            <a:extLst>
              <a:ext uri="{FF2B5EF4-FFF2-40B4-BE49-F238E27FC236}">
                <a16:creationId xmlns:a16="http://schemas.microsoft.com/office/drawing/2014/main" id="{D7B8D165-F984-473B-A112-6BF8E9F44447}"/>
              </a:ext>
            </a:extLst>
          </p:cNvPr>
          <p:cNvSpPr>
            <a:spLocks noGrp="1"/>
          </p:cNvSpPr>
          <p:nvPr>
            <p:ph type="title" hasCustomPrompt="1"/>
          </p:nvPr>
        </p:nvSpPr>
        <p:spPr>
          <a:xfrm>
            <a:off x="567039" y="342900"/>
            <a:ext cx="11062709" cy="460551"/>
          </a:xfrm>
        </p:spPr>
        <p:txBody>
          <a:bodyPr/>
          <a:lstStyle/>
          <a:p>
            <a:r>
              <a:rPr lang="en-US"/>
              <a:t>[Headline]</a:t>
            </a:r>
          </a:p>
        </p:txBody>
      </p:sp>
      <p:sp>
        <p:nvSpPr>
          <p:cNvPr id="18" name="Sub-headline">
            <a:extLst>
              <a:ext uri="{FF2B5EF4-FFF2-40B4-BE49-F238E27FC236}">
                <a16:creationId xmlns:a16="http://schemas.microsoft.com/office/drawing/2014/main" id="{56EC8594-681B-4434-B73B-735C036086C3}"/>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28" name="Picture Placeholder Left">
            <a:extLst>
              <a:ext uri="{FF2B5EF4-FFF2-40B4-BE49-F238E27FC236}">
                <a16:creationId xmlns:a16="http://schemas.microsoft.com/office/drawing/2014/main" id="{20ED38F9-F116-4320-BEBE-0D6E5BB3BFB3}"/>
              </a:ext>
            </a:extLst>
          </p:cNvPr>
          <p:cNvSpPr>
            <a:spLocks noGrp="1"/>
          </p:cNvSpPr>
          <p:nvPr>
            <p:ph type="pic" sz="quarter" idx="21" hasCustomPrompt="1"/>
          </p:nvPr>
        </p:nvSpPr>
        <p:spPr>
          <a:xfrm>
            <a:off x="560977" y="1261872"/>
            <a:ext cx="1161288" cy="1161288"/>
          </a:xfrm>
          <a:prstGeom prst="rect">
            <a:avLst/>
          </a:prstGeom>
        </p:spPr>
        <p:txBody>
          <a:bodyPr anchor="ctr">
            <a:normAutofit/>
          </a:bodyPr>
          <a:lstStyle>
            <a:lvl1pPr marL="0" indent="0" algn="ctr">
              <a:buNone/>
              <a:defRPr sz="1400"/>
            </a:lvl1pPr>
          </a:lstStyle>
          <a:p>
            <a:r>
              <a:rPr lang="en-US"/>
              <a:t>[Image] or remove and place icon here</a:t>
            </a:r>
          </a:p>
        </p:txBody>
      </p:sp>
      <p:sp>
        <p:nvSpPr>
          <p:cNvPr id="24" name="Subtitle Left">
            <a:extLst>
              <a:ext uri="{FF2B5EF4-FFF2-40B4-BE49-F238E27FC236}">
                <a16:creationId xmlns:a16="http://schemas.microsoft.com/office/drawing/2014/main" id="{2726687B-34D2-44BB-BEE3-F17F90E2CEAD}"/>
              </a:ext>
            </a:extLst>
          </p:cNvPr>
          <p:cNvSpPr>
            <a:spLocks noGrp="1"/>
          </p:cNvSpPr>
          <p:nvPr>
            <p:ph type="body" sz="quarter" idx="16" hasCustomPrompt="1"/>
          </p:nvPr>
        </p:nvSpPr>
        <p:spPr>
          <a:xfrm>
            <a:off x="560976" y="2634855"/>
            <a:ext cx="3373611" cy="383191"/>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1" name="Text Placeholder 20">
            <a:extLst>
              <a:ext uri="{FF2B5EF4-FFF2-40B4-BE49-F238E27FC236}">
                <a16:creationId xmlns:a16="http://schemas.microsoft.com/office/drawing/2014/main" id="{59848113-CF33-4F6D-ABE6-079A43759FA2}"/>
              </a:ext>
            </a:extLst>
          </p:cNvPr>
          <p:cNvSpPr>
            <a:spLocks noGrp="1"/>
          </p:cNvSpPr>
          <p:nvPr>
            <p:ph type="body" sz="quarter" idx="24" hasCustomPrompt="1"/>
          </p:nvPr>
        </p:nvSpPr>
        <p:spPr>
          <a:xfrm>
            <a:off x="557212" y="3163464"/>
            <a:ext cx="3374136" cy="2437236"/>
          </a:xfrm>
          <a:prstGeom prst="rect">
            <a:avLst/>
          </a:prstGeom>
        </p:spPr>
        <p:txBody>
          <a:bodyPr/>
          <a:lstStyle>
            <a:lvl1pPr>
              <a:lnSpc>
                <a:spcPct val="100000"/>
              </a:lnSpc>
              <a:spcBef>
                <a:spcPts val="0"/>
              </a:spcBef>
              <a:spcAft>
                <a:spcPts val="600"/>
              </a:spcAft>
              <a:defRPr sz="1600"/>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Fifth level</a:t>
            </a:r>
          </a:p>
        </p:txBody>
      </p:sp>
      <p:sp>
        <p:nvSpPr>
          <p:cNvPr id="29" name="Picture Placeholder  Middle">
            <a:extLst>
              <a:ext uri="{FF2B5EF4-FFF2-40B4-BE49-F238E27FC236}">
                <a16:creationId xmlns:a16="http://schemas.microsoft.com/office/drawing/2014/main" id="{D73D1E78-1775-4717-9FC1-51702554EAAD}"/>
              </a:ext>
            </a:extLst>
          </p:cNvPr>
          <p:cNvSpPr>
            <a:spLocks noGrp="1"/>
          </p:cNvSpPr>
          <p:nvPr>
            <p:ph type="pic" sz="quarter" idx="22" hasCustomPrompt="1"/>
          </p:nvPr>
        </p:nvSpPr>
        <p:spPr>
          <a:xfrm>
            <a:off x="4409596" y="1261872"/>
            <a:ext cx="1161288" cy="1161288"/>
          </a:xfrm>
          <a:prstGeom prst="rect">
            <a:avLst/>
          </a:prstGeom>
        </p:spPr>
        <p:txBody>
          <a:bodyPr anchor="ctr">
            <a:normAutofit/>
          </a:bodyPr>
          <a:lstStyle>
            <a:lvl1pPr marL="0" indent="0" algn="ctr">
              <a:buNone/>
              <a:defRPr sz="1400"/>
            </a:lvl1pPr>
          </a:lstStyle>
          <a:p>
            <a:r>
              <a:rPr lang="en-US"/>
              <a:t>[Image] or remove and place icon here</a:t>
            </a:r>
          </a:p>
        </p:txBody>
      </p:sp>
      <p:sp>
        <p:nvSpPr>
          <p:cNvPr id="26" name="Subtitle Middle">
            <a:extLst>
              <a:ext uri="{FF2B5EF4-FFF2-40B4-BE49-F238E27FC236}">
                <a16:creationId xmlns:a16="http://schemas.microsoft.com/office/drawing/2014/main" id="{AA11411D-F5CC-4A9E-97ED-8D9AB17EC128}"/>
              </a:ext>
            </a:extLst>
          </p:cNvPr>
          <p:cNvSpPr>
            <a:spLocks noGrp="1"/>
          </p:cNvSpPr>
          <p:nvPr>
            <p:ph type="body" sz="quarter" idx="17" hasCustomPrompt="1"/>
          </p:nvPr>
        </p:nvSpPr>
        <p:spPr>
          <a:xfrm>
            <a:off x="4409596" y="2634855"/>
            <a:ext cx="3373611" cy="383191"/>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2" name="Text Placeholder 22">
            <a:extLst>
              <a:ext uri="{FF2B5EF4-FFF2-40B4-BE49-F238E27FC236}">
                <a16:creationId xmlns:a16="http://schemas.microsoft.com/office/drawing/2014/main" id="{55E5A2C2-274B-42C7-937D-24C1B3BA41D4}"/>
              </a:ext>
            </a:extLst>
          </p:cNvPr>
          <p:cNvSpPr>
            <a:spLocks noGrp="1"/>
          </p:cNvSpPr>
          <p:nvPr>
            <p:ph type="body" sz="quarter" idx="25" hasCustomPrompt="1"/>
          </p:nvPr>
        </p:nvSpPr>
        <p:spPr>
          <a:xfrm>
            <a:off x="4406900" y="3163463"/>
            <a:ext cx="3374136" cy="2437235"/>
          </a:xfrm>
          <a:prstGeom prst="rect">
            <a:avLst/>
          </a:prstGeom>
        </p:spPr>
        <p:txBody>
          <a:bodyPr/>
          <a:lstStyle>
            <a:lvl1pPr marL="169863" indent="-169863">
              <a:lnSpc>
                <a:spcPct val="100000"/>
              </a:lnSpc>
              <a:spcBef>
                <a:spcPts val="0"/>
              </a:spcBef>
              <a:spcAft>
                <a:spcPts val="600"/>
              </a:spcAft>
              <a:defRPr lang="en-US" sz="1600" kern="1200" dirty="0">
                <a:solidFill>
                  <a:schemeClr val="tx1"/>
                </a:solidFill>
                <a:latin typeface="+mn-lt"/>
                <a:ea typeface="+mn-ea"/>
                <a:cs typeface="+mn-cs"/>
              </a:defRPr>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Fifth level</a:t>
            </a:r>
          </a:p>
        </p:txBody>
      </p:sp>
      <p:sp>
        <p:nvSpPr>
          <p:cNvPr id="30" name="Picture Placeholder  Right">
            <a:extLst>
              <a:ext uri="{FF2B5EF4-FFF2-40B4-BE49-F238E27FC236}">
                <a16:creationId xmlns:a16="http://schemas.microsoft.com/office/drawing/2014/main" id="{3B5B43E5-7D20-4591-B751-DD7388D8DEF7}"/>
              </a:ext>
            </a:extLst>
          </p:cNvPr>
          <p:cNvSpPr>
            <a:spLocks noGrp="1"/>
          </p:cNvSpPr>
          <p:nvPr>
            <p:ph type="pic" sz="quarter" idx="23" hasCustomPrompt="1"/>
          </p:nvPr>
        </p:nvSpPr>
        <p:spPr>
          <a:xfrm>
            <a:off x="8256785" y="1261872"/>
            <a:ext cx="1161288" cy="1161288"/>
          </a:xfrm>
          <a:prstGeom prst="rect">
            <a:avLst/>
          </a:prstGeom>
        </p:spPr>
        <p:txBody>
          <a:bodyPr anchor="ctr">
            <a:normAutofit/>
          </a:bodyPr>
          <a:lstStyle>
            <a:lvl1pPr marL="0" indent="0" algn="ctr">
              <a:buNone/>
              <a:defRPr sz="1400"/>
            </a:lvl1pPr>
          </a:lstStyle>
          <a:p>
            <a:r>
              <a:rPr lang="en-US"/>
              <a:t>[Image] or remove and place icon here</a:t>
            </a:r>
          </a:p>
        </p:txBody>
      </p:sp>
      <p:sp>
        <p:nvSpPr>
          <p:cNvPr id="27" name="Subtitle Right">
            <a:extLst>
              <a:ext uri="{FF2B5EF4-FFF2-40B4-BE49-F238E27FC236}">
                <a16:creationId xmlns:a16="http://schemas.microsoft.com/office/drawing/2014/main" id="{59462605-1E40-4897-B811-1B8C6B2FB124}"/>
              </a:ext>
            </a:extLst>
          </p:cNvPr>
          <p:cNvSpPr>
            <a:spLocks noGrp="1"/>
          </p:cNvSpPr>
          <p:nvPr>
            <p:ph type="body" sz="quarter" idx="19" hasCustomPrompt="1"/>
          </p:nvPr>
        </p:nvSpPr>
        <p:spPr>
          <a:xfrm>
            <a:off x="8258216" y="2634855"/>
            <a:ext cx="3373611" cy="383191"/>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3" name="Text Placeholder 24">
            <a:extLst>
              <a:ext uri="{FF2B5EF4-FFF2-40B4-BE49-F238E27FC236}">
                <a16:creationId xmlns:a16="http://schemas.microsoft.com/office/drawing/2014/main" id="{FFC11514-E302-49D6-BD05-69964CE284BE}"/>
              </a:ext>
            </a:extLst>
          </p:cNvPr>
          <p:cNvSpPr>
            <a:spLocks noGrp="1"/>
          </p:cNvSpPr>
          <p:nvPr>
            <p:ph type="body" sz="quarter" idx="26" hasCustomPrompt="1"/>
          </p:nvPr>
        </p:nvSpPr>
        <p:spPr>
          <a:xfrm>
            <a:off x="8256587" y="3163464"/>
            <a:ext cx="3374136" cy="2437236"/>
          </a:xfrm>
          <a:prstGeom prst="rect">
            <a:avLst/>
          </a:prstGeom>
        </p:spPr>
        <p:txBody>
          <a:bodyPr/>
          <a:lstStyle>
            <a:lvl1pPr marL="169863" indent="-169863">
              <a:lnSpc>
                <a:spcPct val="100000"/>
              </a:lnSpc>
              <a:spcBef>
                <a:spcPts val="0"/>
              </a:spcBef>
              <a:spcAft>
                <a:spcPts val="600"/>
              </a:spcAft>
              <a:defRPr lang="en-US" sz="1600" kern="1200" dirty="0">
                <a:solidFill>
                  <a:schemeClr val="tx1"/>
                </a:solidFill>
                <a:latin typeface="+mn-lt"/>
                <a:ea typeface="+mn-ea"/>
                <a:cs typeface="+mn-cs"/>
              </a:defRPr>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Fifth level</a:t>
            </a:r>
          </a:p>
        </p:txBody>
      </p:sp>
      <p:sp>
        <p:nvSpPr>
          <p:cNvPr id="17" name="Footnote">
            <a:extLst>
              <a:ext uri="{FF2B5EF4-FFF2-40B4-BE49-F238E27FC236}">
                <a16:creationId xmlns:a16="http://schemas.microsoft.com/office/drawing/2014/main" id="{6A2724F1-A61D-41C8-B469-1DCC0F04A93B}"/>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3012513687"/>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cons 3 Columns Horizontal">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608CFE0-20EA-47BD-A7D7-995044419413}"/>
              </a:ext>
            </a:extLst>
          </p:cNvPr>
          <p:cNvSpPr>
            <a:spLocks noGrp="1"/>
          </p:cNvSpPr>
          <p:nvPr>
            <p:ph type="ftr" sz="quarter" idx="28"/>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39" name="Title 6">
            <a:extLst>
              <a:ext uri="{FF2B5EF4-FFF2-40B4-BE49-F238E27FC236}">
                <a16:creationId xmlns:a16="http://schemas.microsoft.com/office/drawing/2014/main" id="{74FD5EE2-7E80-4B3F-9F2E-FB51310FF616}"/>
              </a:ext>
            </a:extLst>
          </p:cNvPr>
          <p:cNvSpPr>
            <a:spLocks noGrp="1"/>
          </p:cNvSpPr>
          <p:nvPr>
            <p:ph type="title" hasCustomPrompt="1"/>
          </p:nvPr>
        </p:nvSpPr>
        <p:spPr>
          <a:xfrm>
            <a:off x="567039" y="342900"/>
            <a:ext cx="11062709" cy="460551"/>
          </a:xfrm>
        </p:spPr>
        <p:txBody>
          <a:bodyPr/>
          <a:lstStyle/>
          <a:p>
            <a:r>
              <a:rPr lang="en-US"/>
              <a:t>[Headline]</a:t>
            </a:r>
          </a:p>
        </p:txBody>
      </p:sp>
      <p:sp>
        <p:nvSpPr>
          <p:cNvPr id="22" name="Sub-headline">
            <a:extLst>
              <a:ext uri="{FF2B5EF4-FFF2-40B4-BE49-F238E27FC236}">
                <a16:creationId xmlns:a16="http://schemas.microsoft.com/office/drawing/2014/main" id="{5EFA2C65-2BF7-48F8-AA6D-832FA04C275C}"/>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32" name="Picture Placeholder Left">
            <a:extLst>
              <a:ext uri="{FF2B5EF4-FFF2-40B4-BE49-F238E27FC236}">
                <a16:creationId xmlns:a16="http://schemas.microsoft.com/office/drawing/2014/main" id="{CF6F45C0-8397-41BE-B336-31CACBC93446}"/>
              </a:ext>
            </a:extLst>
          </p:cNvPr>
          <p:cNvSpPr>
            <a:spLocks noGrp="1"/>
          </p:cNvSpPr>
          <p:nvPr>
            <p:ph type="pic" sz="quarter" idx="21" hasCustomPrompt="1"/>
          </p:nvPr>
        </p:nvSpPr>
        <p:spPr>
          <a:xfrm>
            <a:off x="569217" y="1261872"/>
            <a:ext cx="850392" cy="850392"/>
          </a:xfrm>
          <a:prstGeom prst="rect">
            <a:avLst/>
          </a:prstGeom>
        </p:spPr>
        <p:txBody>
          <a:bodyPr anchor="ctr">
            <a:normAutofit/>
          </a:bodyPr>
          <a:lstStyle>
            <a:lvl1pPr marL="0" indent="0" algn="ctr">
              <a:buNone/>
              <a:defRPr sz="1100"/>
            </a:lvl1pPr>
          </a:lstStyle>
          <a:p>
            <a:r>
              <a:rPr lang="en-US"/>
              <a:t>[Image] or remove and place icon here</a:t>
            </a:r>
          </a:p>
        </p:txBody>
      </p:sp>
      <p:sp>
        <p:nvSpPr>
          <p:cNvPr id="29" name="Subtitle Left">
            <a:extLst>
              <a:ext uri="{FF2B5EF4-FFF2-40B4-BE49-F238E27FC236}">
                <a16:creationId xmlns:a16="http://schemas.microsoft.com/office/drawing/2014/main" id="{ED30F6A3-B5BC-40C0-8DCB-0F3F70EB0918}"/>
              </a:ext>
            </a:extLst>
          </p:cNvPr>
          <p:cNvSpPr>
            <a:spLocks noGrp="1"/>
          </p:cNvSpPr>
          <p:nvPr>
            <p:ph type="body" sz="quarter" idx="16" hasCustomPrompt="1"/>
          </p:nvPr>
        </p:nvSpPr>
        <p:spPr>
          <a:xfrm>
            <a:off x="1784837" y="1261872"/>
            <a:ext cx="9844911"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5" name="Text Placeholder 20">
            <a:extLst>
              <a:ext uri="{FF2B5EF4-FFF2-40B4-BE49-F238E27FC236}">
                <a16:creationId xmlns:a16="http://schemas.microsoft.com/office/drawing/2014/main" id="{F93BE80F-03ED-41A2-8709-8A7F3D16AC1C}"/>
              </a:ext>
            </a:extLst>
          </p:cNvPr>
          <p:cNvSpPr>
            <a:spLocks noGrp="1"/>
          </p:cNvSpPr>
          <p:nvPr>
            <p:ph type="body" sz="quarter" idx="24" hasCustomPrompt="1"/>
          </p:nvPr>
        </p:nvSpPr>
        <p:spPr>
          <a:xfrm>
            <a:off x="1784838" y="1581016"/>
            <a:ext cx="98449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p:txBody>
      </p:sp>
      <p:sp>
        <p:nvSpPr>
          <p:cNvPr id="33" name="Picture Placeholder  Middle">
            <a:extLst>
              <a:ext uri="{FF2B5EF4-FFF2-40B4-BE49-F238E27FC236}">
                <a16:creationId xmlns:a16="http://schemas.microsoft.com/office/drawing/2014/main" id="{259A6D79-8609-455C-B241-4E9D846D5FFB}"/>
              </a:ext>
            </a:extLst>
          </p:cNvPr>
          <p:cNvSpPr>
            <a:spLocks noGrp="1"/>
          </p:cNvSpPr>
          <p:nvPr>
            <p:ph type="pic" sz="quarter" idx="22" hasCustomPrompt="1"/>
          </p:nvPr>
        </p:nvSpPr>
        <p:spPr>
          <a:xfrm>
            <a:off x="569217" y="2710795"/>
            <a:ext cx="850392" cy="850392"/>
          </a:xfrm>
          <a:prstGeom prst="rect">
            <a:avLst/>
          </a:prstGeom>
        </p:spPr>
        <p:txBody>
          <a:bodyPr anchor="ctr">
            <a:normAutofit/>
          </a:bodyPr>
          <a:lstStyle>
            <a:lvl1pPr marL="0" indent="0" algn="ctr">
              <a:buNone/>
              <a:defRPr sz="1100"/>
            </a:lvl1pPr>
          </a:lstStyle>
          <a:p>
            <a:r>
              <a:rPr lang="en-US"/>
              <a:t>[Image] or remove and place icon here</a:t>
            </a:r>
          </a:p>
        </p:txBody>
      </p:sp>
      <p:sp>
        <p:nvSpPr>
          <p:cNvPr id="17" name="Subtitle Left">
            <a:extLst>
              <a:ext uri="{FF2B5EF4-FFF2-40B4-BE49-F238E27FC236}">
                <a16:creationId xmlns:a16="http://schemas.microsoft.com/office/drawing/2014/main" id="{CA19107A-2AFD-4DC4-8B24-4A5929C3F2B7}"/>
              </a:ext>
            </a:extLst>
          </p:cNvPr>
          <p:cNvSpPr>
            <a:spLocks noGrp="1"/>
          </p:cNvSpPr>
          <p:nvPr>
            <p:ph type="body" sz="quarter" idx="29" hasCustomPrompt="1"/>
          </p:nvPr>
        </p:nvSpPr>
        <p:spPr>
          <a:xfrm>
            <a:off x="1789877" y="2717095"/>
            <a:ext cx="9844911"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18" name="Text Placeholder 20">
            <a:extLst>
              <a:ext uri="{FF2B5EF4-FFF2-40B4-BE49-F238E27FC236}">
                <a16:creationId xmlns:a16="http://schemas.microsoft.com/office/drawing/2014/main" id="{D9F3B68D-9DD4-41F2-97AC-E83BCE6F9C5D}"/>
              </a:ext>
            </a:extLst>
          </p:cNvPr>
          <p:cNvSpPr>
            <a:spLocks noGrp="1"/>
          </p:cNvSpPr>
          <p:nvPr>
            <p:ph type="body" sz="quarter" idx="30" hasCustomPrompt="1"/>
          </p:nvPr>
        </p:nvSpPr>
        <p:spPr>
          <a:xfrm>
            <a:off x="1789878" y="3036239"/>
            <a:ext cx="98449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p:txBody>
      </p:sp>
      <p:sp>
        <p:nvSpPr>
          <p:cNvPr id="34" name="Picture Placeholder  Right">
            <a:extLst>
              <a:ext uri="{FF2B5EF4-FFF2-40B4-BE49-F238E27FC236}">
                <a16:creationId xmlns:a16="http://schemas.microsoft.com/office/drawing/2014/main" id="{BDBD945C-52EF-4677-B50B-FF8E067AEF48}"/>
              </a:ext>
            </a:extLst>
          </p:cNvPr>
          <p:cNvSpPr>
            <a:spLocks noGrp="1"/>
          </p:cNvSpPr>
          <p:nvPr>
            <p:ph type="pic" sz="quarter" idx="23" hasCustomPrompt="1"/>
          </p:nvPr>
        </p:nvSpPr>
        <p:spPr>
          <a:xfrm>
            <a:off x="567039" y="4159718"/>
            <a:ext cx="850392" cy="850392"/>
          </a:xfrm>
          <a:prstGeom prst="rect">
            <a:avLst/>
          </a:prstGeom>
        </p:spPr>
        <p:txBody>
          <a:bodyPr anchor="ctr">
            <a:normAutofit/>
          </a:bodyPr>
          <a:lstStyle>
            <a:lvl1pPr marL="0" indent="0" algn="ctr">
              <a:buNone/>
              <a:defRPr sz="1100"/>
            </a:lvl1pPr>
          </a:lstStyle>
          <a:p>
            <a:r>
              <a:rPr lang="en-US"/>
              <a:t>[Image] or remove and place icon here</a:t>
            </a:r>
          </a:p>
        </p:txBody>
      </p:sp>
      <p:sp>
        <p:nvSpPr>
          <p:cNvPr id="19" name="Subtitle Left">
            <a:extLst>
              <a:ext uri="{FF2B5EF4-FFF2-40B4-BE49-F238E27FC236}">
                <a16:creationId xmlns:a16="http://schemas.microsoft.com/office/drawing/2014/main" id="{5B2C8265-B4F5-49DF-B3A9-E7A328DB4CE1}"/>
              </a:ext>
            </a:extLst>
          </p:cNvPr>
          <p:cNvSpPr>
            <a:spLocks noGrp="1"/>
          </p:cNvSpPr>
          <p:nvPr>
            <p:ph type="body" sz="quarter" idx="31" hasCustomPrompt="1"/>
          </p:nvPr>
        </p:nvSpPr>
        <p:spPr>
          <a:xfrm>
            <a:off x="1789877" y="4159718"/>
            <a:ext cx="9844911"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20" name="Text Placeholder 20">
            <a:extLst>
              <a:ext uri="{FF2B5EF4-FFF2-40B4-BE49-F238E27FC236}">
                <a16:creationId xmlns:a16="http://schemas.microsoft.com/office/drawing/2014/main" id="{9C64CBDE-4443-4A7D-A9E5-5CCCF01D58B8}"/>
              </a:ext>
            </a:extLst>
          </p:cNvPr>
          <p:cNvSpPr>
            <a:spLocks noGrp="1"/>
          </p:cNvSpPr>
          <p:nvPr>
            <p:ph type="body" sz="quarter" idx="32" hasCustomPrompt="1"/>
          </p:nvPr>
        </p:nvSpPr>
        <p:spPr>
          <a:xfrm>
            <a:off x="1789878" y="4478862"/>
            <a:ext cx="98449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p:txBody>
      </p:sp>
      <p:sp>
        <p:nvSpPr>
          <p:cNvPr id="23" name="Footnote">
            <a:extLst>
              <a:ext uri="{FF2B5EF4-FFF2-40B4-BE49-F238E27FC236}">
                <a16:creationId xmlns:a16="http://schemas.microsoft.com/office/drawing/2014/main" id="{66ED2DD3-99A4-4B46-B1BC-1732442768B6}"/>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215158432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cons 4 Columns + Content">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3DD9750E-ABDA-4A03-801E-38E1632B8093}"/>
              </a:ext>
            </a:extLst>
          </p:cNvPr>
          <p:cNvSpPr>
            <a:spLocks noGrp="1"/>
          </p:cNvSpPr>
          <p:nvPr>
            <p:ph type="ftr" sz="quarter" idx="35"/>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47" name="Title 6">
            <a:extLst>
              <a:ext uri="{FF2B5EF4-FFF2-40B4-BE49-F238E27FC236}">
                <a16:creationId xmlns:a16="http://schemas.microsoft.com/office/drawing/2014/main" id="{7A52641A-F2AB-4235-AD50-FEB7E58871C8}"/>
              </a:ext>
            </a:extLst>
          </p:cNvPr>
          <p:cNvSpPr>
            <a:spLocks noGrp="1"/>
          </p:cNvSpPr>
          <p:nvPr>
            <p:ph type="title" hasCustomPrompt="1"/>
          </p:nvPr>
        </p:nvSpPr>
        <p:spPr>
          <a:xfrm>
            <a:off x="567039" y="342900"/>
            <a:ext cx="11062709" cy="460551"/>
          </a:xfrm>
        </p:spPr>
        <p:txBody>
          <a:bodyPr/>
          <a:lstStyle/>
          <a:p>
            <a:r>
              <a:rPr lang="en-US"/>
              <a:t>[Headline]</a:t>
            </a:r>
          </a:p>
        </p:txBody>
      </p:sp>
      <p:sp>
        <p:nvSpPr>
          <p:cNvPr id="28" name="Sub-headline">
            <a:extLst>
              <a:ext uri="{FF2B5EF4-FFF2-40B4-BE49-F238E27FC236}">
                <a16:creationId xmlns:a16="http://schemas.microsoft.com/office/drawing/2014/main" id="{1D199F29-DE09-4DF0-9477-385F6C6242D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4" name="Content Placeholder 3">
            <a:extLst>
              <a:ext uri="{FF2B5EF4-FFF2-40B4-BE49-F238E27FC236}">
                <a16:creationId xmlns:a16="http://schemas.microsoft.com/office/drawing/2014/main" id="{82FD93BB-BB27-4EF7-B79A-C2550EB90CFA}"/>
              </a:ext>
            </a:extLst>
          </p:cNvPr>
          <p:cNvSpPr>
            <a:spLocks noGrp="1"/>
          </p:cNvSpPr>
          <p:nvPr>
            <p:ph sz="quarter" idx="33" hasCustomPrompt="1"/>
          </p:nvPr>
        </p:nvSpPr>
        <p:spPr>
          <a:xfrm>
            <a:off x="566738" y="1263650"/>
            <a:ext cx="5029200" cy="4343400"/>
          </a:xfrm>
        </p:spPr>
        <p:txBody>
          <a:bodyPr/>
          <a:lstStyle>
            <a:lvl1pPr>
              <a:defRPr/>
            </a:lvl1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40" name="Picture Placeholder Top">
            <a:extLst>
              <a:ext uri="{FF2B5EF4-FFF2-40B4-BE49-F238E27FC236}">
                <a16:creationId xmlns:a16="http://schemas.microsoft.com/office/drawing/2014/main" id="{92FD1037-3FD2-4536-815B-AC3218BE9FD2}"/>
              </a:ext>
            </a:extLst>
          </p:cNvPr>
          <p:cNvSpPr>
            <a:spLocks noGrp="1"/>
          </p:cNvSpPr>
          <p:nvPr>
            <p:ph type="pic" sz="quarter" idx="27" hasCustomPrompt="1"/>
          </p:nvPr>
        </p:nvSpPr>
        <p:spPr>
          <a:xfrm>
            <a:off x="6618578" y="1263260"/>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39" name="Subtitle Top">
            <a:extLst>
              <a:ext uri="{FF2B5EF4-FFF2-40B4-BE49-F238E27FC236}">
                <a16:creationId xmlns:a16="http://schemas.microsoft.com/office/drawing/2014/main" id="{97AB4569-D69B-4F8F-A994-52A9BDA887F2}"/>
              </a:ext>
            </a:extLst>
          </p:cNvPr>
          <p:cNvSpPr>
            <a:spLocks noGrp="1"/>
          </p:cNvSpPr>
          <p:nvPr>
            <p:ph type="body" sz="quarter" idx="25" hasCustomPrompt="1"/>
          </p:nvPr>
        </p:nvSpPr>
        <p:spPr>
          <a:xfrm>
            <a:off x="7488891" y="1261872"/>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42" name="Text Placeholder 15">
            <a:extLst>
              <a:ext uri="{FF2B5EF4-FFF2-40B4-BE49-F238E27FC236}">
                <a16:creationId xmlns:a16="http://schemas.microsoft.com/office/drawing/2014/main" id="{9551F18A-01B5-45DB-A0D7-2828AD10567D}"/>
              </a:ext>
            </a:extLst>
          </p:cNvPr>
          <p:cNvSpPr>
            <a:spLocks noGrp="1"/>
          </p:cNvSpPr>
          <p:nvPr>
            <p:ph type="body" sz="quarter" idx="29" hasCustomPrompt="1"/>
          </p:nvPr>
        </p:nvSpPr>
        <p:spPr>
          <a:xfrm>
            <a:off x="7490161" y="1600127"/>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a:ln>
                  <a:noFill/>
                </a:ln>
                <a:solidFill>
                  <a:srgbClr val="000000"/>
                </a:solidFill>
                <a:effectLst/>
                <a:uLnTx/>
                <a:uFillTx/>
                <a:latin typeface="Arial"/>
                <a:ea typeface="+mn-ea"/>
                <a:cs typeface="+mn-cs"/>
              </a:rPr>
              <a:t>[Click to add text]</a:t>
            </a:r>
            <a:endParaRPr lang="en-US"/>
          </a:p>
          <a:p>
            <a:pPr lvl="1"/>
            <a:r>
              <a:rPr lang="en-US"/>
              <a:t>Second level</a:t>
            </a:r>
          </a:p>
          <a:p>
            <a:pPr lvl="2"/>
            <a:r>
              <a:rPr lang="en-US"/>
              <a:t>Third level</a:t>
            </a:r>
          </a:p>
        </p:txBody>
      </p:sp>
      <p:sp>
        <p:nvSpPr>
          <p:cNvPr id="36" name="Picture Placeholder Middle Top">
            <a:extLst>
              <a:ext uri="{FF2B5EF4-FFF2-40B4-BE49-F238E27FC236}">
                <a16:creationId xmlns:a16="http://schemas.microsoft.com/office/drawing/2014/main" id="{DA019EA3-E52A-49F1-93F2-060A66C348AB}"/>
              </a:ext>
            </a:extLst>
          </p:cNvPr>
          <p:cNvSpPr>
            <a:spLocks noGrp="1"/>
          </p:cNvSpPr>
          <p:nvPr>
            <p:ph type="pic" sz="quarter" idx="21" hasCustomPrompt="1"/>
          </p:nvPr>
        </p:nvSpPr>
        <p:spPr>
          <a:xfrm>
            <a:off x="6618578" y="2486303"/>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22" name="Subtitle Top">
            <a:extLst>
              <a:ext uri="{FF2B5EF4-FFF2-40B4-BE49-F238E27FC236}">
                <a16:creationId xmlns:a16="http://schemas.microsoft.com/office/drawing/2014/main" id="{F32872C9-2C41-4ABC-9932-EE0BBAFBE2B9}"/>
              </a:ext>
            </a:extLst>
          </p:cNvPr>
          <p:cNvSpPr>
            <a:spLocks noGrp="1"/>
          </p:cNvSpPr>
          <p:nvPr>
            <p:ph type="body" sz="quarter" idx="36" hasCustomPrompt="1"/>
          </p:nvPr>
        </p:nvSpPr>
        <p:spPr>
          <a:xfrm>
            <a:off x="7488891" y="2483726"/>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23" name="Text Placeholder 15">
            <a:extLst>
              <a:ext uri="{FF2B5EF4-FFF2-40B4-BE49-F238E27FC236}">
                <a16:creationId xmlns:a16="http://schemas.microsoft.com/office/drawing/2014/main" id="{7D0F84AA-F016-40FD-B57B-922B879A885F}"/>
              </a:ext>
            </a:extLst>
          </p:cNvPr>
          <p:cNvSpPr>
            <a:spLocks noGrp="1"/>
          </p:cNvSpPr>
          <p:nvPr>
            <p:ph type="body" sz="quarter" idx="37" hasCustomPrompt="1"/>
          </p:nvPr>
        </p:nvSpPr>
        <p:spPr>
          <a:xfrm>
            <a:off x="7490161" y="2821981"/>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a:ln>
                  <a:noFill/>
                </a:ln>
                <a:solidFill>
                  <a:srgbClr val="000000"/>
                </a:solidFill>
                <a:effectLst/>
                <a:uLnTx/>
                <a:uFillTx/>
                <a:latin typeface="Arial"/>
                <a:ea typeface="+mn-ea"/>
                <a:cs typeface="+mn-cs"/>
              </a:rPr>
              <a:t>[Click to add text]</a:t>
            </a:r>
            <a:endParaRPr lang="en-US"/>
          </a:p>
          <a:p>
            <a:pPr lvl="1"/>
            <a:r>
              <a:rPr lang="en-US"/>
              <a:t>Second level</a:t>
            </a:r>
          </a:p>
          <a:p>
            <a:pPr lvl="2"/>
            <a:r>
              <a:rPr lang="en-US"/>
              <a:t>Third level</a:t>
            </a:r>
          </a:p>
        </p:txBody>
      </p:sp>
      <p:sp>
        <p:nvSpPr>
          <p:cNvPr id="37" name="Picture Placeholder  Middle Bottom">
            <a:extLst>
              <a:ext uri="{FF2B5EF4-FFF2-40B4-BE49-F238E27FC236}">
                <a16:creationId xmlns:a16="http://schemas.microsoft.com/office/drawing/2014/main" id="{9A48FFB8-D57B-414B-8D41-DADB303CDAA1}"/>
              </a:ext>
            </a:extLst>
          </p:cNvPr>
          <p:cNvSpPr>
            <a:spLocks noGrp="1"/>
          </p:cNvSpPr>
          <p:nvPr>
            <p:ph type="pic" sz="quarter" idx="22" hasCustomPrompt="1"/>
          </p:nvPr>
        </p:nvSpPr>
        <p:spPr>
          <a:xfrm>
            <a:off x="6618578" y="3709346"/>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24" name="Subtitle Top">
            <a:extLst>
              <a:ext uri="{FF2B5EF4-FFF2-40B4-BE49-F238E27FC236}">
                <a16:creationId xmlns:a16="http://schemas.microsoft.com/office/drawing/2014/main" id="{F02B674F-D8E9-4242-8C17-0240FB40F65A}"/>
              </a:ext>
            </a:extLst>
          </p:cNvPr>
          <p:cNvSpPr>
            <a:spLocks noGrp="1"/>
          </p:cNvSpPr>
          <p:nvPr>
            <p:ph type="body" sz="quarter" idx="38" hasCustomPrompt="1"/>
          </p:nvPr>
        </p:nvSpPr>
        <p:spPr>
          <a:xfrm>
            <a:off x="7487621" y="3706769"/>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25" name="Text Placeholder 15">
            <a:extLst>
              <a:ext uri="{FF2B5EF4-FFF2-40B4-BE49-F238E27FC236}">
                <a16:creationId xmlns:a16="http://schemas.microsoft.com/office/drawing/2014/main" id="{9F2499DA-5101-4E05-8B0E-D14E56480543}"/>
              </a:ext>
            </a:extLst>
          </p:cNvPr>
          <p:cNvSpPr>
            <a:spLocks noGrp="1"/>
          </p:cNvSpPr>
          <p:nvPr>
            <p:ph type="body" sz="quarter" idx="39" hasCustomPrompt="1"/>
          </p:nvPr>
        </p:nvSpPr>
        <p:spPr>
          <a:xfrm>
            <a:off x="7488891" y="4045024"/>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a:ln>
                  <a:noFill/>
                </a:ln>
                <a:solidFill>
                  <a:srgbClr val="000000"/>
                </a:solidFill>
                <a:effectLst/>
                <a:uLnTx/>
                <a:uFillTx/>
                <a:latin typeface="Arial"/>
                <a:ea typeface="+mn-ea"/>
                <a:cs typeface="+mn-cs"/>
              </a:rPr>
              <a:t>[Click to add text]</a:t>
            </a:r>
            <a:endParaRPr lang="en-US"/>
          </a:p>
          <a:p>
            <a:pPr lvl="1"/>
            <a:r>
              <a:rPr lang="en-US"/>
              <a:t>Second level</a:t>
            </a:r>
          </a:p>
          <a:p>
            <a:pPr lvl="2"/>
            <a:r>
              <a:rPr lang="en-US"/>
              <a:t>Third level</a:t>
            </a:r>
          </a:p>
        </p:txBody>
      </p:sp>
      <p:sp>
        <p:nvSpPr>
          <p:cNvPr id="38" name="Picture Placeholder  Bottom">
            <a:extLst>
              <a:ext uri="{FF2B5EF4-FFF2-40B4-BE49-F238E27FC236}">
                <a16:creationId xmlns:a16="http://schemas.microsoft.com/office/drawing/2014/main" id="{F24D806E-A553-4B1F-8117-9C5C176E53F9}"/>
              </a:ext>
            </a:extLst>
          </p:cNvPr>
          <p:cNvSpPr>
            <a:spLocks noGrp="1"/>
          </p:cNvSpPr>
          <p:nvPr>
            <p:ph type="pic" sz="quarter" idx="23" hasCustomPrompt="1"/>
          </p:nvPr>
        </p:nvSpPr>
        <p:spPr>
          <a:xfrm>
            <a:off x="6616401" y="4932390"/>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26" name="Subtitle Top">
            <a:extLst>
              <a:ext uri="{FF2B5EF4-FFF2-40B4-BE49-F238E27FC236}">
                <a16:creationId xmlns:a16="http://schemas.microsoft.com/office/drawing/2014/main" id="{A0B75D8F-9A1B-4EDF-ACD4-90B4C7E458D1}"/>
              </a:ext>
            </a:extLst>
          </p:cNvPr>
          <p:cNvSpPr>
            <a:spLocks noGrp="1"/>
          </p:cNvSpPr>
          <p:nvPr>
            <p:ph type="body" sz="quarter" idx="40" hasCustomPrompt="1"/>
          </p:nvPr>
        </p:nvSpPr>
        <p:spPr>
          <a:xfrm>
            <a:off x="7486351" y="4927165"/>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27" name="Text Placeholder 15">
            <a:extLst>
              <a:ext uri="{FF2B5EF4-FFF2-40B4-BE49-F238E27FC236}">
                <a16:creationId xmlns:a16="http://schemas.microsoft.com/office/drawing/2014/main" id="{D2763317-8032-4545-AB58-78701E7FE79F}"/>
              </a:ext>
            </a:extLst>
          </p:cNvPr>
          <p:cNvSpPr>
            <a:spLocks noGrp="1"/>
          </p:cNvSpPr>
          <p:nvPr>
            <p:ph type="body" sz="quarter" idx="41" hasCustomPrompt="1"/>
          </p:nvPr>
        </p:nvSpPr>
        <p:spPr>
          <a:xfrm>
            <a:off x="7487621" y="5265420"/>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a:ln>
                  <a:noFill/>
                </a:ln>
                <a:solidFill>
                  <a:srgbClr val="000000"/>
                </a:solidFill>
                <a:effectLst/>
                <a:uLnTx/>
                <a:uFillTx/>
                <a:latin typeface="Arial"/>
                <a:ea typeface="+mn-ea"/>
                <a:cs typeface="+mn-cs"/>
              </a:rPr>
              <a:t>[Click to add text]</a:t>
            </a:r>
            <a:endParaRPr lang="en-US"/>
          </a:p>
          <a:p>
            <a:pPr lvl="1"/>
            <a:r>
              <a:rPr lang="en-US"/>
              <a:t>Second level</a:t>
            </a:r>
          </a:p>
          <a:p>
            <a:pPr lvl="2"/>
            <a:r>
              <a:rPr lang="en-US"/>
              <a:t>Third level</a:t>
            </a:r>
          </a:p>
        </p:txBody>
      </p:sp>
      <p:sp>
        <p:nvSpPr>
          <p:cNvPr id="21" name="Footnote">
            <a:extLst>
              <a:ext uri="{FF2B5EF4-FFF2-40B4-BE49-F238E27FC236}">
                <a16:creationId xmlns:a16="http://schemas.microsoft.com/office/drawing/2014/main" id="{9DBFEEAB-9E37-46AB-9295-1B782C9B76BE}"/>
              </a:ext>
            </a:extLst>
          </p:cNvPr>
          <p:cNvSpPr>
            <a:spLocks noGrp="1"/>
          </p:cNvSpPr>
          <p:nvPr>
            <p:ph type="body" sz="quarter" idx="15" hasCustomPrompt="1"/>
          </p:nvPr>
        </p:nvSpPr>
        <p:spPr>
          <a:xfrm>
            <a:off x="567039" y="5904781"/>
            <a:ext cx="11060912" cy="307631"/>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1666644835"/>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72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cons 4 Columns + Content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21DF1D-3C8D-435E-8E9F-6D662BF957BD}"/>
              </a:ext>
              <a:ext uri="{C183D7F6-B498-43B3-948B-1728B52AA6E4}">
                <adec:decorative xmlns:adec="http://schemas.microsoft.com/office/drawing/2017/decorative" val="1"/>
              </a:ext>
            </a:extLst>
          </p:cNvPr>
          <p:cNvSpPr/>
          <p:nvPr userDrawn="1"/>
        </p:nvSpPr>
        <p:spPr bwMode="white">
          <a:xfrm>
            <a:off x="6096000" y="0"/>
            <a:ext cx="6096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3" name="Footer Placeholder 2">
            <a:extLst>
              <a:ext uri="{FF2B5EF4-FFF2-40B4-BE49-F238E27FC236}">
                <a16:creationId xmlns:a16="http://schemas.microsoft.com/office/drawing/2014/main" id="{FCFEF029-AF59-4AC3-9ED3-4E5E4431EF7C}"/>
              </a:ext>
            </a:extLst>
          </p:cNvPr>
          <p:cNvSpPr>
            <a:spLocks noGrp="1"/>
          </p:cNvSpPr>
          <p:nvPr>
            <p:ph type="ftr" sz="quarter" idx="35"/>
          </p:nvPr>
        </p:nvSpPr>
        <p:spPr/>
        <p:txBody>
          <a:bodyPr/>
          <a:lstStyle>
            <a:lvl1pPr>
              <a:defRPr>
                <a:solidFill>
                  <a:schemeClr val="bg1"/>
                </a:solidFill>
              </a:defRPr>
            </a:lvl1p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a:p>
        </p:txBody>
      </p:sp>
      <p:sp>
        <p:nvSpPr>
          <p:cNvPr id="47" name="Title 6">
            <a:extLst>
              <a:ext uri="{FF2B5EF4-FFF2-40B4-BE49-F238E27FC236}">
                <a16:creationId xmlns:a16="http://schemas.microsoft.com/office/drawing/2014/main" id="{7A52641A-F2AB-4235-AD50-FEB7E58871C8}"/>
              </a:ext>
            </a:extLst>
          </p:cNvPr>
          <p:cNvSpPr>
            <a:spLocks noGrp="1"/>
          </p:cNvSpPr>
          <p:nvPr>
            <p:ph type="title" hasCustomPrompt="1"/>
          </p:nvPr>
        </p:nvSpPr>
        <p:spPr>
          <a:xfrm>
            <a:off x="567040" y="342900"/>
            <a:ext cx="5029200" cy="460551"/>
          </a:xfrm>
        </p:spPr>
        <p:txBody>
          <a:bodyPr/>
          <a:lstStyle/>
          <a:p>
            <a:r>
              <a:rPr lang="en-US"/>
              <a:t>[Headline]</a:t>
            </a:r>
          </a:p>
        </p:txBody>
      </p:sp>
      <p:sp>
        <p:nvSpPr>
          <p:cNvPr id="46" name="Sub-headline">
            <a:extLst>
              <a:ext uri="{FF2B5EF4-FFF2-40B4-BE49-F238E27FC236}">
                <a16:creationId xmlns:a16="http://schemas.microsoft.com/office/drawing/2014/main" id="{5251668F-9361-42F9-893B-958B89A89D74}"/>
              </a:ext>
            </a:extLst>
          </p:cNvPr>
          <p:cNvSpPr>
            <a:spLocks noGrp="1"/>
          </p:cNvSpPr>
          <p:nvPr>
            <p:ph type="body" sz="quarter" idx="13" hasCustomPrompt="1"/>
          </p:nvPr>
        </p:nvSpPr>
        <p:spPr>
          <a:xfrm>
            <a:off x="567038" y="899026"/>
            <a:ext cx="5029200" cy="278706"/>
          </a:xfrm>
          <a:prstGeom prst="rect">
            <a:avLst/>
          </a:prstGeom>
        </p:spPr>
        <p:txBody>
          <a:bodyPr/>
          <a:lstStyle>
            <a:lvl1pPr marL="0" indent="0">
              <a:buNone/>
              <a:defRPr sz="1800" b="0">
                <a:latin typeface="+mn-lt"/>
              </a:defRPr>
            </a:lvl1pPr>
            <a:lvl2pPr marL="169863" indent="0">
              <a:buNone/>
              <a:defRPr/>
            </a:lvl2pPr>
          </a:lstStyle>
          <a:p>
            <a:pPr lvl="0"/>
            <a:r>
              <a:rPr lang="en-US"/>
              <a:t>[Sub-headline]</a:t>
            </a:r>
          </a:p>
        </p:txBody>
      </p:sp>
      <p:sp>
        <p:nvSpPr>
          <p:cNvPr id="22" name="Content Placeholder 3">
            <a:extLst>
              <a:ext uri="{FF2B5EF4-FFF2-40B4-BE49-F238E27FC236}">
                <a16:creationId xmlns:a16="http://schemas.microsoft.com/office/drawing/2014/main" id="{BA006FC7-D663-4A84-9EC7-38CF613B62D7}"/>
              </a:ext>
            </a:extLst>
          </p:cNvPr>
          <p:cNvSpPr>
            <a:spLocks noGrp="1"/>
          </p:cNvSpPr>
          <p:nvPr>
            <p:ph sz="quarter" idx="33" hasCustomPrompt="1"/>
          </p:nvPr>
        </p:nvSpPr>
        <p:spPr>
          <a:xfrm>
            <a:off x="566738" y="1263650"/>
            <a:ext cx="5029200" cy="4343400"/>
          </a:xfrm>
        </p:spPr>
        <p:txBody>
          <a:bodyPr/>
          <a:lstStyle>
            <a:lvl1pPr>
              <a:defRPr/>
            </a:lvl1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23" name="Footnote">
            <a:extLst>
              <a:ext uri="{FF2B5EF4-FFF2-40B4-BE49-F238E27FC236}">
                <a16:creationId xmlns:a16="http://schemas.microsoft.com/office/drawing/2014/main" id="{0D52D127-8311-4C6F-B9EA-30B581C17FF7}"/>
              </a:ext>
            </a:extLst>
          </p:cNvPr>
          <p:cNvSpPr>
            <a:spLocks noGrp="1"/>
          </p:cNvSpPr>
          <p:nvPr>
            <p:ph type="body" sz="quarter" idx="15" hasCustomPrompt="1"/>
          </p:nvPr>
        </p:nvSpPr>
        <p:spPr>
          <a:xfrm>
            <a:off x="567039" y="5905500"/>
            <a:ext cx="5029200" cy="306912"/>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
        <p:nvSpPr>
          <p:cNvPr id="40" name="Picture Placeholder Top">
            <a:extLst>
              <a:ext uri="{FF2B5EF4-FFF2-40B4-BE49-F238E27FC236}">
                <a16:creationId xmlns:a16="http://schemas.microsoft.com/office/drawing/2014/main" id="{92FD1037-3FD2-4536-815B-AC3218BE9FD2}"/>
              </a:ext>
            </a:extLst>
          </p:cNvPr>
          <p:cNvSpPr>
            <a:spLocks noGrp="1"/>
          </p:cNvSpPr>
          <p:nvPr>
            <p:ph type="pic" sz="quarter" idx="27" hasCustomPrompt="1"/>
          </p:nvPr>
        </p:nvSpPr>
        <p:spPr>
          <a:xfrm>
            <a:off x="6618578" y="1263260"/>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39" name="Subtitle Top">
            <a:extLst>
              <a:ext uri="{FF2B5EF4-FFF2-40B4-BE49-F238E27FC236}">
                <a16:creationId xmlns:a16="http://schemas.microsoft.com/office/drawing/2014/main" id="{97AB4569-D69B-4F8F-A994-52A9BDA887F2}"/>
              </a:ext>
            </a:extLst>
          </p:cNvPr>
          <p:cNvSpPr>
            <a:spLocks noGrp="1"/>
          </p:cNvSpPr>
          <p:nvPr>
            <p:ph type="body" sz="quarter" idx="25" hasCustomPrompt="1"/>
          </p:nvPr>
        </p:nvSpPr>
        <p:spPr>
          <a:xfrm>
            <a:off x="7488891" y="1268670"/>
            <a:ext cx="4136218"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42" name="Text Placeholder 15">
            <a:extLst>
              <a:ext uri="{FF2B5EF4-FFF2-40B4-BE49-F238E27FC236}">
                <a16:creationId xmlns:a16="http://schemas.microsoft.com/office/drawing/2014/main" id="{9551F18A-01B5-45DB-A0D7-2828AD10567D}"/>
              </a:ext>
            </a:extLst>
          </p:cNvPr>
          <p:cNvSpPr>
            <a:spLocks noGrp="1"/>
          </p:cNvSpPr>
          <p:nvPr>
            <p:ph type="body" sz="quarter" idx="29" hasCustomPrompt="1"/>
          </p:nvPr>
        </p:nvSpPr>
        <p:spPr>
          <a:xfrm>
            <a:off x="7490161" y="1600127"/>
            <a:ext cx="4134800" cy="640080"/>
          </a:xfrm>
          <a:prstGeom prst="rect">
            <a:avLst/>
          </a:prstGeom>
        </p:spPr>
        <p:txBody>
          <a:bodyPr/>
          <a:lstStyle>
            <a:lvl1pPr>
              <a:lnSpc>
                <a:spcPct val="100000"/>
              </a:lnSpc>
              <a:spcBef>
                <a:spcPts val="0"/>
              </a:spcBef>
              <a:spcAft>
                <a:spcPts val="200"/>
              </a:spcAft>
              <a:defRPr sz="1400">
                <a:solidFill>
                  <a:schemeClr val="bg1"/>
                </a:solidFill>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defRPr sz="1200"/>
            </a:lvl4pPr>
            <a:lvl5pPr>
              <a:defRPr sz="1200"/>
            </a:lvl5pPr>
          </a:lstStyle>
          <a:p>
            <a:pPr lvl="0"/>
            <a:r>
              <a:rPr lang="en-US"/>
              <a:t>[Click to add text]</a:t>
            </a:r>
          </a:p>
          <a:p>
            <a:pPr lvl="1"/>
            <a:r>
              <a:rPr lang="en-US"/>
              <a:t>Second level</a:t>
            </a:r>
          </a:p>
          <a:p>
            <a:pPr lvl="2"/>
            <a:r>
              <a:rPr lang="en-US"/>
              <a:t>Third level</a:t>
            </a:r>
          </a:p>
        </p:txBody>
      </p:sp>
      <p:sp>
        <p:nvSpPr>
          <p:cNvPr id="36" name="Picture Placeholder Middle Top">
            <a:extLst>
              <a:ext uri="{FF2B5EF4-FFF2-40B4-BE49-F238E27FC236}">
                <a16:creationId xmlns:a16="http://schemas.microsoft.com/office/drawing/2014/main" id="{DA019EA3-E52A-49F1-93F2-060A66C348AB}"/>
              </a:ext>
            </a:extLst>
          </p:cNvPr>
          <p:cNvSpPr>
            <a:spLocks noGrp="1"/>
          </p:cNvSpPr>
          <p:nvPr>
            <p:ph type="pic" sz="quarter" idx="21" hasCustomPrompt="1"/>
          </p:nvPr>
        </p:nvSpPr>
        <p:spPr>
          <a:xfrm>
            <a:off x="6618578" y="2486303"/>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33" name="Subtitle Middle Top">
            <a:extLst>
              <a:ext uri="{FF2B5EF4-FFF2-40B4-BE49-F238E27FC236}">
                <a16:creationId xmlns:a16="http://schemas.microsoft.com/office/drawing/2014/main" id="{0B17B252-9B3F-45FC-90E8-5D155B6782BA}"/>
              </a:ext>
            </a:extLst>
          </p:cNvPr>
          <p:cNvSpPr>
            <a:spLocks noGrp="1"/>
          </p:cNvSpPr>
          <p:nvPr>
            <p:ph type="body" sz="quarter" idx="16" hasCustomPrompt="1"/>
          </p:nvPr>
        </p:nvSpPr>
        <p:spPr>
          <a:xfrm>
            <a:off x="7488891" y="2486303"/>
            <a:ext cx="4136218"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43" name="Text Placeholder 25">
            <a:extLst>
              <a:ext uri="{FF2B5EF4-FFF2-40B4-BE49-F238E27FC236}">
                <a16:creationId xmlns:a16="http://schemas.microsoft.com/office/drawing/2014/main" id="{8A12E103-382A-4153-B839-D4D1429F9D4D}"/>
              </a:ext>
            </a:extLst>
          </p:cNvPr>
          <p:cNvSpPr>
            <a:spLocks noGrp="1"/>
          </p:cNvSpPr>
          <p:nvPr>
            <p:ph type="body" sz="quarter" idx="30" hasCustomPrompt="1"/>
          </p:nvPr>
        </p:nvSpPr>
        <p:spPr>
          <a:xfrm>
            <a:off x="7490161" y="2819326"/>
            <a:ext cx="4134800" cy="640080"/>
          </a:xfrm>
          <a:prstGeom prst="rect">
            <a:avLst/>
          </a:prstGeom>
        </p:spPr>
        <p:txBody>
          <a:bodyPr/>
          <a:lstStyle>
            <a:lvl1pPr marL="169863" indent="-169863">
              <a:lnSpc>
                <a:spcPct val="100000"/>
              </a:lnSpc>
              <a:spcBef>
                <a:spcPts val="0"/>
              </a:spcBef>
              <a:spcAft>
                <a:spcPts val="200"/>
              </a:spcAft>
              <a:defRPr lang="en-US" sz="1400" kern="1200" dirty="0">
                <a:solidFill>
                  <a:schemeClr val="bg1"/>
                </a:solidFill>
                <a:latin typeface="+mn-lt"/>
                <a:ea typeface="+mn-ea"/>
                <a:cs typeface="+mn-cs"/>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lnSpc>
                <a:spcPct val="100000"/>
              </a:lnSpc>
              <a:spcBef>
                <a:spcPts val="0"/>
              </a:spcBef>
              <a:spcAft>
                <a:spcPts val="200"/>
              </a:spcAft>
              <a:defRPr sz="1200">
                <a:solidFill>
                  <a:schemeClr val="bg1"/>
                </a:solidFill>
              </a:defRPr>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a:t>[Click to add text]</a:t>
            </a:r>
          </a:p>
          <a:p>
            <a:pPr lvl="1"/>
            <a:r>
              <a:rPr lang="en-US"/>
              <a:t>Second level</a:t>
            </a:r>
          </a:p>
          <a:p>
            <a:pPr lvl="2"/>
            <a:r>
              <a:rPr lang="en-US"/>
              <a:t>Third level</a:t>
            </a:r>
          </a:p>
          <a:p>
            <a:pPr lvl="3"/>
            <a:endParaRPr lang="en-US"/>
          </a:p>
        </p:txBody>
      </p:sp>
      <p:sp>
        <p:nvSpPr>
          <p:cNvPr id="37" name="Picture Placeholder  Middle Bottom">
            <a:extLst>
              <a:ext uri="{FF2B5EF4-FFF2-40B4-BE49-F238E27FC236}">
                <a16:creationId xmlns:a16="http://schemas.microsoft.com/office/drawing/2014/main" id="{9A48FFB8-D57B-414B-8D41-DADB303CDAA1}"/>
              </a:ext>
            </a:extLst>
          </p:cNvPr>
          <p:cNvSpPr>
            <a:spLocks noGrp="1"/>
          </p:cNvSpPr>
          <p:nvPr>
            <p:ph type="pic" sz="quarter" idx="22" hasCustomPrompt="1"/>
          </p:nvPr>
        </p:nvSpPr>
        <p:spPr>
          <a:xfrm>
            <a:off x="6618578" y="3709346"/>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34" name="Subtitle Middle Bottom">
            <a:extLst>
              <a:ext uri="{FF2B5EF4-FFF2-40B4-BE49-F238E27FC236}">
                <a16:creationId xmlns:a16="http://schemas.microsoft.com/office/drawing/2014/main" id="{3889D5BC-1AD8-46EC-A794-4E8C8AF5902C}"/>
              </a:ext>
            </a:extLst>
          </p:cNvPr>
          <p:cNvSpPr>
            <a:spLocks noGrp="1"/>
          </p:cNvSpPr>
          <p:nvPr>
            <p:ph type="body" sz="quarter" idx="17" hasCustomPrompt="1"/>
          </p:nvPr>
        </p:nvSpPr>
        <p:spPr>
          <a:xfrm>
            <a:off x="7488891" y="3709346"/>
            <a:ext cx="4136218"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44" name="Text Placeholder 27">
            <a:extLst>
              <a:ext uri="{FF2B5EF4-FFF2-40B4-BE49-F238E27FC236}">
                <a16:creationId xmlns:a16="http://schemas.microsoft.com/office/drawing/2014/main" id="{725EE04E-AEA3-46A6-A10F-A0084416FDC6}"/>
              </a:ext>
            </a:extLst>
          </p:cNvPr>
          <p:cNvSpPr>
            <a:spLocks noGrp="1"/>
          </p:cNvSpPr>
          <p:nvPr>
            <p:ph type="body" sz="quarter" idx="31" hasCustomPrompt="1"/>
          </p:nvPr>
        </p:nvSpPr>
        <p:spPr>
          <a:xfrm>
            <a:off x="7491749" y="4043634"/>
            <a:ext cx="4133026" cy="640080"/>
          </a:xfrm>
          <a:prstGeom prst="rect">
            <a:avLst/>
          </a:prstGeom>
        </p:spPr>
        <p:txBody>
          <a:bodyPr/>
          <a:lstStyle>
            <a:lvl1pPr marL="169863" indent="-169863">
              <a:lnSpc>
                <a:spcPct val="100000"/>
              </a:lnSpc>
              <a:spcBef>
                <a:spcPts val="0"/>
              </a:spcBef>
              <a:spcAft>
                <a:spcPts val="200"/>
              </a:spcAft>
              <a:defRPr lang="en-US" sz="1400" kern="1200" dirty="0">
                <a:solidFill>
                  <a:schemeClr val="bg1"/>
                </a:solidFill>
                <a:latin typeface="+mn-lt"/>
                <a:ea typeface="+mn-ea"/>
                <a:cs typeface="+mn-cs"/>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a:t>[Click to add text]</a:t>
            </a:r>
          </a:p>
          <a:p>
            <a:pPr lvl="1"/>
            <a:r>
              <a:rPr lang="en-US"/>
              <a:t>Second level</a:t>
            </a:r>
          </a:p>
          <a:p>
            <a:pPr lvl="2"/>
            <a:r>
              <a:rPr lang="en-US"/>
              <a:t>Third level</a:t>
            </a:r>
          </a:p>
        </p:txBody>
      </p:sp>
      <p:sp>
        <p:nvSpPr>
          <p:cNvPr id="38" name="Picture Placeholder  Bottom">
            <a:extLst>
              <a:ext uri="{FF2B5EF4-FFF2-40B4-BE49-F238E27FC236}">
                <a16:creationId xmlns:a16="http://schemas.microsoft.com/office/drawing/2014/main" id="{F24D806E-A553-4B1F-8117-9C5C176E53F9}"/>
              </a:ext>
            </a:extLst>
          </p:cNvPr>
          <p:cNvSpPr>
            <a:spLocks noGrp="1"/>
          </p:cNvSpPr>
          <p:nvPr>
            <p:ph type="pic" sz="quarter" idx="23" hasCustomPrompt="1"/>
          </p:nvPr>
        </p:nvSpPr>
        <p:spPr>
          <a:xfrm>
            <a:off x="6616401" y="4932390"/>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35" name="Subtitle Bottom">
            <a:extLst>
              <a:ext uri="{FF2B5EF4-FFF2-40B4-BE49-F238E27FC236}">
                <a16:creationId xmlns:a16="http://schemas.microsoft.com/office/drawing/2014/main" id="{91520921-926B-46E2-964C-7D28AF6717E1}"/>
              </a:ext>
            </a:extLst>
          </p:cNvPr>
          <p:cNvSpPr>
            <a:spLocks noGrp="1"/>
          </p:cNvSpPr>
          <p:nvPr>
            <p:ph type="body" sz="quarter" idx="19" hasCustomPrompt="1"/>
          </p:nvPr>
        </p:nvSpPr>
        <p:spPr>
          <a:xfrm>
            <a:off x="7491611" y="4932390"/>
            <a:ext cx="4133181"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45" name="Text Placeholder 29">
            <a:extLst>
              <a:ext uri="{FF2B5EF4-FFF2-40B4-BE49-F238E27FC236}">
                <a16:creationId xmlns:a16="http://schemas.microsoft.com/office/drawing/2014/main" id="{546919E3-2B90-44C9-BD96-96FD88323A76}"/>
              </a:ext>
            </a:extLst>
          </p:cNvPr>
          <p:cNvSpPr>
            <a:spLocks noGrp="1"/>
          </p:cNvSpPr>
          <p:nvPr>
            <p:ph type="body" sz="quarter" idx="32" hasCustomPrompt="1"/>
          </p:nvPr>
        </p:nvSpPr>
        <p:spPr>
          <a:xfrm>
            <a:off x="7480636" y="5267597"/>
            <a:ext cx="4133088" cy="640080"/>
          </a:xfrm>
          <a:prstGeom prst="rect">
            <a:avLst/>
          </a:prstGeom>
        </p:spPr>
        <p:txBody>
          <a:bodyPr/>
          <a:lstStyle>
            <a:lvl1pPr marL="169863" indent="-169863">
              <a:lnSpc>
                <a:spcPct val="100000"/>
              </a:lnSpc>
              <a:spcBef>
                <a:spcPts val="0"/>
              </a:spcBef>
              <a:spcAft>
                <a:spcPts val="200"/>
              </a:spcAft>
              <a:defRPr lang="en-US" sz="1400" kern="1200" dirty="0">
                <a:solidFill>
                  <a:schemeClr val="bg1"/>
                </a:solidFill>
                <a:latin typeface="+mn-lt"/>
                <a:ea typeface="+mn-ea"/>
                <a:cs typeface="+mn-cs"/>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a:t>[Click to add text]</a:t>
            </a:r>
          </a:p>
          <a:p>
            <a:pPr lvl="1"/>
            <a:r>
              <a:rPr lang="en-US"/>
              <a:t>Second level</a:t>
            </a:r>
          </a:p>
          <a:p>
            <a:pPr lvl="2"/>
            <a:r>
              <a:rPr lang="en-US"/>
              <a:t>Third level</a:t>
            </a:r>
          </a:p>
        </p:txBody>
      </p:sp>
      <p:sp>
        <p:nvSpPr>
          <p:cNvPr id="24" name="Rectangle 23">
            <a:extLst>
              <a:ext uri="{FF2B5EF4-FFF2-40B4-BE49-F238E27FC236}">
                <a16:creationId xmlns:a16="http://schemas.microsoft.com/office/drawing/2014/main" id="{CDB49F20-57DC-4680-8B56-AE164DBF60DC}"/>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a:solidFill>
                  <a:schemeClr val="bg1"/>
                </a:solidFill>
                <a:latin typeface="+mn-lt"/>
              </a:rPr>
              <a:t>© 2026 S&amp;P Global.</a:t>
            </a:r>
          </a:p>
        </p:txBody>
      </p:sp>
    </p:spTree>
    <p:extLst>
      <p:ext uri="{BB962C8B-B14F-4D97-AF65-F5344CB8AC3E}">
        <p14:creationId xmlns:p14="http://schemas.microsoft.com/office/powerpoint/2010/main" val="3535793581"/>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72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cons 4 Columns + Content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21DF1D-3C8D-435E-8E9F-6D662BF957BD}"/>
              </a:ext>
              <a:ext uri="{C183D7F6-B498-43B3-948B-1728B52AA6E4}">
                <adec:decorative xmlns:adec="http://schemas.microsoft.com/office/drawing/2017/decorative" val="1"/>
              </a:ext>
            </a:extLst>
          </p:cNvPr>
          <p:cNvSpPr/>
          <p:nvPr userDrawn="1"/>
        </p:nvSpPr>
        <p:spPr bwMode="white">
          <a:xfrm>
            <a:off x="6096000" y="0"/>
            <a:ext cx="6096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3" name="Footer Placeholder 2">
            <a:extLst>
              <a:ext uri="{FF2B5EF4-FFF2-40B4-BE49-F238E27FC236}">
                <a16:creationId xmlns:a16="http://schemas.microsoft.com/office/drawing/2014/main" id="{FCFEF029-AF59-4AC3-9ED3-4E5E4431EF7C}"/>
              </a:ext>
            </a:extLst>
          </p:cNvPr>
          <p:cNvSpPr>
            <a:spLocks noGrp="1"/>
          </p:cNvSpPr>
          <p:nvPr>
            <p:ph type="ftr" sz="quarter" idx="35"/>
          </p:nvPr>
        </p:nvSpPr>
        <p:spPr/>
        <p:txBody>
          <a:bodyPr/>
          <a:lstStyle>
            <a:lvl1pPr>
              <a:defRPr>
                <a:solidFill>
                  <a:schemeClr val="tx1"/>
                </a:solidFill>
              </a:defRPr>
            </a:lvl1p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tx1"/>
                </a:solidFill>
              </a:defRPr>
            </a:lvl1pPr>
          </a:lstStyle>
          <a:p>
            <a:fld id="{5CFA18E4-D58E-4B28-B105-28D9665A8EBC}" type="slidenum">
              <a:rPr lang="en-US" smtClean="0"/>
              <a:pPr/>
              <a:t>‹#›</a:t>
            </a:fld>
            <a:endParaRPr lang="en-US"/>
          </a:p>
        </p:txBody>
      </p:sp>
      <p:sp>
        <p:nvSpPr>
          <p:cNvPr id="47" name="Title 6">
            <a:extLst>
              <a:ext uri="{FF2B5EF4-FFF2-40B4-BE49-F238E27FC236}">
                <a16:creationId xmlns:a16="http://schemas.microsoft.com/office/drawing/2014/main" id="{7A52641A-F2AB-4235-AD50-FEB7E58871C8}"/>
              </a:ext>
            </a:extLst>
          </p:cNvPr>
          <p:cNvSpPr>
            <a:spLocks noGrp="1"/>
          </p:cNvSpPr>
          <p:nvPr>
            <p:ph type="title" hasCustomPrompt="1"/>
          </p:nvPr>
        </p:nvSpPr>
        <p:spPr>
          <a:xfrm>
            <a:off x="567040" y="342900"/>
            <a:ext cx="5029200" cy="460551"/>
          </a:xfrm>
        </p:spPr>
        <p:txBody>
          <a:bodyPr/>
          <a:lstStyle/>
          <a:p>
            <a:r>
              <a:rPr lang="en-US"/>
              <a:t>[Headline]</a:t>
            </a:r>
          </a:p>
        </p:txBody>
      </p:sp>
      <p:sp>
        <p:nvSpPr>
          <p:cNvPr id="46" name="Sub-headline">
            <a:extLst>
              <a:ext uri="{FF2B5EF4-FFF2-40B4-BE49-F238E27FC236}">
                <a16:creationId xmlns:a16="http://schemas.microsoft.com/office/drawing/2014/main" id="{5251668F-9361-42F9-893B-958B89A89D74}"/>
              </a:ext>
            </a:extLst>
          </p:cNvPr>
          <p:cNvSpPr>
            <a:spLocks noGrp="1"/>
          </p:cNvSpPr>
          <p:nvPr>
            <p:ph type="body" sz="quarter" idx="13" hasCustomPrompt="1"/>
          </p:nvPr>
        </p:nvSpPr>
        <p:spPr>
          <a:xfrm>
            <a:off x="567038" y="899026"/>
            <a:ext cx="5029200" cy="278706"/>
          </a:xfrm>
          <a:prstGeom prst="rect">
            <a:avLst/>
          </a:prstGeom>
        </p:spPr>
        <p:txBody>
          <a:bodyPr/>
          <a:lstStyle>
            <a:lvl1pPr marL="0" indent="0">
              <a:buNone/>
              <a:defRPr sz="1800" b="0">
                <a:latin typeface="+mn-lt"/>
              </a:defRPr>
            </a:lvl1pPr>
            <a:lvl2pPr marL="169863" indent="0">
              <a:buNone/>
              <a:defRPr/>
            </a:lvl2pPr>
          </a:lstStyle>
          <a:p>
            <a:pPr lvl="0"/>
            <a:r>
              <a:rPr lang="en-US"/>
              <a:t>[Sub-headline]</a:t>
            </a:r>
          </a:p>
        </p:txBody>
      </p:sp>
      <p:sp>
        <p:nvSpPr>
          <p:cNvPr id="22" name="Content Placeholder 3">
            <a:extLst>
              <a:ext uri="{FF2B5EF4-FFF2-40B4-BE49-F238E27FC236}">
                <a16:creationId xmlns:a16="http://schemas.microsoft.com/office/drawing/2014/main" id="{BA006FC7-D663-4A84-9EC7-38CF613B62D7}"/>
              </a:ext>
            </a:extLst>
          </p:cNvPr>
          <p:cNvSpPr>
            <a:spLocks noGrp="1"/>
          </p:cNvSpPr>
          <p:nvPr>
            <p:ph sz="quarter" idx="33" hasCustomPrompt="1"/>
          </p:nvPr>
        </p:nvSpPr>
        <p:spPr>
          <a:xfrm>
            <a:off x="566738" y="1263650"/>
            <a:ext cx="5029200" cy="4343400"/>
          </a:xfrm>
        </p:spPr>
        <p:txBody>
          <a:bodyPr/>
          <a:lstStyle>
            <a:lvl1pPr>
              <a:defRPr/>
            </a:lvl1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23" name="Footnote">
            <a:extLst>
              <a:ext uri="{FF2B5EF4-FFF2-40B4-BE49-F238E27FC236}">
                <a16:creationId xmlns:a16="http://schemas.microsoft.com/office/drawing/2014/main" id="{0D52D127-8311-4C6F-B9EA-30B581C17FF7}"/>
              </a:ext>
            </a:extLst>
          </p:cNvPr>
          <p:cNvSpPr>
            <a:spLocks noGrp="1"/>
          </p:cNvSpPr>
          <p:nvPr>
            <p:ph type="body" sz="quarter" idx="15" hasCustomPrompt="1"/>
          </p:nvPr>
        </p:nvSpPr>
        <p:spPr>
          <a:xfrm>
            <a:off x="567039" y="5905500"/>
            <a:ext cx="5029200" cy="306912"/>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
        <p:nvSpPr>
          <p:cNvPr id="40" name="Picture Placeholder Top">
            <a:extLst>
              <a:ext uri="{FF2B5EF4-FFF2-40B4-BE49-F238E27FC236}">
                <a16:creationId xmlns:a16="http://schemas.microsoft.com/office/drawing/2014/main" id="{92FD1037-3FD2-4536-815B-AC3218BE9FD2}"/>
              </a:ext>
            </a:extLst>
          </p:cNvPr>
          <p:cNvSpPr>
            <a:spLocks noGrp="1"/>
          </p:cNvSpPr>
          <p:nvPr>
            <p:ph type="pic" sz="quarter" idx="27" hasCustomPrompt="1"/>
          </p:nvPr>
        </p:nvSpPr>
        <p:spPr>
          <a:xfrm>
            <a:off x="6618578" y="1263260"/>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39" name="Subtitle Top">
            <a:extLst>
              <a:ext uri="{FF2B5EF4-FFF2-40B4-BE49-F238E27FC236}">
                <a16:creationId xmlns:a16="http://schemas.microsoft.com/office/drawing/2014/main" id="{97AB4569-D69B-4F8F-A994-52A9BDA887F2}"/>
              </a:ext>
            </a:extLst>
          </p:cNvPr>
          <p:cNvSpPr>
            <a:spLocks noGrp="1"/>
          </p:cNvSpPr>
          <p:nvPr>
            <p:ph type="body" sz="quarter" idx="25" hasCustomPrompt="1"/>
          </p:nvPr>
        </p:nvSpPr>
        <p:spPr>
          <a:xfrm>
            <a:off x="7488891" y="1268670"/>
            <a:ext cx="4136218"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42" name="Text Placeholder 15">
            <a:extLst>
              <a:ext uri="{FF2B5EF4-FFF2-40B4-BE49-F238E27FC236}">
                <a16:creationId xmlns:a16="http://schemas.microsoft.com/office/drawing/2014/main" id="{9551F18A-01B5-45DB-A0D7-2828AD10567D}"/>
              </a:ext>
            </a:extLst>
          </p:cNvPr>
          <p:cNvSpPr>
            <a:spLocks noGrp="1"/>
          </p:cNvSpPr>
          <p:nvPr>
            <p:ph type="body" sz="quarter" idx="29" hasCustomPrompt="1"/>
          </p:nvPr>
        </p:nvSpPr>
        <p:spPr>
          <a:xfrm>
            <a:off x="7490161" y="1600127"/>
            <a:ext cx="4134800" cy="640080"/>
          </a:xfrm>
          <a:prstGeom prst="rect">
            <a:avLst/>
          </a:prstGeom>
        </p:spPr>
        <p:txBody>
          <a:bodyPr/>
          <a:lstStyle>
            <a:lvl1pPr>
              <a:lnSpc>
                <a:spcPct val="100000"/>
              </a:lnSpc>
              <a:spcBef>
                <a:spcPts val="0"/>
              </a:spcBef>
              <a:spcAft>
                <a:spcPts val="200"/>
              </a:spcAft>
              <a:defRPr sz="1400">
                <a:solidFill>
                  <a:schemeClr val="tx1"/>
                </a:solidFill>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defRPr sz="1200"/>
            </a:lvl4pPr>
            <a:lvl5pPr>
              <a:defRPr sz="1200"/>
            </a:lvl5pPr>
          </a:lstStyle>
          <a:p>
            <a:pPr lvl="0"/>
            <a:r>
              <a:rPr lang="en-US"/>
              <a:t>[Click to add text]</a:t>
            </a:r>
          </a:p>
          <a:p>
            <a:pPr lvl="1"/>
            <a:r>
              <a:rPr lang="en-US"/>
              <a:t>Second level</a:t>
            </a:r>
          </a:p>
          <a:p>
            <a:pPr lvl="2"/>
            <a:r>
              <a:rPr lang="en-US"/>
              <a:t>Third level</a:t>
            </a:r>
          </a:p>
        </p:txBody>
      </p:sp>
      <p:sp>
        <p:nvSpPr>
          <p:cNvPr id="36" name="Picture Placeholder Middle Top">
            <a:extLst>
              <a:ext uri="{FF2B5EF4-FFF2-40B4-BE49-F238E27FC236}">
                <a16:creationId xmlns:a16="http://schemas.microsoft.com/office/drawing/2014/main" id="{DA019EA3-E52A-49F1-93F2-060A66C348AB}"/>
              </a:ext>
            </a:extLst>
          </p:cNvPr>
          <p:cNvSpPr>
            <a:spLocks noGrp="1"/>
          </p:cNvSpPr>
          <p:nvPr>
            <p:ph type="pic" sz="quarter" idx="21" hasCustomPrompt="1"/>
          </p:nvPr>
        </p:nvSpPr>
        <p:spPr>
          <a:xfrm>
            <a:off x="6618578" y="2486303"/>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33" name="Subtitle Middle Top">
            <a:extLst>
              <a:ext uri="{FF2B5EF4-FFF2-40B4-BE49-F238E27FC236}">
                <a16:creationId xmlns:a16="http://schemas.microsoft.com/office/drawing/2014/main" id="{0B17B252-9B3F-45FC-90E8-5D155B6782BA}"/>
              </a:ext>
            </a:extLst>
          </p:cNvPr>
          <p:cNvSpPr>
            <a:spLocks noGrp="1"/>
          </p:cNvSpPr>
          <p:nvPr>
            <p:ph type="body" sz="quarter" idx="16" hasCustomPrompt="1"/>
          </p:nvPr>
        </p:nvSpPr>
        <p:spPr>
          <a:xfrm>
            <a:off x="7488891" y="2486303"/>
            <a:ext cx="4136218"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43" name="Text Placeholder 25">
            <a:extLst>
              <a:ext uri="{FF2B5EF4-FFF2-40B4-BE49-F238E27FC236}">
                <a16:creationId xmlns:a16="http://schemas.microsoft.com/office/drawing/2014/main" id="{8A12E103-382A-4153-B839-D4D1429F9D4D}"/>
              </a:ext>
            </a:extLst>
          </p:cNvPr>
          <p:cNvSpPr>
            <a:spLocks noGrp="1"/>
          </p:cNvSpPr>
          <p:nvPr>
            <p:ph type="body" sz="quarter" idx="30" hasCustomPrompt="1"/>
          </p:nvPr>
        </p:nvSpPr>
        <p:spPr>
          <a:xfrm>
            <a:off x="7490161" y="2819326"/>
            <a:ext cx="4134800" cy="640080"/>
          </a:xfrm>
          <a:prstGeom prst="rect">
            <a:avLst/>
          </a:prstGeom>
        </p:spPr>
        <p:txBody>
          <a:bodyPr/>
          <a:lstStyle>
            <a:lvl1pPr marL="169863" indent="-169863">
              <a:lnSpc>
                <a:spcPct val="100000"/>
              </a:lnSpc>
              <a:spcBef>
                <a:spcPts val="0"/>
              </a:spcBef>
              <a:spcAft>
                <a:spcPts val="200"/>
              </a:spcAft>
              <a:defRPr lang="en-US" sz="1400" kern="1200" dirty="0">
                <a:solidFill>
                  <a:schemeClr val="tx1"/>
                </a:solidFill>
                <a:latin typeface="+mn-lt"/>
                <a:ea typeface="+mn-ea"/>
                <a:cs typeface="+mn-cs"/>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lnSpc>
                <a:spcPct val="100000"/>
              </a:lnSpc>
              <a:spcBef>
                <a:spcPts val="0"/>
              </a:spcBef>
              <a:spcAft>
                <a:spcPts val="200"/>
              </a:spcAft>
              <a:defRPr sz="1200">
                <a:solidFill>
                  <a:schemeClr val="tx1"/>
                </a:solidFill>
              </a:defRPr>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a:t>[Click to add text]</a:t>
            </a:r>
          </a:p>
          <a:p>
            <a:pPr lvl="1"/>
            <a:r>
              <a:rPr lang="en-US"/>
              <a:t>Second level</a:t>
            </a:r>
          </a:p>
          <a:p>
            <a:pPr lvl="2"/>
            <a:r>
              <a:rPr lang="en-US"/>
              <a:t>Third level</a:t>
            </a:r>
          </a:p>
          <a:p>
            <a:pPr lvl="3"/>
            <a:endParaRPr lang="en-US"/>
          </a:p>
        </p:txBody>
      </p:sp>
      <p:sp>
        <p:nvSpPr>
          <p:cNvPr id="37" name="Picture Placeholder  Middle Bottom">
            <a:extLst>
              <a:ext uri="{FF2B5EF4-FFF2-40B4-BE49-F238E27FC236}">
                <a16:creationId xmlns:a16="http://schemas.microsoft.com/office/drawing/2014/main" id="{9A48FFB8-D57B-414B-8D41-DADB303CDAA1}"/>
              </a:ext>
            </a:extLst>
          </p:cNvPr>
          <p:cNvSpPr>
            <a:spLocks noGrp="1"/>
          </p:cNvSpPr>
          <p:nvPr>
            <p:ph type="pic" sz="quarter" idx="22" hasCustomPrompt="1"/>
          </p:nvPr>
        </p:nvSpPr>
        <p:spPr>
          <a:xfrm>
            <a:off x="6618578" y="3709346"/>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34" name="Subtitle Middle Bottom">
            <a:extLst>
              <a:ext uri="{FF2B5EF4-FFF2-40B4-BE49-F238E27FC236}">
                <a16:creationId xmlns:a16="http://schemas.microsoft.com/office/drawing/2014/main" id="{3889D5BC-1AD8-46EC-A794-4E8C8AF5902C}"/>
              </a:ext>
            </a:extLst>
          </p:cNvPr>
          <p:cNvSpPr>
            <a:spLocks noGrp="1"/>
          </p:cNvSpPr>
          <p:nvPr>
            <p:ph type="body" sz="quarter" idx="17" hasCustomPrompt="1"/>
          </p:nvPr>
        </p:nvSpPr>
        <p:spPr>
          <a:xfrm>
            <a:off x="7488891" y="3709346"/>
            <a:ext cx="4136218"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44" name="Text Placeholder 27">
            <a:extLst>
              <a:ext uri="{FF2B5EF4-FFF2-40B4-BE49-F238E27FC236}">
                <a16:creationId xmlns:a16="http://schemas.microsoft.com/office/drawing/2014/main" id="{725EE04E-AEA3-46A6-A10F-A0084416FDC6}"/>
              </a:ext>
            </a:extLst>
          </p:cNvPr>
          <p:cNvSpPr>
            <a:spLocks noGrp="1"/>
          </p:cNvSpPr>
          <p:nvPr>
            <p:ph type="body" sz="quarter" idx="31" hasCustomPrompt="1"/>
          </p:nvPr>
        </p:nvSpPr>
        <p:spPr>
          <a:xfrm>
            <a:off x="7491749" y="4043634"/>
            <a:ext cx="4133026" cy="640080"/>
          </a:xfrm>
          <a:prstGeom prst="rect">
            <a:avLst/>
          </a:prstGeom>
        </p:spPr>
        <p:txBody>
          <a:bodyPr/>
          <a:lstStyle>
            <a:lvl1pPr marL="169863" indent="-169863">
              <a:lnSpc>
                <a:spcPct val="100000"/>
              </a:lnSpc>
              <a:spcBef>
                <a:spcPts val="0"/>
              </a:spcBef>
              <a:spcAft>
                <a:spcPts val="200"/>
              </a:spcAft>
              <a:defRPr lang="en-US" sz="1400" kern="1200" dirty="0">
                <a:solidFill>
                  <a:schemeClr val="tx1"/>
                </a:solidFill>
                <a:latin typeface="+mn-lt"/>
                <a:ea typeface="+mn-ea"/>
                <a:cs typeface="+mn-cs"/>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a:t>[Click to add text]</a:t>
            </a:r>
          </a:p>
          <a:p>
            <a:pPr lvl="1"/>
            <a:r>
              <a:rPr lang="en-US"/>
              <a:t>Second level</a:t>
            </a:r>
          </a:p>
          <a:p>
            <a:pPr lvl="2"/>
            <a:r>
              <a:rPr lang="en-US"/>
              <a:t>Third level</a:t>
            </a:r>
          </a:p>
        </p:txBody>
      </p:sp>
      <p:sp>
        <p:nvSpPr>
          <p:cNvPr id="38" name="Picture Placeholder  Bottom">
            <a:extLst>
              <a:ext uri="{FF2B5EF4-FFF2-40B4-BE49-F238E27FC236}">
                <a16:creationId xmlns:a16="http://schemas.microsoft.com/office/drawing/2014/main" id="{F24D806E-A553-4B1F-8117-9C5C176E53F9}"/>
              </a:ext>
            </a:extLst>
          </p:cNvPr>
          <p:cNvSpPr>
            <a:spLocks noGrp="1"/>
          </p:cNvSpPr>
          <p:nvPr>
            <p:ph type="pic" sz="quarter" idx="23" hasCustomPrompt="1"/>
          </p:nvPr>
        </p:nvSpPr>
        <p:spPr>
          <a:xfrm>
            <a:off x="6616401" y="4932390"/>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35" name="Subtitle Bottom">
            <a:extLst>
              <a:ext uri="{FF2B5EF4-FFF2-40B4-BE49-F238E27FC236}">
                <a16:creationId xmlns:a16="http://schemas.microsoft.com/office/drawing/2014/main" id="{91520921-926B-46E2-964C-7D28AF6717E1}"/>
              </a:ext>
            </a:extLst>
          </p:cNvPr>
          <p:cNvSpPr>
            <a:spLocks noGrp="1"/>
          </p:cNvSpPr>
          <p:nvPr>
            <p:ph type="body" sz="quarter" idx="19" hasCustomPrompt="1"/>
          </p:nvPr>
        </p:nvSpPr>
        <p:spPr>
          <a:xfrm>
            <a:off x="7491611" y="4932390"/>
            <a:ext cx="4133181"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45" name="Text Placeholder 29">
            <a:extLst>
              <a:ext uri="{FF2B5EF4-FFF2-40B4-BE49-F238E27FC236}">
                <a16:creationId xmlns:a16="http://schemas.microsoft.com/office/drawing/2014/main" id="{546919E3-2B90-44C9-BD96-96FD88323A76}"/>
              </a:ext>
            </a:extLst>
          </p:cNvPr>
          <p:cNvSpPr>
            <a:spLocks noGrp="1"/>
          </p:cNvSpPr>
          <p:nvPr>
            <p:ph type="body" sz="quarter" idx="32" hasCustomPrompt="1"/>
          </p:nvPr>
        </p:nvSpPr>
        <p:spPr>
          <a:xfrm>
            <a:off x="7480636" y="5267597"/>
            <a:ext cx="4133088" cy="640080"/>
          </a:xfrm>
          <a:prstGeom prst="rect">
            <a:avLst/>
          </a:prstGeom>
        </p:spPr>
        <p:txBody>
          <a:bodyPr/>
          <a:lstStyle>
            <a:lvl1pPr marL="169863" indent="-169863">
              <a:lnSpc>
                <a:spcPct val="100000"/>
              </a:lnSpc>
              <a:spcBef>
                <a:spcPts val="0"/>
              </a:spcBef>
              <a:spcAft>
                <a:spcPts val="200"/>
              </a:spcAft>
              <a:defRPr lang="en-US" sz="1400" kern="1200" dirty="0">
                <a:solidFill>
                  <a:schemeClr val="tx1"/>
                </a:solidFill>
                <a:latin typeface="+mn-lt"/>
                <a:ea typeface="+mn-ea"/>
                <a:cs typeface="+mn-cs"/>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a:t>[Click to add text]</a:t>
            </a:r>
          </a:p>
          <a:p>
            <a:pPr lvl="1"/>
            <a:r>
              <a:rPr lang="en-US"/>
              <a:t>Second level</a:t>
            </a:r>
          </a:p>
          <a:p>
            <a:pPr lvl="2"/>
            <a:r>
              <a:rPr lang="en-US"/>
              <a:t>Third level</a:t>
            </a:r>
          </a:p>
        </p:txBody>
      </p:sp>
      <p:sp>
        <p:nvSpPr>
          <p:cNvPr id="24" name="Rectangle 23">
            <a:extLst>
              <a:ext uri="{FF2B5EF4-FFF2-40B4-BE49-F238E27FC236}">
                <a16:creationId xmlns:a16="http://schemas.microsoft.com/office/drawing/2014/main" id="{CDB49F20-57DC-4680-8B56-AE164DBF60DC}"/>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a:solidFill>
                  <a:schemeClr val="tx1"/>
                </a:solidFill>
                <a:latin typeface="+mn-lt"/>
              </a:rPr>
              <a:t>© 2026 S&amp;P Global.</a:t>
            </a:r>
          </a:p>
        </p:txBody>
      </p:sp>
    </p:spTree>
    <p:extLst>
      <p:ext uri="{BB962C8B-B14F-4D97-AF65-F5344CB8AC3E}">
        <p14:creationId xmlns:p14="http://schemas.microsoft.com/office/powerpoint/2010/main" val="2714874545"/>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72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cons 2 x 3 Column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87EB15F-F929-4285-B3D2-F12F7A3EDFE1}"/>
              </a:ext>
            </a:extLst>
          </p:cNvPr>
          <p:cNvSpPr>
            <a:spLocks noGrp="1"/>
          </p:cNvSpPr>
          <p:nvPr>
            <p:ph type="ftr" sz="quarter" idx="38"/>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39" name="Title 6">
            <a:extLst>
              <a:ext uri="{FF2B5EF4-FFF2-40B4-BE49-F238E27FC236}">
                <a16:creationId xmlns:a16="http://schemas.microsoft.com/office/drawing/2014/main" id="{74FD5EE2-7E80-4B3F-9F2E-FB51310FF616}"/>
              </a:ext>
            </a:extLst>
          </p:cNvPr>
          <p:cNvSpPr>
            <a:spLocks noGrp="1"/>
          </p:cNvSpPr>
          <p:nvPr>
            <p:ph type="title" hasCustomPrompt="1"/>
          </p:nvPr>
        </p:nvSpPr>
        <p:spPr>
          <a:xfrm>
            <a:off x="567039" y="342900"/>
            <a:ext cx="11062709" cy="460551"/>
          </a:xfrm>
        </p:spPr>
        <p:txBody>
          <a:bodyPr/>
          <a:lstStyle/>
          <a:p>
            <a:r>
              <a:rPr lang="en-US"/>
              <a:t>[Headline]</a:t>
            </a:r>
          </a:p>
        </p:txBody>
      </p:sp>
      <p:sp>
        <p:nvSpPr>
          <p:cNvPr id="28" name="Sub-headline">
            <a:extLst>
              <a:ext uri="{FF2B5EF4-FFF2-40B4-BE49-F238E27FC236}">
                <a16:creationId xmlns:a16="http://schemas.microsoft.com/office/drawing/2014/main" id="{CEBFF992-B5B5-4920-8BF1-3F8A84AE638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32" name="Picture Placeholder Left">
            <a:extLst>
              <a:ext uri="{FF2B5EF4-FFF2-40B4-BE49-F238E27FC236}">
                <a16:creationId xmlns:a16="http://schemas.microsoft.com/office/drawing/2014/main" id="{CF6F45C0-8397-41BE-B336-31CACBC93446}"/>
              </a:ext>
            </a:extLst>
          </p:cNvPr>
          <p:cNvSpPr>
            <a:spLocks noGrp="1"/>
          </p:cNvSpPr>
          <p:nvPr>
            <p:ph type="pic" sz="quarter" idx="21" hasCustomPrompt="1"/>
          </p:nvPr>
        </p:nvSpPr>
        <p:spPr>
          <a:xfrm>
            <a:off x="569217" y="1261872"/>
            <a:ext cx="850392" cy="850392"/>
          </a:xfrm>
          <a:prstGeom prst="rect">
            <a:avLst/>
          </a:prstGeom>
        </p:spPr>
        <p:txBody>
          <a:bodyPr anchor="ctr">
            <a:normAutofit/>
          </a:bodyPr>
          <a:lstStyle>
            <a:lvl1pPr marL="0" indent="0" algn="ctr">
              <a:buNone/>
              <a:defRPr sz="1100"/>
            </a:lvl1pPr>
          </a:lstStyle>
          <a:p>
            <a:r>
              <a:rPr lang="en-US"/>
              <a:t>[Image] or remove and place icon here</a:t>
            </a:r>
          </a:p>
        </p:txBody>
      </p:sp>
      <p:sp>
        <p:nvSpPr>
          <p:cNvPr id="29" name="Subtitle Left">
            <a:extLst>
              <a:ext uri="{FF2B5EF4-FFF2-40B4-BE49-F238E27FC236}">
                <a16:creationId xmlns:a16="http://schemas.microsoft.com/office/drawing/2014/main" id="{ED30F6A3-B5BC-40C0-8DCB-0F3F70EB0918}"/>
              </a:ext>
            </a:extLst>
          </p:cNvPr>
          <p:cNvSpPr>
            <a:spLocks noGrp="1"/>
          </p:cNvSpPr>
          <p:nvPr>
            <p:ph type="body" sz="quarter" idx="16" hasCustomPrompt="1"/>
          </p:nvPr>
        </p:nvSpPr>
        <p:spPr>
          <a:xfrm>
            <a:off x="1784838" y="126187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5" name="Text Placeholder 20">
            <a:extLst>
              <a:ext uri="{FF2B5EF4-FFF2-40B4-BE49-F238E27FC236}">
                <a16:creationId xmlns:a16="http://schemas.microsoft.com/office/drawing/2014/main" id="{F93BE80F-03ED-41A2-8709-8A7F3D16AC1C}"/>
              </a:ext>
            </a:extLst>
          </p:cNvPr>
          <p:cNvSpPr>
            <a:spLocks noGrp="1"/>
          </p:cNvSpPr>
          <p:nvPr>
            <p:ph type="body" sz="quarter" idx="24" hasCustomPrompt="1"/>
          </p:nvPr>
        </p:nvSpPr>
        <p:spPr>
          <a:xfrm>
            <a:off x="1784838" y="1587722"/>
            <a:ext cx="38570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p:txBody>
      </p:sp>
      <p:sp>
        <p:nvSpPr>
          <p:cNvPr id="33" name="Picture Placeholder  Middle">
            <a:extLst>
              <a:ext uri="{FF2B5EF4-FFF2-40B4-BE49-F238E27FC236}">
                <a16:creationId xmlns:a16="http://schemas.microsoft.com/office/drawing/2014/main" id="{259A6D79-8609-455C-B241-4E9D846D5FFB}"/>
              </a:ext>
            </a:extLst>
          </p:cNvPr>
          <p:cNvSpPr>
            <a:spLocks noGrp="1"/>
          </p:cNvSpPr>
          <p:nvPr>
            <p:ph type="pic" sz="quarter" idx="22" hasCustomPrompt="1"/>
          </p:nvPr>
        </p:nvSpPr>
        <p:spPr>
          <a:xfrm>
            <a:off x="569217" y="2716512"/>
            <a:ext cx="850392" cy="850392"/>
          </a:xfrm>
          <a:prstGeom prst="rect">
            <a:avLst/>
          </a:prstGeom>
        </p:spPr>
        <p:txBody>
          <a:bodyPr anchor="ctr">
            <a:normAutofit/>
          </a:bodyPr>
          <a:lstStyle>
            <a:lvl1pPr marL="0" indent="0" algn="ctr">
              <a:buNone/>
              <a:defRPr sz="1100"/>
            </a:lvl1pPr>
          </a:lstStyle>
          <a:p>
            <a:r>
              <a:rPr lang="en-US"/>
              <a:t>[Image] or remove and place icon here</a:t>
            </a:r>
          </a:p>
        </p:txBody>
      </p:sp>
      <p:sp>
        <p:nvSpPr>
          <p:cNvPr id="30" name="Subtitle Middle">
            <a:extLst>
              <a:ext uri="{FF2B5EF4-FFF2-40B4-BE49-F238E27FC236}">
                <a16:creationId xmlns:a16="http://schemas.microsoft.com/office/drawing/2014/main" id="{AD83F8F7-A173-4FA2-BE9F-FA907F37B675}"/>
              </a:ext>
            </a:extLst>
          </p:cNvPr>
          <p:cNvSpPr>
            <a:spLocks noGrp="1"/>
          </p:cNvSpPr>
          <p:nvPr>
            <p:ph type="body" sz="quarter" idx="17" hasCustomPrompt="1"/>
          </p:nvPr>
        </p:nvSpPr>
        <p:spPr>
          <a:xfrm>
            <a:off x="1784838" y="271651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6" name="Text Placeholder 22">
            <a:extLst>
              <a:ext uri="{FF2B5EF4-FFF2-40B4-BE49-F238E27FC236}">
                <a16:creationId xmlns:a16="http://schemas.microsoft.com/office/drawing/2014/main" id="{967F51AC-FAAC-41F8-8C78-8EF80FFF4FF8}"/>
              </a:ext>
            </a:extLst>
          </p:cNvPr>
          <p:cNvSpPr>
            <a:spLocks noGrp="1"/>
          </p:cNvSpPr>
          <p:nvPr>
            <p:ph type="body" sz="quarter" idx="25" hasCustomPrompt="1"/>
          </p:nvPr>
        </p:nvSpPr>
        <p:spPr>
          <a:xfrm>
            <a:off x="1784838" y="3026645"/>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p:txBody>
      </p:sp>
      <p:sp>
        <p:nvSpPr>
          <p:cNvPr id="21" name="Picture Placeholder  Middle">
            <a:extLst>
              <a:ext uri="{FF2B5EF4-FFF2-40B4-BE49-F238E27FC236}">
                <a16:creationId xmlns:a16="http://schemas.microsoft.com/office/drawing/2014/main" id="{ACB6CBE9-656B-4931-8DAE-8958D93E7422}"/>
              </a:ext>
            </a:extLst>
          </p:cNvPr>
          <p:cNvSpPr>
            <a:spLocks noGrp="1"/>
          </p:cNvSpPr>
          <p:nvPr>
            <p:ph type="pic" sz="quarter" idx="33" hasCustomPrompt="1"/>
          </p:nvPr>
        </p:nvSpPr>
        <p:spPr>
          <a:xfrm>
            <a:off x="567039" y="4154799"/>
            <a:ext cx="850392" cy="850392"/>
          </a:xfrm>
          <a:prstGeom prst="rect">
            <a:avLst/>
          </a:prstGeom>
        </p:spPr>
        <p:txBody>
          <a:bodyPr anchor="ctr">
            <a:normAutofit/>
          </a:bodyPr>
          <a:lstStyle>
            <a:lvl1pPr marL="0" indent="0" algn="ctr">
              <a:buNone/>
              <a:defRPr sz="1100"/>
            </a:lvl1pPr>
          </a:lstStyle>
          <a:p>
            <a:r>
              <a:rPr lang="en-US"/>
              <a:t>[Image] or remove and place icon here</a:t>
            </a:r>
          </a:p>
        </p:txBody>
      </p:sp>
      <p:sp>
        <p:nvSpPr>
          <p:cNvPr id="20" name="Subtitle Middle">
            <a:extLst>
              <a:ext uri="{FF2B5EF4-FFF2-40B4-BE49-F238E27FC236}">
                <a16:creationId xmlns:a16="http://schemas.microsoft.com/office/drawing/2014/main" id="{FACF049B-4486-44B8-A830-D469FA5F6CDC}"/>
              </a:ext>
            </a:extLst>
          </p:cNvPr>
          <p:cNvSpPr>
            <a:spLocks noGrp="1"/>
          </p:cNvSpPr>
          <p:nvPr>
            <p:ph type="body" sz="quarter" idx="32" hasCustomPrompt="1"/>
          </p:nvPr>
        </p:nvSpPr>
        <p:spPr>
          <a:xfrm>
            <a:off x="1782660" y="4154799"/>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22" name="Text Placeholder 22">
            <a:extLst>
              <a:ext uri="{FF2B5EF4-FFF2-40B4-BE49-F238E27FC236}">
                <a16:creationId xmlns:a16="http://schemas.microsoft.com/office/drawing/2014/main" id="{564520D8-CDA7-4278-8769-E3C18C1F19A7}"/>
              </a:ext>
            </a:extLst>
          </p:cNvPr>
          <p:cNvSpPr>
            <a:spLocks noGrp="1"/>
          </p:cNvSpPr>
          <p:nvPr>
            <p:ph type="body" sz="quarter" idx="34" hasCustomPrompt="1"/>
          </p:nvPr>
        </p:nvSpPr>
        <p:spPr>
          <a:xfrm>
            <a:off x="1782660" y="4464932"/>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p:txBody>
      </p:sp>
      <p:sp>
        <p:nvSpPr>
          <p:cNvPr id="16" name="Picture Placeholder Left">
            <a:extLst>
              <a:ext uri="{FF2B5EF4-FFF2-40B4-BE49-F238E27FC236}">
                <a16:creationId xmlns:a16="http://schemas.microsoft.com/office/drawing/2014/main" id="{009A490E-8C91-4D1E-BD53-4E7033E185C0}"/>
              </a:ext>
            </a:extLst>
          </p:cNvPr>
          <p:cNvSpPr>
            <a:spLocks noGrp="1"/>
          </p:cNvSpPr>
          <p:nvPr>
            <p:ph type="pic" sz="quarter" idx="28" hasCustomPrompt="1"/>
          </p:nvPr>
        </p:nvSpPr>
        <p:spPr>
          <a:xfrm>
            <a:off x="6550152" y="1261872"/>
            <a:ext cx="850392" cy="850392"/>
          </a:xfrm>
          <a:prstGeom prst="rect">
            <a:avLst/>
          </a:prstGeom>
        </p:spPr>
        <p:txBody>
          <a:bodyPr anchor="ctr">
            <a:normAutofit/>
          </a:bodyPr>
          <a:lstStyle>
            <a:lvl1pPr marL="0" indent="0" algn="ctr">
              <a:buNone/>
              <a:defRPr sz="1100"/>
            </a:lvl1pPr>
          </a:lstStyle>
          <a:p>
            <a:r>
              <a:rPr lang="en-US"/>
              <a:t>[Image] or remove and place icon here</a:t>
            </a:r>
          </a:p>
        </p:txBody>
      </p:sp>
      <p:sp>
        <p:nvSpPr>
          <p:cNvPr id="14" name="Subtitle Left">
            <a:extLst>
              <a:ext uri="{FF2B5EF4-FFF2-40B4-BE49-F238E27FC236}">
                <a16:creationId xmlns:a16="http://schemas.microsoft.com/office/drawing/2014/main" id="{4EB342BF-6CAA-4B82-AF57-F25F0E8E4DE8}"/>
              </a:ext>
            </a:extLst>
          </p:cNvPr>
          <p:cNvSpPr>
            <a:spLocks noGrp="1"/>
          </p:cNvSpPr>
          <p:nvPr>
            <p:ph type="body" sz="quarter" idx="26" hasCustomPrompt="1"/>
          </p:nvPr>
        </p:nvSpPr>
        <p:spPr>
          <a:xfrm>
            <a:off x="7765773" y="126187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18" name="Text Placeholder 20">
            <a:extLst>
              <a:ext uri="{FF2B5EF4-FFF2-40B4-BE49-F238E27FC236}">
                <a16:creationId xmlns:a16="http://schemas.microsoft.com/office/drawing/2014/main" id="{1CB46CF6-6609-40E4-9F18-AAD3D6C5AAB0}"/>
              </a:ext>
            </a:extLst>
          </p:cNvPr>
          <p:cNvSpPr>
            <a:spLocks noGrp="1"/>
          </p:cNvSpPr>
          <p:nvPr>
            <p:ph type="body" sz="quarter" idx="30" hasCustomPrompt="1"/>
          </p:nvPr>
        </p:nvSpPr>
        <p:spPr>
          <a:xfrm>
            <a:off x="7765773" y="1587722"/>
            <a:ext cx="38570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p:txBody>
      </p:sp>
      <p:sp>
        <p:nvSpPr>
          <p:cNvPr id="17" name="Picture Placeholder  Middle">
            <a:extLst>
              <a:ext uri="{FF2B5EF4-FFF2-40B4-BE49-F238E27FC236}">
                <a16:creationId xmlns:a16="http://schemas.microsoft.com/office/drawing/2014/main" id="{B3525E34-70EA-44E1-8FED-6D35963A97D0}"/>
              </a:ext>
            </a:extLst>
          </p:cNvPr>
          <p:cNvSpPr>
            <a:spLocks noGrp="1"/>
          </p:cNvSpPr>
          <p:nvPr>
            <p:ph type="pic" sz="quarter" idx="29" hasCustomPrompt="1"/>
          </p:nvPr>
        </p:nvSpPr>
        <p:spPr>
          <a:xfrm>
            <a:off x="6550152" y="2716512"/>
            <a:ext cx="850392" cy="850392"/>
          </a:xfrm>
          <a:prstGeom prst="rect">
            <a:avLst/>
          </a:prstGeom>
        </p:spPr>
        <p:txBody>
          <a:bodyPr anchor="ctr">
            <a:normAutofit/>
          </a:bodyPr>
          <a:lstStyle>
            <a:lvl1pPr marL="0" indent="0" algn="ctr">
              <a:buNone/>
              <a:defRPr sz="1100"/>
            </a:lvl1pPr>
          </a:lstStyle>
          <a:p>
            <a:r>
              <a:rPr lang="en-US"/>
              <a:t>[Image] or remove and place icon here</a:t>
            </a:r>
          </a:p>
        </p:txBody>
      </p:sp>
      <p:sp>
        <p:nvSpPr>
          <p:cNvPr id="15" name="Subtitle Middle">
            <a:extLst>
              <a:ext uri="{FF2B5EF4-FFF2-40B4-BE49-F238E27FC236}">
                <a16:creationId xmlns:a16="http://schemas.microsoft.com/office/drawing/2014/main" id="{792A9CBD-D504-44CD-993E-28D5A82AB143}"/>
              </a:ext>
            </a:extLst>
          </p:cNvPr>
          <p:cNvSpPr>
            <a:spLocks noGrp="1"/>
          </p:cNvSpPr>
          <p:nvPr>
            <p:ph type="body" sz="quarter" idx="27" hasCustomPrompt="1"/>
          </p:nvPr>
        </p:nvSpPr>
        <p:spPr>
          <a:xfrm>
            <a:off x="7765773" y="271651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19" name="Text Placeholder 22">
            <a:extLst>
              <a:ext uri="{FF2B5EF4-FFF2-40B4-BE49-F238E27FC236}">
                <a16:creationId xmlns:a16="http://schemas.microsoft.com/office/drawing/2014/main" id="{9AD166B1-99E0-49B7-9424-A1B505123279}"/>
              </a:ext>
            </a:extLst>
          </p:cNvPr>
          <p:cNvSpPr>
            <a:spLocks noGrp="1"/>
          </p:cNvSpPr>
          <p:nvPr>
            <p:ph type="body" sz="quarter" idx="31" hasCustomPrompt="1"/>
          </p:nvPr>
        </p:nvSpPr>
        <p:spPr>
          <a:xfrm>
            <a:off x="7765773" y="3026645"/>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p:txBody>
      </p:sp>
      <p:sp>
        <p:nvSpPr>
          <p:cNvPr id="24" name="Picture Placeholder  Middle">
            <a:extLst>
              <a:ext uri="{FF2B5EF4-FFF2-40B4-BE49-F238E27FC236}">
                <a16:creationId xmlns:a16="http://schemas.microsoft.com/office/drawing/2014/main" id="{C87162C6-1D5F-4F74-AD00-7AF87B19835D}"/>
              </a:ext>
            </a:extLst>
          </p:cNvPr>
          <p:cNvSpPr>
            <a:spLocks noGrp="1"/>
          </p:cNvSpPr>
          <p:nvPr>
            <p:ph type="pic" sz="quarter" idx="36" hasCustomPrompt="1"/>
          </p:nvPr>
        </p:nvSpPr>
        <p:spPr>
          <a:xfrm>
            <a:off x="6547974" y="4154799"/>
            <a:ext cx="850392" cy="850392"/>
          </a:xfrm>
          <a:prstGeom prst="rect">
            <a:avLst/>
          </a:prstGeom>
        </p:spPr>
        <p:txBody>
          <a:bodyPr anchor="ctr">
            <a:normAutofit/>
          </a:bodyPr>
          <a:lstStyle>
            <a:lvl1pPr marL="0" indent="0" algn="ctr">
              <a:buNone/>
              <a:defRPr sz="1100"/>
            </a:lvl1pPr>
          </a:lstStyle>
          <a:p>
            <a:r>
              <a:rPr lang="en-US"/>
              <a:t>[Image] or remove and place icon here</a:t>
            </a:r>
          </a:p>
        </p:txBody>
      </p:sp>
      <p:sp>
        <p:nvSpPr>
          <p:cNvPr id="23" name="Subtitle Middle">
            <a:extLst>
              <a:ext uri="{FF2B5EF4-FFF2-40B4-BE49-F238E27FC236}">
                <a16:creationId xmlns:a16="http://schemas.microsoft.com/office/drawing/2014/main" id="{498C1007-D958-4823-AF07-A11D5ED562D1}"/>
              </a:ext>
            </a:extLst>
          </p:cNvPr>
          <p:cNvSpPr>
            <a:spLocks noGrp="1"/>
          </p:cNvSpPr>
          <p:nvPr>
            <p:ph type="body" sz="quarter" idx="35" hasCustomPrompt="1"/>
          </p:nvPr>
        </p:nvSpPr>
        <p:spPr>
          <a:xfrm>
            <a:off x="7763595" y="4154799"/>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25" name="Text Placeholder 22">
            <a:extLst>
              <a:ext uri="{FF2B5EF4-FFF2-40B4-BE49-F238E27FC236}">
                <a16:creationId xmlns:a16="http://schemas.microsoft.com/office/drawing/2014/main" id="{818AC8AF-5117-4C49-90A1-8427A7B5BDC7}"/>
              </a:ext>
            </a:extLst>
          </p:cNvPr>
          <p:cNvSpPr>
            <a:spLocks noGrp="1"/>
          </p:cNvSpPr>
          <p:nvPr>
            <p:ph type="body" sz="quarter" idx="37" hasCustomPrompt="1"/>
          </p:nvPr>
        </p:nvSpPr>
        <p:spPr>
          <a:xfrm>
            <a:off x="7763595" y="4464932"/>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p:txBody>
      </p:sp>
      <p:sp>
        <p:nvSpPr>
          <p:cNvPr id="27" name="Footnote">
            <a:extLst>
              <a:ext uri="{FF2B5EF4-FFF2-40B4-BE49-F238E27FC236}">
                <a16:creationId xmlns:a16="http://schemas.microsoft.com/office/drawing/2014/main" id="{0C1180AF-6FC1-48D4-9108-195B7C9E0F8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3916912561"/>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a:solidFill>
                  <a:schemeClr val="tx1"/>
                </a:solidFill>
              </a:rPr>
              <a:t>CHARTS</a:t>
            </a:r>
          </a:p>
        </p:txBody>
      </p:sp>
    </p:spTree>
    <p:extLst>
      <p:ext uri="{BB962C8B-B14F-4D97-AF65-F5344CB8AC3E}">
        <p14:creationId xmlns:p14="http://schemas.microsoft.com/office/powerpoint/2010/main" val="42581145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 Chart/Table 1">
    <p:bg>
      <p:bgPr>
        <a:solidFill>
          <a:schemeClr val="bg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3F1773C-83CC-4DD7-8A63-A2D075CD08C5}"/>
              </a:ext>
            </a:extLst>
          </p:cNvPr>
          <p:cNvSpPr>
            <a:spLocks noGrp="1"/>
          </p:cNvSpPr>
          <p:nvPr>
            <p:ph type="ftr" sz="quarter" idx="35"/>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14" name="Title 6">
            <a:extLst>
              <a:ext uri="{FF2B5EF4-FFF2-40B4-BE49-F238E27FC236}">
                <a16:creationId xmlns:a16="http://schemas.microsoft.com/office/drawing/2014/main" id="{EAFD64F3-6468-4255-897C-C766A650F8BE}"/>
              </a:ext>
            </a:extLst>
          </p:cNvPr>
          <p:cNvSpPr>
            <a:spLocks noGrp="1"/>
          </p:cNvSpPr>
          <p:nvPr>
            <p:ph type="title" hasCustomPrompt="1"/>
          </p:nvPr>
        </p:nvSpPr>
        <p:spPr>
          <a:xfrm>
            <a:off x="567038" y="342900"/>
            <a:ext cx="5029200" cy="460551"/>
          </a:xfrm>
        </p:spPr>
        <p:txBody>
          <a:bodyPr/>
          <a:lstStyle>
            <a:lvl1pPr>
              <a:defRPr>
                <a:solidFill>
                  <a:schemeClr val="tx1"/>
                </a:solidFill>
              </a:defRPr>
            </a:lvl1pPr>
          </a:lstStyle>
          <a:p>
            <a:r>
              <a:rPr lang="en-US"/>
              <a:t>[Headline]</a:t>
            </a:r>
          </a:p>
        </p:txBody>
      </p:sp>
      <p:sp>
        <p:nvSpPr>
          <p:cNvPr id="13" name="Sub-headline">
            <a:extLst>
              <a:ext uri="{FF2B5EF4-FFF2-40B4-BE49-F238E27FC236}">
                <a16:creationId xmlns:a16="http://schemas.microsoft.com/office/drawing/2014/main" id="{F2F8395B-EC7C-49BC-8971-AA4EFB9AE789}"/>
              </a:ext>
            </a:extLst>
          </p:cNvPr>
          <p:cNvSpPr>
            <a:spLocks noGrp="1"/>
          </p:cNvSpPr>
          <p:nvPr>
            <p:ph type="body" sz="quarter" idx="18" hasCustomPrompt="1"/>
          </p:nvPr>
        </p:nvSpPr>
        <p:spPr>
          <a:xfrm>
            <a:off x="566928"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a:t>[Sub-headline]</a:t>
            </a:r>
          </a:p>
        </p:txBody>
      </p:sp>
      <p:sp>
        <p:nvSpPr>
          <p:cNvPr id="12" name="Content Placeholder 2">
            <a:extLst>
              <a:ext uri="{FF2B5EF4-FFF2-40B4-BE49-F238E27FC236}">
                <a16:creationId xmlns:a16="http://schemas.microsoft.com/office/drawing/2014/main" id="{4AB153EC-A950-47EE-AB73-6EB5E4AEFEEB}"/>
              </a:ext>
            </a:extLst>
          </p:cNvPr>
          <p:cNvSpPr>
            <a:spLocks noGrp="1"/>
          </p:cNvSpPr>
          <p:nvPr>
            <p:ph sz="quarter" idx="36" hasCustomPrompt="1"/>
          </p:nvPr>
        </p:nvSpPr>
        <p:spPr>
          <a:xfrm>
            <a:off x="567038" y="1257300"/>
            <a:ext cx="5029200" cy="4343398"/>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0" name="Content Placeholder 17">
            <a:extLst>
              <a:ext uri="{FF2B5EF4-FFF2-40B4-BE49-F238E27FC236}">
                <a16:creationId xmlns:a16="http://schemas.microsoft.com/office/drawing/2014/main" id="{3D88D426-7BF0-4172-85D4-A6B8E9C24743}"/>
              </a:ext>
            </a:extLst>
          </p:cNvPr>
          <p:cNvSpPr>
            <a:spLocks noGrp="1"/>
          </p:cNvSpPr>
          <p:nvPr>
            <p:ph sz="quarter" idx="15" hasCustomPrompt="1"/>
          </p:nvPr>
        </p:nvSpPr>
        <p:spPr>
          <a:xfrm>
            <a:off x="6607174" y="342900"/>
            <a:ext cx="5027613" cy="5257800"/>
          </a:xfrm>
          <a:prstGeom prst="rect">
            <a:avLst/>
          </a:prstGeom>
        </p:spPr>
        <p:txBody>
          <a:bodyPr anchor="ctr"/>
          <a:lstStyle>
            <a:lvl1pPr marL="0" indent="0" algn="ctr">
              <a:buNone/>
              <a:defRPr/>
            </a:lvl1pPr>
          </a:lstStyle>
          <a:p>
            <a:pPr lvl="0"/>
            <a:r>
              <a:rPr lang="en-US"/>
              <a:t>[Click respective icon to insert CHART or TABLE </a:t>
            </a:r>
            <a:br>
              <a:rPr lang="en-US"/>
            </a:br>
            <a:r>
              <a:rPr lang="en-US"/>
              <a:t>– not text]</a:t>
            </a:r>
          </a:p>
        </p:txBody>
      </p:sp>
      <p:sp>
        <p:nvSpPr>
          <p:cNvPr id="11" name="Footnote">
            <a:extLst>
              <a:ext uri="{FF2B5EF4-FFF2-40B4-BE49-F238E27FC236}">
                <a16:creationId xmlns:a16="http://schemas.microsoft.com/office/drawing/2014/main" id="{E0FEE6F1-5ED6-4155-AB7C-9001D5E5229F}"/>
              </a:ext>
            </a:extLst>
          </p:cNvPr>
          <p:cNvSpPr>
            <a:spLocks noGrp="1"/>
          </p:cNvSpPr>
          <p:nvPr>
            <p:ph type="body" sz="quarter" idx="37"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3054613818"/>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hart - Horizontal 2">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a:t>Section name (optional) / Title / Month 20YY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a:p>
        </p:txBody>
      </p:sp>
      <p:sp>
        <p:nvSpPr>
          <p:cNvPr id="14" name="Title 6">
            <a:extLst>
              <a:ext uri="{FF2B5EF4-FFF2-40B4-BE49-F238E27FC236}">
                <a16:creationId xmlns:a16="http://schemas.microsoft.com/office/drawing/2014/main" id="{F825584D-1BC8-446F-BB3F-0C023D59BA81}"/>
              </a:ext>
            </a:extLst>
          </p:cNvPr>
          <p:cNvSpPr>
            <a:spLocks noGrp="1"/>
          </p:cNvSpPr>
          <p:nvPr>
            <p:ph type="title" hasCustomPrompt="1"/>
          </p:nvPr>
        </p:nvSpPr>
        <p:spPr>
          <a:xfrm>
            <a:off x="567039" y="342900"/>
            <a:ext cx="11062709" cy="460551"/>
          </a:xfrm>
        </p:spPr>
        <p:txBody>
          <a:bodyPr/>
          <a:lstStyle/>
          <a:p>
            <a:r>
              <a:rPr lang="en-US"/>
              <a:t>[Headline]</a:t>
            </a:r>
          </a:p>
        </p:txBody>
      </p:sp>
      <p:sp>
        <p:nvSpPr>
          <p:cNvPr id="17" name="Sub-headline">
            <a:extLst>
              <a:ext uri="{FF2B5EF4-FFF2-40B4-BE49-F238E27FC236}">
                <a16:creationId xmlns:a16="http://schemas.microsoft.com/office/drawing/2014/main" id="{6FA2FA71-8E88-4D67-B89E-0764EEEBCB20}"/>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567038" y="1261872"/>
            <a:ext cx="11067750" cy="846919"/>
          </a:xfrm>
        </p:spPr>
        <p:txBody>
          <a:bodyPr>
            <a:noAutofit/>
          </a:bodyPr>
          <a:lstStyle>
            <a:lvl1pPr marL="0" indent="0">
              <a:buFont typeface="Arial" panose="020B0604020202020204" pitchFamily="34" charset="0"/>
              <a:buChar char="​"/>
              <a:defRPr sz="1600"/>
            </a:lvl1pPr>
            <a:lvl2pPr marL="227013" indent="-227013">
              <a:defRPr sz="1600"/>
            </a:lvl2pPr>
            <a:lvl3pPr marL="460375" indent="-233363">
              <a:defRPr sz="1400"/>
            </a:lvl3pPr>
            <a:lvl4pPr marL="687388" indent="-227013">
              <a:defRPr sz="1200"/>
            </a:lvl4pPr>
            <a:lvl5pPr marL="914400" indent="-227013">
              <a:defRPr sz="1200"/>
            </a:lvl5pPr>
          </a:lstStyle>
          <a:p>
            <a:pPr lvl="0"/>
            <a:r>
              <a:rPr lang="en-US"/>
              <a:t>[Click to add statement]</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567038" y="2286176"/>
            <a:ext cx="11067749" cy="3309952"/>
          </a:xfrm>
        </p:spPr>
        <p:txBody>
          <a:bodyPr anchor="ctr"/>
          <a:lstStyle>
            <a:lvl1pPr marL="0" indent="0" algn="ctr">
              <a:buNone/>
              <a:defRPr/>
            </a:lvl1pPr>
            <a:lvl2pPr marL="169863" indent="0">
              <a:buNone/>
              <a:defRPr/>
            </a:lvl2pPr>
          </a:lstStyle>
          <a:p>
            <a:pPr lvl="0"/>
            <a:r>
              <a:rPr lang="en-US"/>
              <a:t>[Click respective icon to add CHART or TABLE – not text]</a:t>
            </a:r>
          </a:p>
        </p:txBody>
      </p:sp>
      <p:sp>
        <p:nvSpPr>
          <p:cNvPr id="13" name="Footnote">
            <a:extLst>
              <a:ext uri="{FF2B5EF4-FFF2-40B4-BE49-F238E27FC236}">
                <a16:creationId xmlns:a16="http://schemas.microsoft.com/office/drawing/2014/main" id="{5E1F8941-2DB1-43B3-A8B3-04F898C347B0}"/>
              </a:ext>
            </a:extLst>
          </p:cNvPr>
          <p:cNvSpPr>
            <a:spLocks noGrp="1"/>
          </p:cNvSpPr>
          <p:nvPr>
            <p:ph type="body" sz="quarter" idx="21"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2299031544"/>
      </p:ext>
    </p:extLst>
  </p:cSld>
  <p:clrMapOvr>
    <a:masterClrMapping/>
  </p:clrMapOvr>
  <p:extLst>
    <p:ext uri="{DCECCB84-F9BA-43D5-87BE-67443E8EF086}">
      <p15:sldGuideLst xmlns:p15="http://schemas.microsoft.com/office/powerpoint/2012/main">
        <p15:guide id="1" orient="horz" pos="1440" userDrawn="1">
          <p15:clr>
            <a:srgbClr val="FBAE40"/>
          </p15:clr>
        </p15:guide>
        <p15:guide id="2" orient="horz" pos="792" userDrawn="1">
          <p15:clr>
            <a:srgbClr val="FBAE40"/>
          </p15:clr>
        </p15:guide>
        <p15:guide id="3" orient="horz" pos="3528"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hart + Statement 2">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a:t>Section name (optional) / Title / Month 20YY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a:p>
        </p:txBody>
      </p:sp>
      <p:sp>
        <p:nvSpPr>
          <p:cNvPr id="14" name="Title 6">
            <a:extLst>
              <a:ext uri="{FF2B5EF4-FFF2-40B4-BE49-F238E27FC236}">
                <a16:creationId xmlns:a16="http://schemas.microsoft.com/office/drawing/2014/main" id="{EC86FBA1-A5CB-4CA3-86CA-543F3C5C62AB}"/>
              </a:ext>
            </a:extLst>
          </p:cNvPr>
          <p:cNvSpPr>
            <a:spLocks noGrp="1"/>
          </p:cNvSpPr>
          <p:nvPr>
            <p:ph type="title" hasCustomPrompt="1"/>
          </p:nvPr>
        </p:nvSpPr>
        <p:spPr>
          <a:xfrm>
            <a:off x="567039" y="342900"/>
            <a:ext cx="11062709" cy="460551"/>
          </a:xfrm>
        </p:spPr>
        <p:txBody>
          <a:bodyPr/>
          <a:lstStyle/>
          <a:p>
            <a:r>
              <a:rPr lang="en-US"/>
              <a:t>[Headline]</a:t>
            </a:r>
          </a:p>
        </p:txBody>
      </p:sp>
      <p:sp>
        <p:nvSpPr>
          <p:cNvPr id="18" name="Sub-headline">
            <a:extLst>
              <a:ext uri="{FF2B5EF4-FFF2-40B4-BE49-F238E27FC236}">
                <a16:creationId xmlns:a16="http://schemas.microsoft.com/office/drawing/2014/main" id="{7A70C313-1E6D-4772-BFC4-2550335AB35E}"/>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567038" y="1261872"/>
            <a:ext cx="11067750" cy="833472"/>
          </a:xfrm>
        </p:spPr>
        <p:txBody>
          <a:bodyPr>
            <a:noAutofit/>
          </a:bodyPr>
          <a:lstStyle>
            <a:lvl1pPr marL="0" indent="0">
              <a:buFont typeface="Arial" panose="020B0604020202020204" pitchFamily="34" charset="0"/>
              <a:buChar char="​"/>
              <a:defRPr sz="1600"/>
            </a:lvl1pPr>
            <a:lvl2pPr marL="227013" indent="-227013">
              <a:defRPr sz="1600"/>
            </a:lvl2pPr>
            <a:lvl3pPr marL="460375" indent="-233363">
              <a:defRPr sz="1400"/>
            </a:lvl3pPr>
            <a:lvl4pPr marL="687388" indent="-227013">
              <a:defRPr sz="1200"/>
            </a:lvl4pPr>
            <a:lvl5pPr marL="914400" indent="-227013">
              <a:defRPr sz="1200"/>
            </a:lvl5pPr>
          </a:lstStyle>
          <a:p>
            <a:pPr lvl="0"/>
            <a:r>
              <a:rPr lang="en-US"/>
              <a:t>[Click to add statement]</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567039" y="2286000"/>
            <a:ext cx="5528962" cy="3310128"/>
          </a:xfrm>
        </p:spPr>
        <p:txBody>
          <a:bodyPr anchor="ctr"/>
          <a:lstStyle>
            <a:lvl1pPr marL="0" indent="0" algn="ctr">
              <a:buNone/>
              <a:defRPr/>
            </a:lvl1pPr>
            <a:lvl2pPr marL="169863" indent="0">
              <a:buNone/>
              <a:defRPr/>
            </a:lvl2pPr>
          </a:lstStyle>
          <a:p>
            <a:pPr lvl="0"/>
            <a:r>
              <a:rPr lang="en-US"/>
              <a:t>[Click respective icon to add CHART or TABLE – not text]</a:t>
            </a:r>
          </a:p>
        </p:txBody>
      </p:sp>
      <p:sp>
        <p:nvSpPr>
          <p:cNvPr id="13" name="Footnote">
            <a:extLst>
              <a:ext uri="{FF2B5EF4-FFF2-40B4-BE49-F238E27FC236}">
                <a16:creationId xmlns:a16="http://schemas.microsoft.com/office/drawing/2014/main" id="{0D3DA49E-6BCF-4AC4-B935-9372CF029C86}"/>
              </a:ext>
            </a:extLst>
          </p:cNvPr>
          <p:cNvSpPr>
            <a:spLocks noGrp="1"/>
          </p:cNvSpPr>
          <p:nvPr>
            <p:ph type="body" sz="quarter" idx="21"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
        <p:nvSpPr>
          <p:cNvPr id="9" name="Text Placeholder 8">
            <a:extLst>
              <a:ext uri="{FF2B5EF4-FFF2-40B4-BE49-F238E27FC236}">
                <a16:creationId xmlns:a16="http://schemas.microsoft.com/office/drawing/2014/main" id="{E7FA85A4-463C-4B14-BE65-A31A117ABFDD}"/>
              </a:ext>
            </a:extLst>
          </p:cNvPr>
          <p:cNvSpPr>
            <a:spLocks noGrp="1"/>
          </p:cNvSpPr>
          <p:nvPr>
            <p:ph type="body" sz="quarter" idx="17" hasCustomPrompt="1"/>
          </p:nvPr>
        </p:nvSpPr>
        <p:spPr>
          <a:xfrm>
            <a:off x="6607176" y="2286000"/>
            <a:ext cx="5027614" cy="3310128"/>
          </a:xfrm>
        </p:spPr>
        <p:txBody>
          <a:bodyPr/>
          <a:lstStyle>
            <a:lvl1pPr>
              <a:defRPr sz="1200"/>
            </a:lvl1pPr>
            <a:lvl2pPr>
              <a:defRPr sz="1200"/>
            </a:lvl2pPr>
            <a:lvl3pPr>
              <a:defRPr sz="1200"/>
            </a:lvl3pPr>
            <a:lvl4pPr>
              <a:defRPr sz="1200"/>
            </a:lvl4pPr>
            <a:lvl5pPr>
              <a:defRPr sz="12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46454262"/>
      </p:ext>
    </p:extLst>
  </p:cSld>
  <p:clrMapOvr>
    <a:masterClrMapping/>
  </p:clrMapOvr>
  <p:extLst>
    <p:ext uri="{DCECCB84-F9BA-43D5-87BE-67443E8EF086}">
      <p15:sldGuideLst xmlns:p15="http://schemas.microsoft.com/office/powerpoint/2012/main">
        <p15:guide id="1" orient="horz" pos="1440" userDrawn="1">
          <p15:clr>
            <a:srgbClr val="FBAE40"/>
          </p15:clr>
        </p15:guide>
        <p15:guide id="2" orient="horz" pos="792" userDrawn="1">
          <p15:clr>
            <a:srgbClr val="FBAE40"/>
          </p15:clr>
        </p15:guide>
        <p15:guide id="3" orient="horz" pos="3528"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hart + Statement 3">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a:t>Section name (optional) / Title / Month 20YY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a:p>
        </p:txBody>
      </p:sp>
      <p:sp>
        <p:nvSpPr>
          <p:cNvPr id="14" name="Title 6">
            <a:extLst>
              <a:ext uri="{FF2B5EF4-FFF2-40B4-BE49-F238E27FC236}">
                <a16:creationId xmlns:a16="http://schemas.microsoft.com/office/drawing/2014/main" id="{6D4F9971-BA27-4DF9-9670-81370BC41F18}"/>
              </a:ext>
            </a:extLst>
          </p:cNvPr>
          <p:cNvSpPr>
            <a:spLocks noGrp="1"/>
          </p:cNvSpPr>
          <p:nvPr>
            <p:ph type="title" hasCustomPrompt="1"/>
          </p:nvPr>
        </p:nvSpPr>
        <p:spPr>
          <a:xfrm>
            <a:off x="567039" y="342900"/>
            <a:ext cx="11062709" cy="460551"/>
          </a:xfrm>
        </p:spPr>
        <p:txBody>
          <a:bodyPr/>
          <a:lstStyle/>
          <a:p>
            <a:r>
              <a:rPr lang="en-US"/>
              <a:t>[Headline]</a:t>
            </a:r>
          </a:p>
        </p:txBody>
      </p:sp>
      <p:sp>
        <p:nvSpPr>
          <p:cNvPr id="17" name="Sub-headline">
            <a:extLst>
              <a:ext uri="{FF2B5EF4-FFF2-40B4-BE49-F238E27FC236}">
                <a16:creationId xmlns:a16="http://schemas.microsoft.com/office/drawing/2014/main" id="{D4ED6766-5856-43C2-97F7-01E8EBA9AD15}"/>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567038" y="1261872"/>
            <a:ext cx="5029200" cy="1380779"/>
          </a:xfrm>
        </p:spPr>
        <p:txBody>
          <a:bodyPr>
            <a:noAutofit/>
          </a:bodyPr>
          <a:lstStyle>
            <a:lvl1pPr marL="0" indent="0">
              <a:buFont typeface="Arial" panose="020B0604020202020204" pitchFamily="34" charset="0"/>
              <a:buChar char="​"/>
              <a:defRPr sz="1600"/>
            </a:lvl1pPr>
            <a:lvl2pPr marL="227013" indent="-227013">
              <a:defRPr sz="1600"/>
            </a:lvl2pPr>
            <a:lvl3pPr marL="460375" indent="-233363">
              <a:defRPr sz="1400"/>
            </a:lvl3pPr>
            <a:lvl4pPr marL="687388" indent="-227013">
              <a:defRPr sz="1200"/>
            </a:lvl4pPr>
            <a:lvl5pPr marL="914400" indent="-227013">
              <a:defRPr sz="1200"/>
            </a:lvl5pPr>
          </a:lstStyle>
          <a:p>
            <a:pPr lvl="0"/>
            <a:r>
              <a:rPr lang="en-US"/>
              <a:t>[Click to add statement]</a:t>
            </a:r>
          </a:p>
        </p:txBody>
      </p:sp>
      <p:sp>
        <p:nvSpPr>
          <p:cNvPr id="9" name="Text Placeholder 8">
            <a:extLst>
              <a:ext uri="{FF2B5EF4-FFF2-40B4-BE49-F238E27FC236}">
                <a16:creationId xmlns:a16="http://schemas.microsoft.com/office/drawing/2014/main" id="{E7FA85A4-463C-4B14-BE65-A31A117ABFDD}"/>
              </a:ext>
            </a:extLst>
          </p:cNvPr>
          <p:cNvSpPr>
            <a:spLocks noGrp="1"/>
          </p:cNvSpPr>
          <p:nvPr>
            <p:ph type="body" sz="quarter" idx="17" hasCustomPrompt="1"/>
          </p:nvPr>
        </p:nvSpPr>
        <p:spPr>
          <a:xfrm>
            <a:off x="567038" y="2828182"/>
            <a:ext cx="5029200" cy="2772518"/>
          </a:xfrm>
        </p:spPr>
        <p:txBody>
          <a:bodyPr/>
          <a:lstStyle>
            <a:lvl1pPr>
              <a:defRPr sz="1200"/>
            </a:lvl1pPr>
            <a:lvl2pPr>
              <a:defRPr sz="1200"/>
            </a:lvl2pPr>
            <a:lvl3pPr>
              <a:defRPr sz="1200"/>
            </a:lvl3pPr>
            <a:lvl4pPr>
              <a:defRPr sz="1200"/>
            </a:lvl4pPr>
            <a:lvl5pPr>
              <a:defRPr sz="12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6607175" y="1261872"/>
            <a:ext cx="5024651" cy="4937760"/>
          </a:xfrm>
          <a:noFill/>
        </p:spPr>
        <p:txBody>
          <a:bodyPr anchor="ctr"/>
          <a:lstStyle>
            <a:lvl1pPr marL="0" indent="0" algn="ctr">
              <a:buNone/>
              <a:defRPr/>
            </a:lvl1pPr>
            <a:lvl2pPr marL="169863" indent="0">
              <a:buNone/>
              <a:defRPr/>
            </a:lvl2pPr>
          </a:lstStyle>
          <a:p>
            <a:pPr lvl="0"/>
            <a:r>
              <a:rPr lang="en-US"/>
              <a:t>[Click respective icon to add CHART or TABLE </a:t>
            </a:r>
            <a:br>
              <a:rPr lang="en-US"/>
            </a:br>
            <a:r>
              <a:rPr lang="en-US"/>
              <a:t>– not text]</a:t>
            </a:r>
          </a:p>
        </p:txBody>
      </p:sp>
      <p:sp>
        <p:nvSpPr>
          <p:cNvPr id="16" name="Footnote">
            <a:extLst>
              <a:ext uri="{FF2B5EF4-FFF2-40B4-BE49-F238E27FC236}">
                <a16:creationId xmlns:a16="http://schemas.microsoft.com/office/drawing/2014/main" id="{49C5F243-305C-4A83-8B6C-457510264654}"/>
              </a:ext>
            </a:extLst>
          </p:cNvPr>
          <p:cNvSpPr>
            <a:spLocks noGrp="1"/>
          </p:cNvSpPr>
          <p:nvPr>
            <p:ph type="body" sz="quarter" idx="21" hasCustomPrompt="1"/>
          </p:nvPr>
        </p:nvSpPr>
        <p:spPr>
          <a:xfrm>
            <a:off x="567039" y="5687045"/>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60049969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0" b="1">
                <a:solidFill>
                  <a:schemeClr val="tx1"/>
                </a:solidFill>
              </a:rPr>
              <a:t>STATEMENTS</a:t>
            </a:r>
          </a:p>
        </p:txBody>
      </p:sp>
    </p:spTree>
    <p:extLst>
      <p:ext uri="{BB962C8B-B14F-4D97-AF65-F5344CB8AC3E}">
        <p14:creationId xmlns:p14="http://schemas.microsoft.com/office/powerpoint/2010/main" val="35219948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tatement Photo">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FAE9242-AE57-42CB-99F5-9AFC9B96251A}"/>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a:p>
        </p:txBody>
      </p:sp>
      <p:sp>
        <p:nvSpPr>
          <p:cNvPr id="8" name="Picture Placeholder 7">
            <a:extLst>
              <a:ext uri="{FF2B5EF4-FFF2-40B4-BE49-F238E27FC236}">
                <a16:creationId xmlns:a16="http://schemas.microsoft.com/office/drawing/2014/main" id="{BF7B47CD-8901-46EE-AB48-D0A3C468D400}"/>
              </a:ext>
              <a:ext uri="{C183D7F6-B498-43B3-948B-1728B52AA6E4}">
                <adec:decorative xmlns:adec="http://schemas.microsoft.com/office/drawing/2017/decorative" val="0"/>
              </a:ext>
            </a:extLst>
          </p:cNvPr>
          <p:cNvSpPr>
            <a:spLocks noGrp="1"/>
          </p:cNvSpPr>
          <p:nvPr>
            <p:ph type="pic" sz="quarter" idx="13" hasCustomPrompt="1"/>
          </p:nvPr>
        </p:nvSpPr>
        <p:spPr>
          <a:xfrm>
            <a:off x="0" y="0"/>
            <a:ext cx="12192000" cy="6858000"/>
          </a:xfrm>
          <a:prstGeom prst="rect">
            <a:avLst/>
          </a:prstGeom>
          <a:noFill/>
        </p:spPr>
        <p:txBody>
          <a:bodyPr anchor="ctr"/>
          <a:lstStyle>
            <a:lvl1pPr marL="0" indent="0" algn="ctr">
              <a:buNone/>
              <a:defRPr/>
            </a:lvl1pPr>
          </a:lstStyle>
          <a:p>
            <a:r>
              <a:rPr lang="en-US"/>
              <a:t>[Click to insert photo and then “Send to back” to place photo in background and add statement text]</a:t>
            </a:r>
          </a:p>
        </p:txBody>
      </p:sp>
      <p:sp>
        <p:nvSpPr>
          <p:cNvPr id="6" name="Rectangle 5">
            <a:extLst>
              <a:ext uri="{FF2B5EF4-FFF2-40B4-BE49-F238E27FC236}">
                <a16:creationId xmlns:a16="http://schemas.microsoft.com/office/drawing/2014/main" id="{B578FD19-AE96-4C05-B985-606DD59F77A9}"/>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a:solidFill>
                  <a:schemeClr val="bg1"/>
                </a:solidFill>
                <a:latin typeface="+mn-lt"/>
              </a:rPr>
              <a:t>© 2026 S&amp;P Global.</a:t>
            </a:r>
          </a:p>
        </p:txBody>
      </p:sp>
    </p:spTree>
    <p:extLst>
      <p:ext uri="{BB962C8B-B14F-4D97-AF65-F5344CB8AC3E}">
        <p14:creationId xmlns:p14="http://schemas.microsoft.com/office/powerpoint/2010/main" val="5652105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Statement Black">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7" name="Text Placeholder 6">
            <a:extLst>
              <a:ext uri="{FF2B5EF4-FFF2-40B4-BE49-F238E27FC236}">
                <a16:creationId xmlns:a16="http://schemas.microsoft.com/office/drawing/2014/main" id="{1AB13624-E523-41DF-BB78-1DA6E2F42586}"/>
              </a:ext>
            </a:extLst>
          </p:cNvPr>
          <p:cNvSpPr>
            <a:spLocks noGrp="1"/>
          </p:cNvSpPr>
          <p:nvPr>
            <p:ph type="body" sz="quarter" idx="13" hasCustomPrompt="1"/>
          </p:nvPr>
        </p:nvSpPr>
        <p:spPr>
          <a:xfrm>
            <a:off x="567038" y="647699"/>
            <a:ext cx="11064240" cy="5046659"/>
          </a:xfrm>
          <a:prstGeom prst="rect">
            <a:avLst/>
          </a:prstGeom>
        </p:spPr>
        <p:txBody>
          <a:bodyPr anchor="ctr">
            <a:normAutofit/>
          </a:bodyPr>
          <a:lstStyle>
            <a:lvl1pPr marL="0" indent="0">
              <a:buNone/>
              <a:defRPr sz="3600">
                <a:latin typeface="+mj-lt"/>
                <a:cs typeface="+mj-cs"/>
              </a:defRPr>
            </a:lvl1pPr>
            <a:lvl2pPr marL="0" indent="0">
              <a:buNone/>
              <a:defRPr/>
            </a:lvl2pPr>
            <a:lvl3pPr marL="0" indent="0">
              <a:buNone/>
              <a:defRPr/>
            </a:lvl3pPr>
            <a:lvl4pPr marL="0" indent="0">
              <a:buNone/>
              <a:defRPr/>
            </a:lvl4pPr>
            <a:lvl5pPr marL="0" indent="0">
              <a:buNone/>
              <a:defRPr/>
            </a:lvl5pPr>
          </a:lstStyle>
          <a:p>
            <a:pPr lvl="0"/>
            <a:r>
              <a:rPr lang="en-US"/>
              <a:t>[Add statement]</a:t>
            </a:r>
          </a:p>
        </p:txBody>
      </p:sp>
      <p:sp>
        <p:nvSpPr>
          <p:cNvPr id="64" name="Rectangle 63">
            <a:extLst>
              <a:ext uri="{FF2B5EF4-FFF2-40B4-BE49-F238E27FC236}">
                <a16:creationId xmlns:a16="http://schemas.microsoft.com/office/drawing/2014/main" id="{0AF2750B-AD6E-4AB7-BC8F-49A352652125}"/>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a:latin typeface="+mn-lt"/>
              </a:rPr>
              <a:t>© 2026 S&amp;P Global.</a:t>
            </a:r>
          </a:p>
        </p:txBody>
      </p:sp>
    </p:spTree>
    <p:extLst>
      <p:ext uri="{BB962C8B-B14F-4D97-AF65-F5344CB8AC3E}">
        <p14:creationId xmlns:p14="http://schemas.microsoft.com/office/powerpoint/2010/main" val="2574927552"/>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tatement White">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11" name="Text Placeholder 6">
            <a:extLst>
              <a:ext uri="{FF2B5EF4-FFF2-40B4-BE49-F238E27FC236}">
                <a16:creationId xmlns:a16="http://schemas.microsoft.com/office/drawing/2014/main" id="{E728C08C-0481-418C-8998-03197761BCAE}"/>
              </a:ext>
            </a:extLst>
          </p:cNvPr>
          <p:cNvSpPr>
            <a:spLocks noGrp="1"/>
          </p:cNvSpPr>
          <p:nvPr>
            <p:ph type="body" sz="quarter" idx="13" hasCustomPrompt="1"/>
          </p:nvPr>
        </p:nvSpPr>
        <p:spPr>
          <a:xfrm>
            <a:off x="567038" y="647699"/>
            <a:ext cx="11064240" cy="5046659"/>
          </a:xfrm>
          <a:prstGeom prst="rect">
            <a:avLst/>
          </a:prstGeom>
        </p:spPr>
        <p:txBody>
          <a:bodyPr anchor="ctr">
            <a:normAutofit/>
          </a:bodyPr>
          <a:lstStyle>
            <a:lvl1pPr marL="0" indent="0">
              <a:buNone/>
              <a:defRPr sz="3600">
                <a:latin typeface="+mj-lt"/>
                <a:cs typeface="+mj-cs"/>
              </a:defRPr>
            </a:lvl1pPr>
            <a:lvl2pPr marL="0" indent="0">
              <a:buNone/>
              <a:defRPr/>
            </a:lvl2pPr>
            <a:lvl3pPr marL="0" indent="0">
              <a:buNone/>
              <a:defRPr/>
            </a:lvl3pPr>
            <a:lvl4pPr marL="0" indent="0">
              <a:buNone/>
              <a:defRPr/>
            </a:lvl4pPr>
            <a:lvl5pPr marL="0" indent="0">
              <a:buNone/>
              <a:defRPr/>
            </a:lvl5pPr>
          </a:lstStyle>
          <a:p>
            <a:pPr lvl="0"/>
            <a:r>
              <a:rPr lang="en-US"/>
              <a:t>[Add statement]</a:t>
            </a:r>
          </a:p>
        </p:txBody>
      </p:sp>
    </p:spTree>
    <p:extLst>
      <p:ext uri="{BB962C8B-B14F-4D97-AF65-F5344CB8AC3E}">
        <p14:creationId xmlns:p14="http://schemas.microsoft.com/office/powerpoint/2010/main" val="4027313836"/>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
    <p:bg>
      <p:bgPr>
        <a:solidFill>
          <a:schemeClr val="bg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a:solidFill>
                  <a:schemeClr val="tx1"/>
                </a:solidFill>
              </a:rPr>
              <a:t>DIVIDERS</a:t>
            </a:r>
          </a:p>
        </p:txBody>
      </p:sp>
    </p:spTree>
    <p:extLst>
      <p:ext uri="{BB962C8B-B14F-4D97-AF65-F5344CB8AC3E}">
        <p14:creationId xmlns:p14="http://schemas.microsoft.com/office/powerpoint/2010/main" val="369888862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bg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9B2BB06-A918-4461-A3C3-E0F62881116D}"/>
              </a:ext>
            </a:extLst>
          </p:cNvPr>
          <p:cNvSpPr>
            <a:spLocks noGrp="1"/>
          </p:cNvSpPr>
          <p:nvPr>
            <p:ph type="ftr" sz="quarter" idx="16"/>
          </p:nvPr>
        </p:nvSpPr>
        <p:spPr/>
        <p:txBody>
          <a:bodyPr/>
          <a:lstStyle/>
          <a:p>
            <a:r>
              <a:rPr lang="en-US"/>
              <a:t>Section name (optional) / Title / Month 20YY</a:t>
            </a:r>
          </a:p>
        </p:txBody>
      </p:sp>
      <p:sp>
        <p:nvSpPr>
          <p:cNvPr id="6" name="Slide Number Placeholder 5"/>
          <p:cNvSpPr>
            <a:spLocks noGrp="1"/>
          </p:cNvSpPr>
          <p:nvPr>
            <p:ph type="sldNum" sz="quarter" idx="12"/>
          </p:nvPr>
        </p:nvSpPr>
        <p:spPr/>
        <p:txBody>
          <a:bodyPr/>
          <a:lstStyle/>
          <a:p>
            <a:fld id="{5CFA18E4-D58E-4B28-B105-28D9665A8EBC}" type="slidenum">
              <a:rPr lang="en-US" smtClean="0"/>
              <a:t>‹#›</a:t>
            </a:fld>
            <a:endParaRPr lang="en-US"/>
          </a:p>
        </p:txBody>
      </p:sp>
      <p:sp>
        <p:nvSpPr>
          <p:cNvPr id="68" name="Title 1">
            <a:extLst>
              <a:ext uri="{FF2B5EF4-FFF2-40B4-BE49-F238E27FC236}">
                <a16:creationId xmlns:a16="http://schemas.microsoft.com/office/drawing/2014/main" id="{64E68955-1F47-48A6-A186-3CE836A9C055}"/>
              </a:ext>
            </a:extLst>
          </p:cNvPr>
          <p:cNvSpPr>
            <a:spLocks noGrp="1"/>
          </p:cNvSpPr>
          <p:nvPr>
            <p:ph type="title" hasCustomPrompt="1"/>
          </p:nvPr>
        </p:nvSpPr>
        <p:spPr>
          <a:xfrm>
            <a:off x="558798" y="456344"/>
            <a:ext cx="5214685" cy="4768897"/>
          </a:xfrm>
          <a:prstGeom prst="rect">
            <a:avLst/>
          </a:prstGeom>
        </p:spPr>
        <p:txBody>
          <a:bodyPr anchor="ctr">
            <a:normAutofit/>
          </a:bodyPr>
          <a:lstStyle>
            <a:lvl1pPr>
              <a:defRPr sz="4000"/>
            </a:lvl1pPr>
          </a:lstStyle>
          <a:p>
            <a:r>
              <a:rPr lang="en-US"/>
              <a:t>[Add divider slide title]</a:t>
            </a:r>
          </a:p>
        </p:txBody>
      </p:sp>
      <p:sp>
        <p:nvSpPr>
          <p:cNvPr id="8" name="Text Placeholder 6">
            <a:extLst>
              <a:ext uri="{FF2B5EF4-FFF2-40B4-BE49-F238E27FC236}">
                <a16:creationId xmlns:a16="http://schemas.microsoft.com/office/drawing/2014/main" id="{D2621E20-CD29-4C8E-8931-671EA0A0A209}"/>
              </a:ext>
            </a:extLst>
          </p:cNvPr>
          <p:cNvSpPr>
            <a:spLocks noGrp="1"/>
          </p:cNvSpPr>
          <p:nvPr>
            <p:ph type="body" sz="quarter" idx="14" hasCustomPrompt="1"/>
          </p:nvPr>
        </p:nvSpPr>
        <p:spPr>
          <a:xfrm>
            <a:off x="558799" y="5228050"/>
            <a:ext cx="5214683"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t>[Optional, Presenter First and Last Name]</a:t>
            </a:r>
            <a:br>
              <a:rPr lang="en-US"/>
            </a:br>
            <a:r>
              <a:rPr lang="en-US"/>
              <a:t>[Optional, Presenter First and Last Name]</a:t>
            </a:r>
          </a:p>
        </p:txBody>
      </p:sp>
      <p:sp>
        <p:nvSpPr>
          <p:cNvPr id="70" name="Picture Placeholder 6">
            <a:extLst>
              <a:ext uri="{FF2B5EF4-FFF2-40B4-BE49-F238E27FC236}">
                <a16:creationId xmlns:a16="http://schemas.microsoft.com/office/drawing/2014/main" id="{398B8C0B-A3E4-4E75-AED3-0E66FE4C8A90}"/>
              </a:ext>
            </a:extLst>
          </p:cNvPr>
          <p:cNvSpPr>
            <a:spLocks noGrp="1"/>
          </p:cNvSpPr>
          <p:nvPr>
            <p:ph type="pic" sz="quarter" idx="15" hasCustomPrompt="1"/>
          </p:nvPr>
        </p:nvSpPr>
        <p:spPr>
          <a:xfrm>
            <a:off x="6098117" y="479784"/>
            <a:ext cx="6093883" cy="5557838"/>
          </a:xfrm>
          <a:prstGeom prst="rect">
            <a:avLst/>
          </a:prstGeom>
          <a:noFill/>
        </p:spPr>
        <p:txBody>
          <a:bodyPr anchor="ctr"/>
          <a:lstStyle>
            <a:lvl1pPr marL="0" indent="0" algn="ctr">
              <a:buNone/>
              <a:defRPr/>
            </a:lvl1pPr>
          </a:lstStyle>
          <a:p>
            <a:r>
              <a:rPr lang="en-US"/>
              <a:t>[Insert photo]</a:t>
            </a:r>
          </a:p>
        </p:txBody>
      </p:sp>
      <p:sp>
        <p:nvSpPr>
          <p:cNvPr id="121" name="Rectangle 120">
            <a:extLst>
              <a:ext uri="{FF2B5EF4-FFF2-40B4-BE49-F238E27FC236}">
                <a16:creationId xmlns:a16="http://schemas.microsoft.com/office/drawing/2014/main" id="{7387A807-7D19-4269-A6EC-9BCB23361399}"/>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a:latin typeface="+mn-lt"/>
              </a:rPr>
              <a:t>© 2026 S&amp;P Global.</a:t>
            </a:r>
          </a:p>
        </p:txBody>
      </p:sp>
    </p:spTree>
    <p:extLst>
      <p:ext uri="{BB962C8B-B14F-4D97-AF65-F5344CB8AC3E}">
        <p14:creationId xmlns:p14="http://schemas.microsoft.com/office/powerpoint/2010/main" val="85512286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Divider 4 Photo">
    <p:bg>
      <p:bgPr>
        <a:solidFill>
          <a:schemeClr val="accent5"/>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B1A11F5-24CC-4F34-844F-F61047D8B1E6}"/>
              </a:ext>
            </a:extLst>
          </p:cNvPr>
          <p:cNvSpPr>
            <a:spLocks noGrp="1"/>
          </p:cNvSpPr>
          <p:nvPr>
            <p:ph type="ftr" sz="quarter" idx="16"/>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62" name="Title 1">
            <a:extLst>
              <a:ext uri="{FF2B5EF4-FFF2-40B4-BE49-F238E27FC236}">
                <a16:creationId xmlns:a16="http://schemas.microsoft.com/office/drawing/2014/main" id="{004B315D-93E5-4AEB-A2B1-CBCD42F25624}"/>
              </a:ext>
            </a:extLst>
          </p:cNvPr>
          <p:cNvSpPr>
            <a:spLocks noGrp="1"/>
          </p:cNvSpPr>
          <p:nvPr>
            <p:ph type="title" hasCustomPrompt="1"/>
          </p:nvPr>
        </p:nvSpPr>
        <p:spPr>
          <a:xfrm>
            <a:off x="558798" y="456343"/>
            <a:ext cx="5214685" cy="4768897"/>
          </a:xfrm>
          <a:prstGeom prst="rect">
            <a:avLst/>
          </a:prstGeom>
        </p:spPr>
        <p:txBody>
          <a:bodyPr anchor="ctr">
            <a:normAutofit/>
          </a:bodyPr>
          <a:lstStyle>
            <a:lvl1pPr>
              <a:defRPr sz="4000"/>
            </a:lvl1pPr>
          </a:lstStyle>
          <a:p>
            <a:r>
              <a:rPr lang="en-US"/>
              <a:t>[Add divider slide title]</a:t>
            </a:r>
          </a:p>
        </p:txBody>
      </p:sp>
      <p:sp>
        <p:nvSpPr>
          <p:cNvPr id="8" name="Text Placeholder 6">
            <a:extLst>
              <a:ext uri="{FF2B5EF4-FFF2-40B4-BE49-F238E27FC236}">
                <a16:creationId xmlns:a16="http://schemas.microsoft.com/office/drawing/2014/main" id="{794C1205-987F-4989-B4B0-84F9B893104F}"/>
              </a:ext>
            </a:extLst>
          </p:cNvPr>
          <p:cNvSpPr>
            <a:spLocks noGrp="1"/>
          </p:cNvSpPr>
          <p:nvPr>
            <p:ph type="body" sz="quarter" idx="14" hasCustomPrompt="1"/>
          </p:nvPr>
        </p:nvSpPr>
        <p:spPr>
          <a:xfrm>
            <a:off x="558799" y="5228050"/>
            <a:ext cx="5214683"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t>[Optional, Presenter First and Last Name]</a:t>
            </a:r>
            <a:br>
              <a:rPr lang="en-US"/>
            </a:br>
            <a:r>
              <a:rPr lang="en-US"/>
              <a:t>[Optional, Presenter First and Last Name]</a:t>
            </a:r>
          </a:p>
        </p:txBody>
      </p:sp>
      <p:sp>
        <p:nvSpPr>
          <p:cNvPr id="64" name="Picture Placeholder 6">
            <a:extLst>
              <a:ext uri="{FF2B5EF4-FFF2-40B4-BE49-F238E27FC236}">
                <a16:creationId xmlns:a16="http://schemas.microsoft.com/office/drawing/2014/main" id="{D89211C8-4F78-4574-8F29-4EF3145B98B7}"/>
              </a:ext>
            </a:extLst>
          </p:cNvPr>
          <p:cNvSpPr>
            <a:spLocks noGrp="1"/>
          </p:cNvSpPr>
          <p:nvPr>
            <p:ph type="pic" sz="quarter" idx="15" hasCustomPrompt="1"/>
          </p:nvPr>
        </p:nvSpPr>
        <p:spPr>
          <a:xfrm>
            <a:off x="6098117" y="479784"/>
            <a:ext cx="6093883" cy="5557838"/>
          </a:xfrm>
          <a:prstGeom prst="rect">
            <a:avLst/>
          </a:prstGeom>
          <a:noFill/>
        </p:spPr>
        <p:txBody>
          <a:bodyPr anchor="ctr"/>
          <a:lstStyle>
            <a:lvl1pPr marL="0" indent="0" algn="ctr">
              <a:buNone/>
              <a:defRPr/>
            </a:lvl1pPr>
          </a:lstStyle>
          <a:p>
            <a:r>
              <a:rPr lang="en-US"/>
              <a:t>[Insert photo]</a:t>
            </a:r>
          </a:p>
        </p:txBody>
      </p:sp>
      <p:sp>
        <p:nvSpPr>
          <p:cNvPr id="61" name="Rectangle 60">
            <a:extLst>
              <a:ext uri="{FF2B5EF4-FFF2-40B4-BE49-F238E27FC236}">
                <a16:creationId xmlns:a16="http://schemas.microsoft.com/office/drawing/2014/main" id="{A59E951D-F3DE-46AE-984E-2C735163DA5E}"/>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a:latin typeface="+mn-lt"/>
              </a:rPr>
              <a:t>© 2026 S&amp;P Global.</a:t>
            </a:r>
          </a:p>
        </p:txBody>
      </p:sp>
    </p:spTree>
    <p:extLst>
      <p:ext uri="{BB962C8B-B14F-4D97-AF65-F5344CB8AC3E}">
        <p14:creationId xmlns:p14="http://schemas.microsoft.com/office/powerpoint/2010/main" val="360403262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ivider 1">
    <p:bg>
      <p:bgRef idx="1001">
        <a:schemeClr val="bg1"/>
      </p:bgRef>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21" name="Title 1">
            <a:extLst>
              <a:ext uri="{FF2B5EF4-FFF2-40B4-BE49-F238E27FC236}">
                <a16:creationId xmlns:a16="http://schemas.microsoft.com/office/drawing/2014/main" id="{CC1BE429-C3BF-4A3B-ABAB-1DEBDFEA64A1}"/>
              </a:ext>
            </a:extLst>
          </p:cNvPr>
          <p:cNvSpPr>
            <a:spLocks noGrp="1"/>
          </p:cNvSpPr>
          <p:nvPr>
            <p:ph type="title" hasCustomPrompt="1"/>
          </p:nvPr>
        </p:nvSpPr>
        <p:spPr>
          <a:xfrm>
            <a:off x="558799" y="1955801"/>
            <a:ext cx="4059936" cy="3440164"/>
          </a:xfrm>
          <a:prstGeom prst="rect">
            <a:avLst/>
          </a:prstGeom>
        </p:spPr>
        <p:txBody>
          <a:bodyPr>
            <a:normAutofit/>
          </a:bodyPr>
          <a:lstStyle>
            <a:lvl1pPr>
              <a:defRPr sz="4000"/>
            </a:lvl1pPr>
          </a:lstStyle>
          <a:p>
            <a:r>
              <a:rPr lang="en-US"/>
              <a:t>[Add divider slide title]</a:t>
            </a:r>
          </a:p>
        </p:txBody>
      </p:sp>
      <p:sp>
        <p:nvSpPr>
          <p:cNvPr id="8" name="Text Placeholder 6">
            <a:extLst>
              <a:ext uri="{FF2B5EF4-FFF2-40B4-BE49-F238E27FC236}">
                <a16:creationId xmlns:a16="http://schemas.microsoft.com/office/drawing/2014/main" id="{BFDBA538-CF34-4648-8EE0-7F62FCB87133}"/>
              </a:ext>
            </a:extLst>
          </p:cNvPr>
          <p:cNvSpPr>
            <a:spLocks noGrp="1"/>
          </p:cNvSpPr>
          <p:nvPr>
            <p:ph type="body" sz="quarter" idx="14" hasCustomPrompt="1"/>
          </p:nvPr>
        </p:nvSpPr>
        <p:spPr>
          <a:xfrm>
            <a:off x="558800" y="5395965"/>
            <a:ext cx="4059936"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t>[Optional, Presenter First and Last Name]</a:t>
            </a:r>
            <a:br>
              <a:rPr lang="en-US"/>
            </a:br>
            <a:r>
              <a:rPr lang="en-US"/>
              <a:t>[Optional, Presenter First and Last Name]</a:t>
            </a:r>
          </a:p>
        </p:txBody>
      </p:sp>
      <p:sp>
        <p:nvSpPr>
          <p:cNvPr id="22" name="Text Placeholder 6">
            <a:extLst>
              <a:ext uri="{FF2B5EF4-FFF2-40B4-BE49-F238E27FC236}">
                <a16:creationId xmlns:a16="http://schemas.microsoft.com/office/drawing/2014/main" id="{DEBE0202-C83B-4CDF-99B4-51D3CE5F8F85}"/>
              </a:ext>
            </a:extLst>
          </p:cNvPr>
          <p:cNvSpPr>
            <a:spLocks noGrp="1"/>
          </p:cNvSpPr>
          <p:nvPr>
            <p:ph type="body" sz="quarter" idx="13" hasCustomPrompt="1"/>
          </p:nvPr>
        </p:nvSpPr>
        <p:spPr>
          <a:xfrm>
            <a:off x="6607174" y="1955800"/>
            <a:ext cx="5026027" cy="4249739"/>
          </a:xfrm>
        </p:spPr>
        <p:txBody>
          <a:bodyPr/>
          <a:lstStyle>
            <a:lvl1pPr marL="0" indent="0">
              <a:buNone/>
              <a:defRPr/>
            </a:lvl1pPr>
            <a:lvl2pPr marL="0" indent="0">
              <a:buNone/>
              <a:defRPr/>
            </a:lvl2pPr>
            <a:lvl3pPr marL="0" indent="0">
              <a:buNone/>
              <a:defRPr/>
            </a:lvl3pPr>
            <a:lvl4pPr marL="0" indent="0">
              <a:buNone/>
              <a:defRPr/>
            </a:lvl4pPr>
            <a:lvl5pPr marL="0" indent="0">
              <a:buNone/>
              <a:defRPr/>
            </a:lvl5pPr>
          </a:lstStyle>
          <a:p>
            <a:pPr lvl="0"/>
            <a:r>
              <a:rPr lang="en-US"/>
              <a:t>[Click to add text]</a:t>
            </a:r>
          </a:p>
        </p:txBody>
      </p:sp>
    </p:spTree>
    <p:extLst>
      <p:ext uri="{BB962C8B-B14F-4D97-AF65-F5344CB8AC3E}">
        <p14:creationId xmlns:p14="http://schemas.microsoft.com/office/powerpoint/2010/main" val="18575191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32">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ivider 2">
    <p:bg>
      <p:bgPr>
        <a:solidFill>
          <a:schemeClr val="accent5"/>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9" name="Title 1">
            <a:extLst>
              <a:ext uri="{FF2B5EF4-FFF2-40B4-BE49-F238E27FC236}">
                <a16:creationId xmlns:a16="http://schemas.microsoft.com/office/drawing/2014/main" id="{E30EE35D-B2D5-4830-B369-B5A8238119AC}"/>
              </a:ext>
            </a:extLst>
          </p:cNvPr>
          <p:cNvSpPr>
            <a:spLocks noGrp="1"/>
          </p:cNvSpPr>
          <p:nvPr>
            <p:ph type="title" hasCustomPrompt="1"/>
          </p:nvPr>
        </p:nvSpPr>
        <p:spPr>
          <a:xfrm>
            <a:off x="558799" y="1955801"/>
            <a:ext cx="4059936" cy="3440164"/>
          </a:xfrm>
          <a:prstGeom prst="rect">
            <a:avLst/>
          </a:prstGeom>
        </p:spPr>
        <p:txBody>
          <a:bodyPr>
            <a:normAutofit/>
          </a:bodyPr>
          <a:lstStyle>
            <a:lvl1pPr>
              <a:defRPr sz="4000"/>
            </a:lvl1pPr>
          </a:lstStyle>
          <a:p>
            <a:r>
              <a:rPr lang="en-US"/>
              <a:t>[Add divider slide title]</a:t>
            </a:r>
          </a:p>
        </p:txBody>
      </p:sp>
      <p:sp>
        <p:nvSpPr>
          <p:cNvPr id="11" name="Text Placeholder 6">
            <a:extLst>
              <a:ext uri="{FF2B5EF4-FFF2-40B4-BE49-F238E27FC236}">
                <a16:creationId xmlns:a16="http://schemas.microsoft.com/office/drawing/2014/main" id="{1512F92D-B39B-4FD8-861D-DD5F814885B6}"/>
              </a:ext>
            </a:extLst>
          </p:cNvPr>
          <p:cNvSpPr>
            <a:spLocks noGrp="1"/>
          </p:cNvSpPr>
          <p:nvPr>
            <p:ph type="body" sz="quarter" idx="14" hasCustomPrompt="1"/>
          </p:nvPr>
        </p:nvSpPr>
        <p:spPr>
          <a:xfrm>
            <a:off x="558800" y="5395965"/>
            <a:ext cx="4059936"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t>[Optional, Presenter First and Last Name]</a:t>
            </a:r>
            <a:br>
              <a:rPr lang="en-US"/>
            </a:br>
            <a:r>
              <a:rPr lang="en-US"/>
              <a:t>[Optional, Presenter First and Last Name]</a:t>
            </a:r>
          </a:p>
        </p:txBody>
      </p:sp>
      <p:sp>
        <p:nvSpPr>
          <p:cNvPr id="7" name="Text Placeholder 6">
            <a:extLst>
              <a:ext uri="{FF2B5EF4-FFF2-40B4-BE49-F238E27FC236}">
                <a16:creationId xmlns:a16="http://schemas.microsoft.com/office/drawing/2014/main" id="{1AB13624-E523-41DF-BB78-1DA6E2F42586}"/>
              </a:ext>
            </a:extLst>
          </p:cNvPr>
          <p:cNvSpPr>
            <a:spLocks noGrp="1"/>
          </p:cNvSpPr>
          <p:nvPr>
            <p:ph type="body" sz="quarter" idx="13" hasCustomPrompt="1"/>
          </p:nvPr>
        </p:nvSpPr>
        <p:spPr>
          <a:xfrm>
            <a:off x="6607174" y="1955800"/>
            <a:ext cx="5026027" cy="4249739"/>
          </a:xfrm>
        </p:spPr>
        <p:txBody>
          <a:bodyPr/>
          <a:lstStyle>
            <a:lvl1pPr marL="0" indent="0">
              <a:buNone/>
              <a:defRPr/>
            </a:lvl1pPr>
            <a:lvl2pPr marL="0" indent="0">
              <a:buNone/>
              <a:defRPr/>
            </a:lvl2pPr>
            <a:lvl3pPr marL="0" indent="0">
              <a:buNone/>
              <a:defRPr/>
            </a:lvl3pPr>
            <a:lvl4pPr marL="0" indent="0">
              <a:buNone/>
              <a:defRPr/>
            </a:lvl4pPr>
            <a:lvl5pPr marL="0" indent="0">
              <a:buNone/>
              <a:defRPr/>
            </a:lvl5pPr>
          </a:lstStyle>
          <a:p>
            <a:pPr lvl="0"/>
            <a:r>
              <a:rPr lang="en-US"/>
              <a:t>[Click to add text]</a:t>
            </a:r>
          </a:p>
        </p:txBody>
      </p:sp>
      <p:sp>
        <p:nvSpPr>
          <p:cNvPr id="62" name="Rectangle 61">
            <a:extLst>
              <a:ext uri="{FF2B5EF4-FFF2-40B4-BE49-F238E27FC236}">
                <a16:creationId xmlns:a16="http://schemas.microsoft.com/office/drawing/2014/main" id="{B06DD8B7-FA4D-4FA7-93BB-F640355701C6}"/>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a:latin typeface="+mn-lt"/>
              </a:rPr>
              <a:t>© 2026 S&amp;P Global.</a:t>
            </a:r>
          </a:p>
        </p:txBody>
      </p:sp>
    </p:spTree>
    <p:extLst>
      <p:ext uri="{BB962C8B-B14F-4D97-AF65-F5344CB8AC3E}">
        <p14:creationId xmlns:p14="http://schemas.microsoft.com/office/powerpoint/2010/main" val="202878356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4">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8800" b="1">
                <a:solidFill>
                  <a:schemeClr val="tx1"/>
                </a:solidFill>
              </a:rPr>
              <a:t>These layouts for Heritage </a:t>
            </a:r>
            <a:br>
              <a:rPr lang="en-US" sz="8800" b="1">
                <a:solidFill>
                  <a:schemeClr val="tx1"/>
                </a:solidFill>
              </a:rPr>
            </a:br>
            <a:r>
              <a:rPr lang="en-US" sz="8800" b="1">
                <a:solidFill>
                  <a:schemeClr val="tx1"/>
                </a:solidFill>
              </a:rPr>
              <a:t>IHS Markit </a:t>
            </a:r>
          </a:p>
          <a:p>
            <a:pPr algn="ctr"/>
            <a:r>
              <a:rPr lang="en-US" sz="8800" b="1">
                <a:solidFill>
                  <a:schemeClr val="tx1"/>
                </a:solidFill>
              </a:rPr>
              <a:t>PPT reports only</a:t>
            </a:r>
          </a:p>
        </p:txBody>
      </p:sp>
    </p:spTree>
    <p:extLst>
      <p:ext uri="{BB962C8B-B14F-4D97-AF65-F5344CB8AC3E}">
        <p14:creationId xmlns:p14="http://schemas.microsoft.com/office/powerpoint/2010/main" val="70571101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wo Placeholders">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BA10638-F8C8-460B-BF8F-560536AE12C9}"/>
              </a:ext>
            </a:extLst>
          </p:cNvPr>
          <p:cNvSpPr>
            <a:spLocks noGrp="1"/>
          </p:cNvSpPr>
          <p:nvPr>
            <p:ph type="ftr" sz="quarter" idx="35"/>
          </p:nvPr>
        </p:nvSpPr>
        <p:spPr/>
        <p:txBody>
          <a:bodyPr/>
          <a:lstStyle/>
          <a:p>
            <a:r>
              <a:rPr lang="en-US"/>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a:t>[Headline]</a:t>
            </a:r>
          </a:p>
        </p:txBody>
      </p:sp>
      <p:sp>
        <p:nvSpPr>
          <p:cNvPr id="14" name="Sub-headline">
            <a:extLst>
              <a:ext uri="{FF2B5EF4-FFF2-40B4-BE49-F238E27FC236}">
                <a16:creationId xmlns:a16="http://schemas.microsoft.com/office/drawing/2014/main" id="{7FD28A21-9996-4A7D-92D3-5150F7C775EF}"/>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57300"/>
            <a:ext cx="11064240"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84D1402A-B147-4C3B-B5F7-81B053EC1DD6}"/>
              </a:ext>
            </a:extLst>
          </p:cNvPr>
          <p:cNvSpPr>
            <a:spLocks noGrp="1"/>
          </p:cNvSpPr>
          <p:nvPr>
            <p:ph sz="quarter" idx="19" hasCustomPrompt="1"/>
          </p:nvPr>
        </p:nvSpPr>
        <p:spPr>
          <a:xfrm>
            <a:off x="563712" y="3666746"/>
            <a:ext cx="11064240"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9" name="Footnote">
            <a:extLst>
              <a:ext uri="{FF2B5EF4-FFF2-40B4-BE49-F238E27FC236}">
                <a16:creationId xmlns:a16="http://schemas.microsoft.com/office/drawing/2014/main" id="{5197417C-C410-43F1-9B2C-D847D35740A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4034478303"/>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hree Placeholders 1">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F4647B6-122D-44F9-8D7F-50F8A7ACC9B7}"/>
              </a:ext>
            </a:extLst>
          </p:cNvPr>
          <p:cNvSpPr>
            <a:spLocks noGrp="1"/>
          </p:cNvSpPr>
          <p:nvPr>
            <p:ph type="ftr" sz="quarter" idx="21"/>
          </p:nvPr>
        </p:nvSpPr>
        <p:spPr/>
        <p:txBody>
          <a:bodyPr/>
          <a:lstStyle/>
          <a:p>
            <a:r>
              <a:rPr lang="en-US"/>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a:t>[Headline]</a:t>
            </a:r>
          </a:p>
        </p:txBody>
      </p:sp>
      <p:sp>
        <p:nvSpPr>
          <p:cNvPr id="15" name="Sub-headline">
            <a:extLst>
              <a:ext uri="{FF2B5EF4-FFF2-40B4-BE49-F238E27FC236}">
                <a16:creationId xmlns:a16="http://schemas.microsoft.com/office/drawing/2014/main" id="{DE438935-9E2D-4AE3-9F3D-D5F3BB7EB9D5}"/>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1" y="1257299"/>
            <a:ext cx="3337560" cy="434340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4" name="Content Placeholder 2">
            <a:extLst>
              <a:ext uri="{FF2B5EF4-FFF2-40B4-BE49-F238E27FC236}">
                <a16:creationId xmlns:a16="http://schemas.microsoft.com/office/drawing/2014/main" id="{D1D97A98-7AE7-4D51-BF40-6464C40A1152}"/>
              </a:ext>
            </a:extLst>
          </p:cNvPr>
          <p:cNvSpPr>
            <a:spLocks noGrp="1"/>
          </p:cNvSpPr>
          <p:nvPr>
            <p:ph sz="quarter" idx="20" hasCustomPrompt="1"/>
          </p:nvPr>
        </p:nvSpPr>
        <p:spPr>
          <a:xfrm>
            <a:off x="4428715" y="1257299"/>
            <a:ext cx="3337560" cy="434340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8293719" y="1257299"/>
            <a:ext cx="3337560" cy="434340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0" name="Footnote">
            <a:extLst>
              <a:ext uri="{FF2B5EF4-FFF2-40B4-BE49-F238E27FC236}">
                <a16:creationId xmlns:a16="http://schemas.microsoft.com/office/drawing/2014/main" id="{A14DB3E1-6D55-4844-83B1-91565767B00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467079774"/>
      </p:ext>
    </p:extLst>
  </p:cSld>
  <p:clrMapOvr>
    <a:masterClrMapping/>
  </p:clrMapOvr>
  <p:extLst>
    <p:ext uri="{DCECCB84-F9BA-43D5-87BE-67443E8EF086}">
      <p15:sldGuideLst xmlns:p15="http://schemas.microsoft.com/office/powerpoint/2012/main">
        <p15:guide id="5" orient="horz" pos="792" userDrawn="1">
          <p15:clr>
            <a:srgbClr val="FBAE40"/>
          </p15:clr>
        </p15:guide>
        <p15:guide id="6" orient="horz" pos="3528"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hree Placeholders 2">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934465B-44AB-421E-BC47-0D67C004C087}"/>
              </a:ext>
            </a:extLst>
          </p:cNvPr>
          <p:cNvSpPr>
            <a:spLocks noGrp="1"/>
          </p:cNvSpPr>
          <p:nvPr>
            <p:ph type="ftr" sz="quarter" idx="35"/>
          </p:nvPr>
        </p:nvSpPr>
        <p:spPr/>
        <p:txBody>
          <a:bodyPr/>
          <a:lstStyle/>
          <a:p>
            <a:r>
              <a:rPr lang="en-US"/>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a:t>[Headline]</a:t>
            </a:r>
          </a:p>
        </p:txBody>
      </p:sp>
      <p:sp>
        <p:nvSpPr>
          <p:cNvPr id="15" name="Sub-headline">
            <a:extLst>
              <a:ext uri="{FF2B5EF4-FFF2-40B4-BE49-F238E27FC236}">
                <a16:creationId xmlns:a16="http://schemas.microsoft.com/office/drawing/2014/main" id="{2ECAC461-FE4E-4AB6-AB93-3D153F6E59A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61872"/>
            <a:ext cx="5283772" cy="434340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6344516" y="1261872"/>
            <a:ext cx="5285232"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4" name="Content Placeholder 2">
            <a:extLst>
              <a:ext uri="{FF2B5EF4-FFF2-40B4-BE49-F238E27FC236}">
                <a16:creationId xmlns:a16="http://schemas.microsoft.com/office/drawing/2014/main" id="{D1D97A98-7AE7-4D51-BF40-6464C40A1152}"/>
              </a:ext>
            </a:extLst>
          </p:cNvPr>
          <p:cNvSpPr>
            <a:spLocks noGrp="1"/>
          </p:cNvSpPr>
          <p:nvPr>
            <p:ph sz="quarter" idx="20" hasCustomPrompt="1"/>
          </p:nvPr>
        </p:nvSpPr>
        <p:spPr>
          <a:xfrm>
            <a:off x="6344516" y="3685032"/>
            <a:ext cx="5285232"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0" name="Footnote">
            <a:extLst>
              <a:ext uri="{FF2B5EF4-FFF2-40B4-BE49-F238E27FC236}">
                <a16:creationId xmlns:a16="http://schemas.microsoft.com/office/drawing/2014/main" id="{F9E2DB8B-6E97-4FE5-BF0C-EF72C02F057D}"/>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270346545"/>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hree Placeholders 3">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C6180C9-13C1-4554-989B-D2FCC7C65C17}"/>
              </a:ext>
            </a:extLst>
          </p:cNvPr>
          <p:cNvSpPr>
            <a:spLocks noGrp="1"/>
          </p:cNvSpPr>
          <p:nvPr>
            <p:ph type="ftr" sz="quarter" idx="35"/>
          </p:nvPr>
        </p:nvSpPr>
        <p:spPr/>
        <p:txBody>
          <a:bodyPr/>
          <a:lstStyle/>
          <a:p>
            <a:r>
              <a:rPr lang="en-US"/>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a:t>[Headline]</a:t>
            </a:r>
          </a:p>
        </p:txBody>
      </p:sp>
      <p:sp>
        <p:nvSpPr>
          <p:cNvPr id="15" name="Sub-headline">
            <a:extLst>
              <a:ext uri="{FF2B5EF4-FFF2-40B4-BE49-F238E27FC236}">
                <a16:creationId xmlns:a16="http://schemas.microsoft.com/office/drawing/2014/main" id="{5CEC3D32-DE73-4338-BFCC-E7BDCD2C2A3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61872"/>
            <a:ext cx="5285232"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6344516" y="1261872"/>
            <a:ext cx="5285232"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84D1402A-B147-4C3B-B5F7-81B053EC1DD6}"/>
              </a:ext>
            </a:extLst>
          </p:cNvPr>
          <p:cNvSpPr>
            <a:spLocks noGrp="1"/>
          </p:cNvSpPr>
          <p:nvPr>
            <p:ph sz="quarter" idx="19" hasCustomPrompt="1"/>
          </p:nvPr>
        </p:nvSpPr>
        <p:spPr>
          <a:xfrm>
            <a:off x="563712" y="3674314"/>
            <a:ext cx="11064240"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6" name="Footnote">
            <a:extLst>
              <a:ext uri="{FF2B5EF4-FFF2-40B4-BE49-F238E27FC236}">
                <a16:creationId xmlns:a16="http://schemas.microsoft.com/office/drawing/2014/main" id="{7206E27B-EDA8-4480-A52B-C084CF0D5799}"/>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322608800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our Placeholder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3664AE1-F712-4056-96F2-627ACD75D8AB}"/>
              </a:ext>
            </a:extLst>
          </p:cNvPr>
          <p:cNvSpPr>
            <a:spLocks noGrp="1"/>
          </p:cNvSpPr>
          <p:nvPr>
            <p:ph type="ftr" sz="quarter" idx="35"/>
          </p:nvPr>
        </p:nvSpPr>
        <p:spPr/>
        <p:txBody>
          <a:bodyPr/>
          <a:lstStyle/>
          <a:p>
            <a:r>
              <a:rPr lang="en-US"/>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a:t>[Headline]</a:t>
            </a:r>
          </a:p>
        </p:txBody>
      </p:sp>
      <p:sp>
        <p:nvSpPr>
          <p:cNvPr id="16" name="Sub-headline">
            <a:extLst>
              <a:ext uri="{FF2B5EF4-FFF2-40B4-BE49-F238E27FC236}">
                <a16:creationId xmlns:a16="http://schemas.microsoft.com/office/drawing/2014/main" id="{F346F33D-2E31-4707-AF32-FF8FAE8A45A3}"/>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61872"/>
            <a:ext cx="5285232"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6344516" y="1261872"/>
            <a:ext cx="5285232"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84D1402A-B147-4C3B-B5F7-81B053EC1DD6}"/>
              </a:ext>
            </a:extLst>
          </p:cNvPr>
          <p:cNvSpPr>
            <a:spLocks noGrp="1"/>
          </p:cNvSpPr>
          <p:nvPr>
            <p:ph sz="quarter" idx="19" hasCustomPrompt="1"/>
          </p:nvPr>
        </p:nvSpPr>
        <p:spPr>
          <a:xfrm>
            <a:off x="563712" y="3674314"/>
            <a:ext cx="5285232"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4" name="Content Placeholder 2">
            <a:extLst>
              <a:ext uri="{FF2B5EF4-FFF2-40B4-BE49-F238E27FC236}">
                <a16:creationId xmlns:a16="http://schemas.microsoft.com/office/drawing/2014/main" id="{D1D97A98-7AE7-4D51-BF40-6464C40A1152}"/>
              </a:ext>
            </a:extLst>
          </p:cNvPr>
          <p:cNvSpPr>
            <a:spLocks noGrp="1"/>
          </p:cNvSpPr>
          <p:nvPr>
            <p:ph sz="quarter" idx="20" hasCustomPrompt="1"/>
          </p:nvPr>
        </p:nvSpPr>
        <p:spPr>
          <a:xfrm>
            <a:off x="6344516" y="3674313"/>
            <a:ext cx="5285232"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7" name="Footnote">
            <a:extLst>
              <a:ext uri="{FF2B5EF4-FFF2-40B4-BE49-F238E27FC236}">
                <a16:creationId xmlns:a16="http://schemas.microsoft.com/office/drawing/2014/main" id="{B09D4A4B-356B-4A62-9288-4627B8B3C318}"/>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1281372971"/>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a:solidFill>
                  <a:schemeClr val="tx1"/>
                </a:solidFill>
              </a:rPr>
              <a:t>TITLES</a:t>
            </a:r>
          </a:p>
        </p:txBody>
      </p:sp>
    </p:spTree>
    <p:extLst>
      <p:ext uri="{BB962C8B-B14F-4D97-AF65-F5344CB8AC3E}">
        <p14:creationId xmlns:p14="http://schemas.microsoft.com/office/powerpoint/2010/main" val="222015815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itle Image Bottom">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B1D9F-FE9B-4F62-9422-68C960A222D2}"/>
              </a:ext>
            </a:extLst>
          </p:cNvPr>
          <p:cNvSpPr>
            <a:spLocks noGrp="1"/>
          </p:cNvSpPr>
          <p:nvPr>
            <p:ph type="title" hasCustomPrompt="1"/>
          </p:nvPr>
        </p:nvSpPr>
        <p:spPr>
          <a:xfrm>
            <a:off x="566382" y="1289200"/>
            <a:ext cx="7114032" cy="1776729"/>
          </a:xfrm>
          <a:prstGeom prst="rect">
            <a:avLst/>
          </a:prstGeom>
        </p:spPr>
        <p:txBody>
          <a:bodyPr anchor="b">
            <a:normAutofit/>
          </a:bodyPr>
          <a:lstStyle>
            <a:lvl1pPr>
              <a:defRPr sz="4400" b="0"/>
            </a:lvl1pPr>
          </a:lstStyle>
          <a:p>
            <a:r>
              <a:rPr lang="en-US"/>
              <a:t>[Title max two lines, shrink to fit – must be at least 32pt]</a:t>
            </a:r>
          </a:p>
        </p:txBody>
      </p:sp>
      <p:sp>
        <p:nvSpPr>
          <p:cNvPr id="11" name="Text Placeholder 10">
            <a:extLst>
              <a:ext uri="{FF2B5EF4-FFF2-40B4-BE49-F238E27FC236}">
                <a16:creationId xmlns:a16="http://schemas.microsoft.com/office/drawing/2014/main" id="{8D2521EE-A926-423E-A2FE-B2B920A546B9}"/>
              </a:ext>
            </a:extLst>
          </p:cNvPr>
          <p:cNvSpPr>
            <a:spLocks noGrp="1"/>
          </p:cNvSpPr>
          <p:nvPr>
            <p:ph type="body" sz="quarter" idx="14" hasCustomPrompt="1"/>
          </p:nvPr>
        </p:nvSpPr>
        <p:spPr>
          <a:xfrm>
            <a:off x="558800" y="3163887"/>
            <a:ext cx="7114033" cy="311271"/>
          </a:xfrm>
          <a:prstGeom prst="rect">
            <a:avLst/>
          </a:prstGeom>
        </p:spPr>
        <p:txBody>
          <a:bodyPr>
            <a:no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[Subtitle max one line, shrink font size to fit – must be at least 14pt]</a:t>
            </a:r>
          </a:p>
        </p:txBody>
      </p:sp>
      <p:sp>
        <p:nvSpPr>
          <p:cNvPr id="16" name="Text Placeholder 15">
            <a:extLst>
              <a:ext uri="{FF2B5EF4-FFF2-40B4-BE49-F238E27FC236}">
                <a16:creationId xmlns:a16="http://schemas.microsoft.com/office/drawing/2014/main" id="{945494EC-E9A8-46D3-959D-EFC8E352899E}"/>
              </a:ext>
            </a:extLst>
          </p:cNvPr>
          <p:cNvSpPr>
            <a:spLocks noGrp="1"/>
          </p:cNvSpPr>
          <p:nvPr>
            <p:ph type="body" sz="quarter" idx="16" hasCustomPrompt="1"/>
          </p:nvPr>
        </p:nvSpPr>
        <p:spPr>
          <a:xfrm>
            <a:off x="8596672" y="1461937"/>
            <a:ext cx="3035808" cy="1603991"/>
          </a:xfrm>
          <a:prstGeom prst="rect">
            <a:avLst/>
          </a:prstGeo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a:t>[Add Presenter name(s) / Department / Title]</a:t>
            </a:r>
          </a:p>
        </p:txBody>
      </p:sp>
      <p:sp>
        <p:nvSpPr>
          <p:cNvPr id="18" name="Text Placeholder 17">
            <a:extLst>
              <a:ext uri="{FF2B5EF4-FFF2-40B4-BE49-F238E27FC236}">
                <a16:creationId xmlns:a16="http://schemas.microsoft.com/office/drawing/2014/main" id="{2B20403D-A1B9-4FD9-A965-85BAD0B8C674}"/>
              </a:ext>
            </a:extLst>
          </p:cNvPr>
          <p:cNvSpPr>
            <a:spLocks noGrp="1"/>
          </p:cNvSpPr>
          <p:nvPr>
            <p:ph type="body" sz="quarter" idx="17" hasCustomPrompt="1"/>
          </p:nvPr>
        </p:nvSpPr>
        <p:spPr>
          <a:xfrm>
            <a:off x="8596672" y="3146702"/>
            <a:ext cx="3035808" cy="23331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lvl="0"/>
            <a:r>
              <a:rPr lang="en-US"/>
              <a:t>[Month DD, 20YY]</a:t>
            </a:r>
          </a:p>
        </p:txBody>
      </p:sp>
      <p:sp>
        <p:nvSpPr>
          <p:cNvPr id="6" name="Picture Placeholder 5">
            <a:extLst>
              <a:ext uri="{FF2B5EF4-FFF2-40B4-BE49-F238E27FC236}">
                <a16:creationId xmlns:a16="http://schemas.microsoft.com/office/drawing/2014/main" id="{0FFE3BED-FEEE-4719-BC7E-F76E7FF8BA7E}"/>
              </a:ext>
            </a:extLst>
          </p:cNvPr>
          <p:cNvSpPr>
            <a:spLocks noGrp="1"/>
          </p:cNvSpPr>
          <p:nvPr>
            <p:ph type="pic" sz="quarter" idx="21" hasCustomPrompt="1"/>
          </p:nvPr>
        </p:nvSpPr>
        <p:spPr>
          <a:xfrm>
            <a:off x="0" y="3694113"/>
            <a:ext cx="12228513" cy="3163887"/>
          </a:xfrm>
          <a:prstGeom prst="rect">
            <a:avLst/>
          </a:prstGeom>
        </p:spPr>
        <p:txBody>
          <a:bodyPr lIns="548640" tIns="548640"/>
          <a:lstStyle>
            <a:lvl1pPr marL="0" indent="0">
              <a:buFontTx/>
              <a:buNone/>
              <a:defRPr/>
            </a:lvl1pPr>
          </a:lstStyle>
          <a:p>
            <a:r>
              <a:rPr lang="en-US"/>
              <a:t>Click icon to add picture, then send to back to display copyright info</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2026 S&amp;P Global.</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112150100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CERA_Title Image Bottom">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B1D9F-FE9B-4F62-9422-68C960A222D2}"/>
              </a:ext>
            </a:extLst>
          </p:cNvPr>
          <p:cNvSpPr>
            <a:spLocks noGrp="1"/>
          </p:cNvSpPr>
          <p:nvPr>
            <p:ph type="title" hasCustomPrompt="1"/>
          </p:nvPr>
        </p:nvSpPr>
        <p:spPr>
          <a:xfrm>
            <a:off x="566382" y="1461937"/>
            <a:ext cx="7114032" cy="1603992"/>
          </a:xfrm>
          <a:prstGeom prst="rect">
            <a:avLst/>
          </a:prstGeom>
        </p:spPr>
        <p:txBody>
          <a:bodyPr anchor="b">
            <a:normAutofit/>
          </a:bodyPr>
          <a:lstStyle>
            <a:lvl1pPr>
              <a:defRPr sz="4400" b="0"/>
            </a:lvl1pPr>
          </a:lstStyle>
          <a:p>
            <a:r>
              <a:rPr lang="en-US"/>
              <a:t>[Title max two lines, shrink to fit – must be at least 32pt]</a:t>
            </a:r>
          </a:p>
        </p:txBody>
      </p:sp>
      <p:sp>
        <p:nvSpPr>
          <p:cNvPr id="11" name="Text Placeholder 10">
            <a:extLst>
              <a:ext uri="{FF2B5EF4-FFF2-40B4-BE49-F238E27FC236}">
                <a16:creationId xmlns:a16="http://schemas.microsoft.com/office/drawing/2014/main" id="{8D2521EE-A926-423E-A2FE-B2B920A546B9}"/>
              </a:ext>
            </a:extLst>
          </p:cNvPr>
          <p:cNvSpPr>
            <a:spLocks noGrp="1"/>
          </p:cNvSpPr>
          <p:nvPr>
            <p:ph type="body" sz="quarter" idx="14" hasCustomPrompt="1"/>
          </p:nvPr>
        </p:nvSpPr>
        <p:spPr>
          <a:xfrm>
            <a:off x="558800" y="3163887"/>
            <a:ext cx="7114033" cy="311271"/>
          </a:xfrm>
          <a:prstGeom prst="rect">
            <a:avLst/>
          </a:prstGeom>
        </p:spPr>
        <p:txBody>
          <a:bodyPr>
            <a:no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[Subtitle max one line, shrink font size to fit – must be at least 14pt]</a:t>
            </a:r>
          </a:p>
        </p:txBody>
      </p:sp>
      <p:sp>
        <p:nvSpPr>
          <p:cNvPr id="16" name="Text Placeholder 15">
            <a:extLst>
              <a:ext uri="{FF2B5EF4-FFF2-40B4-BE49-F238E27FC236}">
                <a16:creationId xmlns:a16="http://schemas.microsoft.com/office/drawing/2014/main" id="{945494EC-E9A8-46D3-959D-EFC8E352899E}"/>
              </a:ext>
            </a:extLst>
          </p:cNvPr>
          <p:cNvSpPr>
            <a:spLocks noGrp="1"/>
          </p:cNvSpPr>
          <p:nvPr>
            <p:ph type="body" sz="quarter" idx="16" hasCustomPrompt="1"/>
          </p:nvPr>
        </p:nvSpPr>
        <p:spPr>
          <a:xfrm>
            <a:off x="8596672" y="1461937"/>
            <a:ext cx="3035808" cy="1603991"/>
          </a:xfrm>
          <a:prstGeom prst="rect">
            <a:avLst/>
          </a:prstGeo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a:t>[Add Presenter name(s) / Department / Title]</a:t>
            </a:r>
          </a:p>
        </p:txBody>
      </p:sp>
      <p:sp>
        <p:nvSpPr>
          <p:cNvPr id="18" name="Text Placeholder 17">
            <a:extLst>
              <a:ext uri="{FF2B5EF4-FFF2-40B4-BE49-F238E27FC236}">
                <a16:creationId xmlns:a16="http://schemas.microsoft.com/office/drawing/2014/main" id="{2B20403D-A1B9-4FD9-A965-85BAD0B8C674}"/>
              </a:ext>
            </a:extLst>
          </p:cNvPr>
          <p:cNvSpPr>
            <a:spLocks noGrp="1"/>
          </p:cNvSpPr>
          <p:nvPr>
            <p:ph type="body" sz="quarter" idx="17" hasCustomPrompt="1"/>
          </p:nvPr>
        </p:nvSpPr>
        <p:spPr>
          <a:xfrm>
            <a:off x="8596672" y="3146702"/>
            <a:ext cx="3035808" cy="23331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lvl="0"/>
            <a:r>
              <a:rPr lang="en-US"/>
              <a:t>[Month DD, 20YY]</a:t>
            </a:r>
          </a:p>
        </p:txBody>
      </p:sp>
      <p:sp>
        <p:nvSpPr>
          <p:cNvPr id="6" name="Picture Placeholder 5">
            <a:extLst>
              <a:ext uri="{FF2B5EF4-FFF2-40B4-BE49-F238E27FC236}">
                <a16:creationId xmlns:a16="http://schemas.microsoft.com/office/drawing/2014/main" id="{0FFE3BED-FEEE-4719-BC7E-F76E7FF8BA7E}"/>
              </a:ext>
            </a:extLst>
          </p:cNvPr>
          <p:cNvSpPr>
            <a:spLocks noGrp="1"/>
          </p:cNvSpPr>
          <p:nvPr>
            <p:ph type="pic" sz="quarter" idx="21" hasCustomPrompt="1"/>
          </p:nvPr>
        </p:nvSpPr>
        <p:spPr>
          <a:xfrm>
            <a:off x="0" y="3694113"/>
            <a:ext cx="12228513" cy="3163887"/>
          </a:xfrm>
          <a:prstGeom prst="rect">
            <a:avLst/>
          </a:prstGeom>
        </p:spPr>
        <p:txBody>
          <a:bodyPr lIns="548640" tIns="548640"/>
          <a:lstStyle>
            <a:lvl1pPr marL="0" indent="0">
              <a:buFontTx/>
              <a:buNone/>
              <a:defRPr/>
            </a:lvl1pPr>
          </a:lstStyle>
          <a:p>
            <a:r>
              <a:rPr lang="en-US"/>
              <a:t>Click icon to add picture, then send to back to display copyright info</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2026 S&amp;P Global.</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408174121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Horizons_Title Image Bottom">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B1D9F-FE9B-4F62-9422-68C960A222D2}"/>
              </a:ext>
            </a:extLst>
          </p:cNvPr>
          <p:cNvSpPr>
            <a:spLocks noGrp="1"/>
          </p:cNvSpPr>
          <p:nvPr>
            <p:ph type="title" hasCustomPrompt="1"/>
          </p:nvPr>
        </p:nvSpPr>
        <p:spPr>
          <a:xfrm>
            <a:off x="566382" y="1461937"/>
            <a:ext cx="7114032" cy="1603992"/>
          </a:xfrm>
          <a:prstGeom prst="rect">
            <a:avLst/>
          </a:prstGeom>
        </p:spPr>
        <p:txBody>
          <a:bodyPr anchor="b">
            <a:normAutofit/>
          </a:bodyPr>
          <a:lstStyle>
            <a:lvl1pPr>
              <a:defRPr sz="4400" b="0"/>
            </a:lvl1pPr>
          </a:lstStyle>
          <a:p>
            <a:r>
              <a:rPr lang="en-US"/>
              <a:t>[Title max two lines, shrink to fit – must be at least 32pt]</a:t>
            </a:r>
          </a:p>
        </p:txBody>
      </p:sp>
      <p:sp>
        <p:nvSpPr>
          <p:cNvPr id="11" name="Text Placeholder 10">
            <a:extLst>
              <a:ext uri="{FF2B5EF4-FFF2-40B4-BE49-F238E27FC236}">
                <a16:creationId xmlns:a16="http://schemas.microsoft.com/office/drawing/2014/main" id="{8D2521EE-A926-423E-A2FE-B2B920A546B9}"/>
              </a:ext>
            </a:extLst>
          </p:cNvPr>
          <p:cNvSpPr>
            <a:spLocks noGrp="1"/>
          </p:cNvSpPr>
          <p:nvPr>
            <p:ph type="body" sz="quarter" idx="14" hasCustomPrompt="1"/>
          </p:nvPr>
        </p:nvSpPr>
        <p:spPr>
          <a:xfrm>
            <a:off x="558800" y="3163887"/>
            <a:ext cx="7114033" cy="311271"/>
          </a:xfrm>
          <a:prstGeom prst="rect">
            <a:avLst/>
          </a:prstGeom>
        </p:spPr>
        <p:txBody>
          <a:bodyPr>
            <a:no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[Subtitle max one line, shrink font size to fit – must be at least 14pt]</a:t>
            </a:r>
          </a:p>
        </p:txBody>
      </p:sp>
      <p:sp>
        <p:nvSpPr>
          <p:cNvPr id="16" name="Text Placeholder 15">
            <a:extLst>
              <a:ext uri="{FF2B5EF4-FFF2-40B4-BE49-F238E27FC236}">
                <a16:creationId xmlns:a16="http://schemas.microsoft.com/office/drawing/2014/main" id="{945494EC-E9A8-46D3-959D-EFC8E352899E}"/>
              </a:ext>
            </a:extLst>
          </p:cNvPr>
          <p:cNvSpPr>
            <a:spLocks noGrp="1"/>
          </p:cNvSpPr>
          <p:nvPr>
            <p:ph type="body" sz="quarter" idx="16" hasCustomPrompt="1"/>
          </p:nvPr>
        </p:nvSpPr>
        <p:spPr>
          <a:xfrm>
            <a:off x="8596672" y="1461937"/>
            <a:ext cx="3035808" cy="1603991"/>
          </a:xfrm>
          <a:prstGeom prst="rect">
            <a:avLst/>
          </a:prstGeo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a:t>[Add Presenter name(s) / Department / Title]</a:t>
            </a:r>
          </a:p>
        </p:txBody>
      </p:sp>
      <p:sp>
        <p:nvSpPr>
          <p:cNvPr id="18" name="Text Placeholder 17">
            <a:extLst>
              <a:ext uri="{FF2B5EF4-FFF2-40B4-BE49-F238E27FC236}">
                <a16:creationId xmlns:a16="http://schemas.microsoft.com/office/drawing/2014/main" id="{2B20403D-A1B9-4FD9-A965-85BAD0B8C674}"/>
              </a:ext>
            </a:extLst>
          </p:cNvPr>
          <p:cNvSpPr>
            <a:spLocks noGrp="1"/>
          </p:cNvSpPr>
          <p:nvPr>
            <p:ph type="body" sz="quarter" idx="17" hasCustomPrompt="1"/>
          </p:nvPr>
        </p:nvSpPr>
        <p:spPr>
          <a:xfrm>
            <a:off x="8596672" y="3146702"/>
            <a:ext cx="3035808" cy="23331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lvl="0"/>
            <a:r>
              <a:rPr lang="en-US"/>
              <a:t>[Month DD, 20YY]</a:t>
            </a:r>
          </a:p>
        </p:txBody>
      </p:sp>
      <p:sp>
        <p:nvSpPr>
          <p:cNvPr id="6" name="Picture Placeholder 5">
            <a:extLst>
              <a:ext uri="{FF2B5EF4-FFF2-40B4-BE49-F238E27FC236}">
                <a16:creationId xmlns:a16="http://schemas.microsoft.com/office/drawing/2014/main" id="{0FFE3BED-FEEE-4719-BC7E-F76E7FF8BA7E}"/>
              </a:ext>
            </a:extLst>
          </p:cNvPr>
          <p:cNvSpPr>
            <a:spLocks noGrp="1"/>
          </p:cNvSpPr>
          <p:nvPr>
            <p:ph type="pic" sz="quarter" idx="21" hasCustomPrompt="1"/>
          </p:nvPr>
        </p:nvSpPr>
        <p:spPr>
          <a:xfrm>
            <a:off x="0" y="3694113"/>
            <a:ext cx="12228513" cy="3163887"/>
          </a:xfrm>
          <a:prstGeom prst="rect">
            <a:avLst/>
          </a:prstGeom>
        </p:spPr>
        <p:txBody>
          <a:bodyPr lIns="548640" tIns="548640"/>
          <a:lstStyle>
            <a:lvl1pPr marL="0" indent="0">
              <a:buFontTx/>
              <a:buNone/>
              <a:defRPr/>
            </a:lvl1pPr>
          </a:lstStyle>
          <a:p>
            <a:r>
              <a:rPr lang="en-US"/>
              <a:t>Click icon to add picture, then send to back to display copyright info</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2026 S&amp;P Global.</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314066165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Platts_Title Image Bottom">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B1D9F-FE9B-4F62-9422-68C960A222D2}"/>
              </a:ext>
            </a:extLst>
          </p:cNvPr>
          <p:cNvSpPr>
            <a:spLocks noGrp="1"/>
          </p:cNvSpPr>
          <p:nvPr>
            <p:ph type="title" hasCustomPrompt="1"/>
          </p:nvPr>
        </p:nvSpPr>
        <p:spPr>
          <a:xfrm>
            <a:off x="566382" y="1461937"/>
            <a:ext cx="7114032" cy="1603992"/>
          </a:xfrm>
          <a:prstGeom prst="rect">
            <a:avLst/>
          </a:prstGeom>
        </p:spPr>
        <p:txBody>
          <a:bodyPr anchor="b">
            <a:normAutofit/>
          </a:bodyPr>
          <a:lstStyle>
            <a:lvl1pPr>
              <a:defRPr sz="4400" b="0"/>
            </a:lvl1pPr>
          </a:lstStyle>
          <a:p>
            <a:r>
              <a:rPr lang="en-US"/>
              <a:t>[Title max two lines, shrink to fit – must be at least 32pt]</a:t>
            </a:r>
          </a:p>
        </p:txBody>
      </p:sp>
      <p:sp>
        <p:nvSpPr>
          <p:cNvPr id="11" name="Text Placeholder 10">
            <a:extLst>
              <a:ext uri="{FF2B5EF4-FFF2-40B4-BE49-F238E27FC236}">
                <a16:creationId xmlns:a16="http://schemas.microsoft.com/office/drawing/2014/main" id="{8D2521EE-A926-423E-A2FE-B2B920A546B9}"/>
              </a:ext>
            </a:extLst>
          </p:cNvPr>
          <p:cNvSpPr>
            <a:spLocks noGrp="1"/>
          </p:cNvSpPr>
          <p:nvPr>
            <p:ph type="body" sz="quarter" idx="14" hasCustomPrompt="1"/>
          </p:nvPr>
        </p:nvSpPr>
        <p:spPr>
          <a:xfrm>
            <a:off x="558800" y="3163887"/>
            <a:ext cx="7114033" cy="311271"/>
          </a:xfrm>
          <a:prstGeom prst="rect">
            <a:avLst/>
          </a:prstGeom>
        </p:spPr>
        <p:txBody>
          <a:bodyPr>
            <a:no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[Subtitle max one line, shrink font size to fit – must be at least 14pt]</a:t>
            </a:r>
          </a:p>
        </p:txBody>
      </p:sp>
      <p:sp>
        <p:nvSpPr>
          <p:cNvPr id="16" name="Text Placeholder 15">
            <a:extLst>
              <a:ext uri="{FF2B5EF4-FFF2-40B4-BE49-F238E27FC236}">
                <a16:creationId xmlns:a16="http://schemas.microsoft.com/office/drawing/2014/main" id="{945494EC-E9A8-46D3-959D-EFC8E352899E}"/>
              </a:ext>
            </a:extLst>
          </p:cNvPr>
          <p:cNvSpPr>
            <a:spLocks noGrp="1"/>
          </p:cNvSpPr>
          <p:nvPr>
            <p:ph type="body" sz="quarter" idx="16" hasCustomPrompt="1"/>
          </p:nvPr>
        </p:nvSpPr>
        <p:spPr>
          <a:xfrm>
            <a:off x="8596672" y="1461937"/>
            <a:ext cx="3035808" cy="1603991"/>
          </a:xfrm>
          <a:prstGeom prst="rect">
            <a:avLst/>
          </a:prstGeo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a:t>[Add Presenter name(s) / Department / Title]</a:t>
            </a:r>
          </a:p>
        </p:txBody>
      </p:sp>
      <p:sp>
        <p:nvSpPr>
          <p:cNvPr id="18" name="Text Placeholder 17">
            <a:extLst>
              <a:ext uri="{FF2B5EF4-FFF2-40B4-BE49-F238E27FC236}">
                <a16:creationId xmlns:a16="http://schemas.microsoft.com/office/drawing/2014/main" id="{2B20403D-A1B9-4FD9-A965-85BAD0B8C674}"/>
              </a:ext>
            </a:extLst>
          </p:cNvPr>
          <p:cNvSpPr>
            <a:spLocks noGrp="1"/>
          </p:cNvSpPr>
          <p:nvPr>
            <p:ph type="body" sz="quarter" idx="17" hasCustomPrompt="1"/>
          </p:nvPr>
        </p:nvSpPr>
        <p:spPr>
          <a:xfrm>
            <a:off x="8596672" y="3146702"/>
            <a:ext cx="3035808" cy="23331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lvl="0"/>
            <a:r>
              <a:rPr lang="en-US"/>
              <a:t>[Month DD, 20YY]</a:t>
            </a:r>
          </a:p>
        </p:txBody>
      </p:sp>
      <p:sp>
        <p:nvSpPr>
          <p:cNvPr id="6" name="Picture Placeholder 5">
            <a:extLst>
              <a:ext uri="{FF2B5EF4-FFF2-40B4-BE49-F238E27FC236}">
                <a16:creationId xmlns:a16="http://schemas.microsoft.com/office/drawing/2014/main" id="{0FFE3BED-FEEE-4719-BC7E-F76E7FF8BA7E}"/>
              </a:ext>
            </a:extLst>
          </p:cNvPr>
          <p:cNvSpPr>
            <a:spLocks noGrp="1"/>
          </p:cNvSpPr>
          <p:nvPr>
            <p:ph type="pic" sz="quarter" idx="21" hasCustomPrompt="1"/>
          </p:nvPr>
        </p:nvSpPr>
        <p:spPr>
          <a:xfrm>
            <a:off x="0" y="3694113"/>
            <a:ext cx="12228513" cy="3163887"/>
          </a:xfrm>
          <a:prstGeom prst="rect">
            <a:avLst/>
          </a:prstGeom>
        </p:spPr>
        <p:txBody>
          <a:bodyPr lIns="548640" tIns="548640"/>
          <a:lstStyle>
            <a:lvl1pPr marL="0" indent="0">
              <a:buFontTx/>
              <a:buNone/>
              <a:defRPr/>
            </a:lvl1pPr>
          </a:lstStyle>
          <a:p>
            <a:r>
              <a:rPr lang="en-US"/>
              <a:t>Click icon to add picture, then send to back to display copyright info</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2026 S&amp;P Global.</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171208879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Title White - reports and presentations (hIHS)">
    <p:bg>
      <p:bgRef idx="1001">
        <a:schemeClr val="bg1"/>
      </p:bgRef>
    </p:bg>
    <p:spTree>
      <p:nvGrpSpPr>
        <p:cNvPr id="1" name=""/>
        <p:cNvGrpSpPr/>
        <p:nvPr/>
      </p:nvGrpSpPr>
      <p:grpSpPr>
        <a:xfrm>
          <a:off x="0" y="0"/>
          <a:ext cx="0" cy="0"/>
          <a:chOff x="0" y="0"/>
          <a:chExt cx="0" cy="0"/>
        </a:xfrm>
      </p:grpSpPr>
      <p:sp>
        <p:nvSpPr>
          <p:cNvPr id="9" name="Text Placeholder 17">
            <a:extLst>
              <a:ext uri="{FF2B5EF4-FFF2-40B4-BE49-F238E27FC236}">
                <a16:creationId xmlns:a16="http://schemas.microsoft.com/office/drawing/2014/main" id="{8498AB6A-D245-44A6-BBEF-0361C1A6479E}"/>
              </a:ext>
            </a:extLst>
          </p:cNvPr>
          <p:cNvSpPr>
            <a:spLocks noGrp="1"/>
          </p:cNvSpPr>
          <p:nvPr>
            <p:ph type="body" sz="quarter" idx="18" hasCustomPrompt="1"/>
          </p:nvPr>
        </p:nvSpPr>
        <p:spPr>
          <a:xfrm>
            <a:off x="7162800" y="357520"/>
            <a:ext cx="4469680" cy="233318"/>
          </a:xfrm>
          <a:prstGeom prst="rect">
            <a:avLst/>
          </a:prstGeom>
        </p:spPr>
        <p:txBody>
          <a:bodyPr anchor="ctr">
            <a:noAutofit/>
          </a:bodyPr>
          <a:lstStyle>
            <a:lvl1pPr marL="0" indent="0" algn="r">
              <a:buNone/>
              <a:defRPr sz="1200" b="1">
                <a:solidFill>
                  <a:schemeClr val="accent1"/>
                </a:solidFill>
              </a:defRPr>
            </a:lvl1pPr>
            <a:lvl2pPr marL="0" indent="0">
              <a:buNone/>
              <a:defRPr/>
            </a:lvl2pPr>
            <a:lvl3pPr marL="0" indent="0">
              <a:buNone/>
              <a:defRPr/>
            </a:lvl3pPr>
            <a:lvl4pPr marL="0" indent="0">
              <a:buNone/>
              <a:defRPr/>
            </a:lvl4pPr>
            <a:lvl5pPr marL="0" indent="0">
              <a:buNone/>
              <a:defRPr/>
            </a:lvl5pPr>
          </a:lstStyle>
          <a:p>
            <a:pPr lvl="0"/>
            <a:r>
              <a:rPr lang="en-US"/>
              <a:t>[SERVICE LINE / REPORT TYPE]</a:t>
            </a:r>
          </a:p>
        </p:txBody>
      </p:sp>
      <p:sp>
        <p:nvSpPr>
          <p:cNvPr id="13" name="Title 1">
            <a:extLst>
              <a:ext uri="{FF2B5EF4-FFF2-40B4-BE49-F238E27FC236}">
                <a16:creationId xmlns:a16="http://schemas.microsoft.com/office/drawing/2014/main" id="{11571508-C5DD-4E25-961C-17353D606594}"/>
              </a:ext>
            </a:extLst>
          </p:cNvPr>
          <p:cNvSpPr>
            <a:spLocks noGrp="1"/>
          </p:cNvSpPr>
          <p:nvPr>
            <p:ph type="title" hasCustomPrompt="1"/>
          </p:nvPr>
        </p:nvSpPr>
        <p:spPr>
          <a:xfrm>
            <a:off x="566382" y="1267411"/>
            <a:ext cx="7189020" cy="1864409"/>
          </a:xfrm>
          <a:prstGeom prst="rect">
            <a:avLst/>
          </a:prstGeom>
          <a:noFill/>
        </p:spPr>
        <p:txBody>
          <a:bodyPr anchor="b">
            <a:noAutofit/>
          </a:bodyPr>
          <a:lstStyle>
            <a:lvl1pPr>
              <a:defRPr sz="4400" b="0"/>
            </a:lvl1pPr>
          </a:lstStyle>
          <a:p>
            <a:r>
              <a:rPr lang="en-US"/>
              <a:t>[Title max two lines, shrink to fit – must be at least 32 </a:t>
            </a:r>
            <a:r>
              <a:rPr lang="en-US" err="1"/>
              <a:t>pt</a:t>
            </a:r>
            <a:r>
              <a:rPr lang="en-US"/>
              <a:t>]</a:t>
            </a:r>
          </a:p>
        </p:txBody>
      </p:sp>
      <p:sp>
        <p:nvSpPr>
          <p:cNvPr id="14" name="Text Placeholder 10">
            <a:extLst>
              <a:ext uri="{FF2B5EF4-FFF2-40B4-BE49-F238E27FC236}">
                <a16:creationId xmlns:a16="http://schemas.microsoft.com/office/drawing/2014/main" id="{04BCAB30-4750-4267-8703-0690502ABE44}"/>
              </a:ext>
            </a:extLst>
          </p:cNvPr>
          <p:cNvSpPr>
            <a:spLocks noGrp="1"/>
          </p:cNvSpPr>
          <p:nvPr>
            <p:ph type="body" sz="quarter" idx="14" hasCustomPrompt="1"/>
          </p:nvPr>
        </p:nvSpPr>
        <p:spPr>
          <a:xfrm>
            <a:off x="566928" y="3232340"/>
            <a:ext cx="7189020" cy="576053"/>
          </a:xfrm>
        </p:spPr>
        <p:txBody>
          <a:bodyPr>
            <a:norm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[Subtitle max one line, shrink font size to fit – must be at least 14 </a:t>
            </a:r>
            <a:r>
              <a:rPr lang="en-US" err="1"/>
              <a:t>pt</a:t>
            </a:r>
            <a:r>
              <a:rPr lang="en-US"/>
              <a:t>]</a:t>
            </a:r>
          </a:p>
        </p:txBody>
      </p:sp>
      <p:sp>
        <p:nvSpPr>
          <p:cNvPr id="15" name="Text Placeholder 15">
            <a:extLst>
              <a:ext uri="{FF2B5EF4-FFF2-40B4-BE49-F238E27FC236}">
                <a16:creationId xmlns:a16="http://schemas.microsoft.com/office/drawing/2014/main" id="{093CEC42-A75F-4876-8888-3F2ECFF55BAF}"/>
              </a:ext>
            </a:extLst>
          </p:cNvPr>
          <p:cNvSpPr>
            <a:spLocks noGrp="1"/>
          </p:cNvSpPr>
          <p:nvPr>
            <p:ph type="body" sz="quarter" idx="20" hasCustomPrompt="1"/>
          </p:nvPr>
        </p:nvSpPr>
        <p:spPr>
          <a:xfrm>
            <a:off x="566928" y="3926945"/>
            <a:ext cx="7189020" cy="1864408"/>
          </a:xfr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a:t>[First and Last Name / Department / Title]</a:t>
            </a:r>
          </a:p>
          <a:p>
            <a:pPr lvl="0"/>
            <a:r>
              <a:rPr lang="en-US"/>
              <a:t>[First and Last Name / Department / Title]</a:t>
            </a:r>
          </a:p>
          <a:p>
            <a:pPr lvl="0"/>
            <a:r>
              <a:rPr lang="en-US"/>
              <a:t>[First and Last Name / Department / Title]</a:t>
            </a:r>
          </a:p>
          <a:p>
            <a:pPr lvl="0"/>
            <a:r>
              <a:rPr lang="en-US"/>
              <a:t>Also contributing to this report were First and Last name, (no title or division)</a:t>
            </a:r>
          </a:p>
        </p:txBody>
      </p:sp>
      <p:sp>
        <p:nvSpPr>
          <p:cNvPr id="17" name="Text Placeholder 17">
            <a:extLst>
              <a:ext uri="{FF2B5EF4-FFF2-40B4-BE49-F238E27FC236}">
                <a16:creationId xmlns:a16="http://schemas.microsoft.com/office/drawing/2014/main" id="{EBFEFC18-4178-460D-94CF-FE6114DEE4EE}"/>
              </a:ext>
            </a:extLst>
          </p:cNvPr>
          <p:cNvSpPr>
            <a:spLocks noGrp="1"/>
          </p:cNvSpPr>
          <p:nvPr>
            <p:ph type="body" sz="quarter" idx="17" hasCustomPrompt="1"/>
          </p:nvPr>
        </p:nvSpPr>
        <p:spPr>
          <a:xfrm>
            <a:off x="566928" y="5998670"/>
            <a:ext cx="3035808" cy="214805"/>
          </a:xfrm>
        </p:spPr>
        <p:txBody>
          <a:bodyPr>
            <a:normAutofit/>
          </a:bodyPr>
          <a:lstStyle>
            <a:lvl1pPr marL="0" indent="0" algn="l">
              <a:buNone/>
              <a:defRPr sz="1200">
                <a:solidFill>
                  <a:schemeClr val="tx1"/>
                </a:solidFill>
              </a:defRPr>
            </a:lvl1pPr>
            <a:lvl2pPr marL="0" indent="0">
              <a:buNone/>
              <a:defRPr/>
            </a:lvl2pPr>
            <a:lvl3pPr marL="0" indent="0">
              <a:buNone/>
              <a:defRPr/>
            </a:lvl3pPr>
            <a:lvl4pPr marL="0" indent="0">
              <a:buNone/>
              <a:defRPr/>
            </a:lvl4pPr>
            <a:lvl5pPr marL="0" indent="0">
              <a:buNone/>
              <a:defRPr/>
            </a:lvl5pPr>
          </a:lstStyle>
          <a:p>
            <a:pPr lvl="0"/>
            <a:r>
              <a:rPr lang="en-US"/>
              <a:t>[Month DD, 20YY]</a:t>
            </a:r>
          </a:p>
        </p:txBody>
      </p:sp>
      <p:sp>
        <p:nvSpPr>
          <p:cNvPr id="5" name="Picture Placeholder 4">
            <a:extLst>
              <a:ext uri="{FF2B5EF4-FFF2-40B4-BE49-F238E27FC236}">
                <a16:creationId xmlns:a16="http://schemas.microsoft.com/office/drawing/2014/main" id="{78496E54-0E25-491E-9250-6235E2D8C1DF}"/>
              </a:ext>
            </a:extLst>
          </p:cNvPr>
          <p:cNvSpPr>
            <a:spLocks noGrp="1"/>
          </p:cNvSpPr>
          <p:nvPr>
            <p:ph type="pic" sz="quarter" idx="19"/>
          </p:nvPr>
        </p:nvSpPr>
        <p:spPr>
          <a:xfrm>
            <a:off x="7905395" y="1289050"/>
            <a:ext cx="4286605" cy="4924425"/>
          </a:xfrm>
        </p:spPr>
        <p:txBody>
          <a:bodyPr/>
          <a:lstStyle/>
          <a:p>
            <a:r>
              <a:rPr lang="en-US"/>
              <a:t>Click icon to add picture</a:t>
            </a:r>
          </a:p>
        </p:txBody>
      </p:sp>
      <p:sp>
        <p:nvSpPr>
          <p:cNvPr id="2" name="Text Placeholder 17">
            <a:extLst>
              <a:ext uri="{FF2B5EF4-FFF2-40B4-BE49-F238E27FC236}">
                <a16:creationId xmlns:a16="http://schemas.microsoft.com/office/drawing/2014/main" id="{FE429373-F3E5-FE93-2985-3A20602CB30D}"/>
              </a:ext>
            </a:extLst>
          </p:cNvPr>
          <p:cNvSpPr>
            <a:spLocks noGrp="1"/>
          </p:cNvSpPr>
          <p:nvPr>
            <p:ph type="body" sz="quarter" idx="21" hasCustomPrompt="1"/>
          </p:nvPr>
        </p:nvSpPr>
        <p:spPr>
          <a:xfrm>
            <a:off x="566382" y="1267411"/>
            <a:ext cx="5529618" cy="23331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t>[Optional placeholder—Delete this placeholder if you aren’t using it]</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2026 S&amp;P Global.</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65461517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CERA_Title White - reports and presentations (hIHS)">
    <p:bg>
      <p:bgRef idx="1001">
        <a:schemeClr val="bg1"/>
      </p:bgRef>
    </p:bg>
    <p:spTree>
      <p:nvGrpSpPr>
        <p:cNvPr id="1" name=""/>
        <p:cNvGrpSpPr/>
        <p:nvPr/>
      </p:nvGrpSpPr>
      <p:grpSpPr>
        <a:xfrm>
          <a:off x="0" y="0"/>
          <a:ext cx="0" cy="0"/>
          <a:chOff x="0" y="0"/>
          <a:chExt cx="0" cy="0"/>
        </a:xfrm>
      </p:grpSpPr>
      <p:sp>
        <p:nvSpPr>
          <p:cNvPr id="9" name="Text Placeholder 17">
            <a:extLst>
              <a:ext uri="{FF2B5EF4-FFF2-40B4-BE49-F238E27FC236}">
                <a16:creationId xmlns:a16="http://schemas.microsoft.com/office/drawing/2014/main" id="{8498AB6A-D245-44A6-BBEF-0361C1A6479E}"/>
              </a:ext>
            </a:extLst>
          </p:cNvPr>
          <p:cNvSpPr>
            <a:spLocks noGrp="1"/>
          </p:cNvSpPr>
          <p:nvPr>
            <p:ph type="body" sz="quarter" idx="18" hasCustomPrompt="1"/>
          </p:nvPr>
        </p:nvSpPr>
        <p:spPr>
          <a:xfrm>
            <a:off x="7162800" y="357520"/>
            <a:ext cx="4469680" cy="233318"/>
          </a:xfrm>
          <a:prstGeom prst="rect">
            <a:avLst/>
          </a:prstGeom>
        </p:spPr>
        <p:txBody>
          <a:bodyPr anchor="ctr">
            <a:noAutofit/>
          </a:bodyPr>
          <a:lstStyle>
            <a:lvl1pPr marL="0" indent="0" algn="r">
              <a:buNone/>
              <a:defRPr sz="1200" b="1">
                <a:solidFill>
                  <a:schemeClr val="accent1"/>
                </a:solidFill>
              </a:defRPr>
            </a:lvl1pPr>
            <a:lvl2pPr marL="0" indent="0">
              <a:buNone/>
              <a:defRPr/>
            </a:lvl2pPr>
            <a:lvl3pPr marL="0" indent="0">
              <a:buNone/>
              <a:defRPr/>
            </a:lvl3pPr>
            <a:lvl4pPr marL="0" indent="0">
              <a:buNone/>
              <a:defRPr/>
            </a:lvl4pPr>
            <a:lvl5pPr marL="0" indent="0">
              <a:buNone/>
              <a:defRPr/>
            </a:lvl5pPr>
          </a:lstStyle>
          <a:p>
            <a:pPr lvl="0"/>
            <a:r>
              <a:rPr lang="en-US"/>
              <a:t>[SERVICE LINE / REPORT TYPE]</a:t>
            </a:r>
          </a:p>
        </p:txBody>
      </p:sp>
      <p:sp>
        <p:nvSpPr>
          <p:cNvPr id="13" name="Title 1">
            <a:extLst>
              <a:ext uri="{FF2B5EF4-FFF2-40B4-BE49-F238E27FC236}">
                <a16:creationId xmlns:a16="http://schemas.microsoft.com/office/drawing/2014/main" id="{11571508-C5DD-4E25-961C-17353D606594}"/>
              </a:ext>
            </a:extLst>
          </p:cNvPr>
          <p:cNvSpPr>
            <a:spLocks noGrp="1"/>
          </p:cNvSpPr>
          <p:nvPr>
            <p:ph type="title" hasCustomPrompt="1"/>
          </p:nvPr>
        </p:nvSpPr>
        <p:spPr>
          <a:xfrm>
            <a:off x="566382" y="1502569"/>
            <a:ext cx="7189020" cy="1629251"/>
          </a:xfrm>
          <a:prstGeom prst="rect">
            <a:avLst/>
          </a:prstGeom>
          <a:noFill/>
        </p:spPr>
        <p:txBody>
          <a:bodyPr anchor="b">
            <a:noAutofit/>
          </a:bodyPr>
          <a:lstStyle>
            <a:lvl1pPr>
              <a:defRPr sz="4400" b="0"/>
            </a:lvl1pPr>
          </a:lstStyle>
          <a:p>
            <a:r>
              <a:rPr lang="en-US"/>
              <a:t>[Title max two lines, shrink to fit – must be at least 32 </a:t>
            </a:r>
            <a:r>
              <a:rPr lang="en-US" err="1"/>
              <a:t>pt</a:t>
            </a:r>
            <a:r>
              <a:rPr lang="en-US"/>
              <a:t>]</a:t>
            </a:r>
          </a:p>
        </p:txBody>
      </p:sp>
      <p:sp>
        <p:nvSpPr>
          <p:cNvPr id="14" name="Text Placeholder 10">
            <a:extLst>
              <a:ext uri="{FF2B5EF4-FFF2-40B4-BE49-F238E27FC236}">
                <a16:creationId xmlns:a16="http://schemas.microsoft.com/office/drawing/2014/main" id="{04BCAB30-4750-4267-8703-0690502ABE44}"/>
              </a:ext>
            </a:extLst>
          </p:cNvPr>
          <p:cNvSpPr>
            <a:spLocks noGrp="1"/>
          </p:cNvSpPr>
          <p:nvPr>
            <p:ph type="body" sz="quarter" idx="14" hasCustomPrompt="1"/>
          </p:nvPr>
        </p:nvSpPr>
        <p:spPr>
          <a:xfrm>
            <a:off x="566928" y="3232340"/>
            <a:ext cx="7189020" cy="576053"/>
          </a:xfrm>
        </p:spPr>
        <p:txBody>
          <a:bodyPr>
            <a:norm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[Subtitle max one line, shrink font size to fit – must be at least 14 </a:t>
            </a:r>
            <a:r>
              <a:rPr lang="en-US" err="1"/>
              <a:t>pt</a:t>
            </a:r>
            <a:r>
              <a:rPr lang="en-US"/>
              <a:t>]</a:t>
            </a:r>
          </a:p>
        </p:txBody>
      </p:sp>
      <p:sp>
        <p:nvSpPr>
          <p:cNvPr id="15" name="Text Placeholder 15">
            <a:extLst>
              <a:ext uri="{FF2B5EF4-FFF2-40B4-BE49-F238E27FC236}">
                <a16:creationId xmlns:a16="http://schemas.microsoft.com/office/drawing/2014/main" id="{093CEC42-A75F-4876-8888-3F2ECFF55BAF}"/>
              </a:ext>
            </a:extLst>
          </p:cNvPr>
          <p:cNvSpPr>
            <a:spLocks noGrp="1"/>
          </p:cNvSpPr>
          <p:nvPr>
            <p:ph type="body" sz="quarter" idx="20" hasCustomPrompt="1"/>
          </p:nvPr>
        </p:nvSpPr>
        <p:spPr>
          <a:xfrm>
            <a:off x="566928" y="3926945"/>
            <a:ext cx="7189020" cy="1864408"/>
          </a:xfr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a:t>[First and Last Name / Department / Title]</a:t>
            </a:r>
          </a:p>
          <a:p>
            <a:pPr lvl="0"/>
            <a:r>
              <a:rPr lang="en-US"/>
              <a:t>[First and Last Name / Department / Title]</a:t>
            </a:r>
          </a:p>
          <a:p>
            <a:pPr lvl="0"/>
            <a:r>
              <a:rPr lang="en-US"/>
              <a:t>[First and Last Name / Department / Title]</a:t>
            </a:r>
          </a:p>
          <a:p>
            <a:pPr lvl="0"/>
            <a:r>
              <a:rPr lang="en-US"/>
              <a:t>Also contributing to this report were First and Last name, (no title or division)</a:t>
            </a:r>
          </a:p>
        </p:txBody>
      </p:sp>
      <p:sp>
        <p:nvSpPr>
          <p:cNvPr id="17" name="Text Placeholder 17">
            <a:extLst>
              <a:ext uri="{FF2B5EF4-FFF2-40B4-BE49-F238E27FC236}">
                <a16:creationId xmlns:a16="http://schemas.microsoft.com/office/drawing/2014/main" id="{EBFEFC18-4178-460D-94CF-FE6114DEE4EE}"/>
              </a:ext>
            </a:extLst>
          </p:cNvPr>
          <p:cNvSpPr>
            <a:spLocks noGrp="1"/>
          </p:cNvSpPr>
          <p:nvPr>
            <p:ph type="body" sz="quarter" idx="17" hasCustomPrompt="1"/>
          </p:nvPr>
        </p:nvSpPr>
        <p:spPr>
          <a:xfrm>
            <a:off x="566928" y="5998670"/>
            <a:ext cx="3035808" cy="214805"/>
          </a:xfrm>
        </p:spPr>
        <p:txBody>
          <a:bodyPr>
            <a:normAutofit/>
          </a:bodyPr>
          <a:lstStyle>
            <a:lvl1pPr marL="0" indent="0" algn="l">
              <a:buNone/>
              <a:defRPr sz="1200">
                <a:solidFill>
                  <a:schemeClr val="tx1"/>
                </a:solidFill>
              </a:defRPr>
            </a:lvl1pPr>
            <a:lvl2pPr marL="0" indent="0">
              <a:buNone/>
              <a:defRPr/>
            </a:lvl2pPr>
            <a:lvl3pPr marL="0" indent="0">
              <a:buNone/>
              <a:defRPr/>
            </a:lvl3pPr>
            <a:lvl4pPr marL="0" indent="0">
              <a:buNone/>
              <a:defRPr/>
            </a:lvl4pPr>
            <a:lvl5pPr marL="0" indent="0">
              <a:buNone/>
              <a:defRPr/>
            </a:lvl5pPr>
          </a:lstStyle>
          <a:p>
            <a:pPr lvl="0"/>
            <a:r>
              <a:rPr lang="en-US"/>
              <a:t>[Month DD, 20YY]</a:t>
            </a:r>
          </a:p>
        </p:txBody>
      </p:sp>
      <p:sp>
        <p:nvSpPr>
          <p:cNvPr id="5" name="Picture Placeholder 4">
            <a:extLst>
              <a:ext uri="{FF2B5EF4-FFF2-40B4-BE49-F238E27FC236}">
                <a16:creationId xmlns:a16="http://schemas.microsoft.com/office/drawing/2014/main" id="{78496E54-0E25-491E-9250-6235E2D8C1DF}"/>
              </a:ext>
            </a:extLst>
          </p:cNvPr>
          <p:cNvSpPr>
            <a:spLocks noGrp="1"/>
          </p:cNvSpPr>
          <p:nvPr>
            <p:ph type="pic" sz="quarter" idx="19"/>
          </p:nvPr>
        </p:nvSpPr>
        <p:spPr>
          <a:xfrm>
            <a:off x="7905395" y="1289050"/>
            <a:ext cx="4286605" cy="4924425"/>
          </a:xfrm>
        </p:spPr>
        <p:txBody>
          <a:bodyPr/>
          <a:lstStyle/>
          <a:p>
            <a:r>
              <a:rPr lang="en-US"/>
              <a:t>Click icon to add picture</a:t>
            </a:r>
          </a:p>
        </p:txBody>
      </p:sp>
      <p:sp>
        <p:nvSpPr>
          <p:cNvPr id="2" name="Text Placeholder 17">
            <a:extLst>
              <a:ext uri="{FF2B5EF4-FFF2-40B4-BE49-F238E27FC236}">
                <a16:creationId xmlns:a16="http://schemas.microsoft.com/office/drawing/2014/main" id="{FE429373-F3E5-FE93-2985-3A20602CB30D}"/>
              </a:ext>
            </a:extLst>
          </p:cNvPr>
          <p:cNvSpPr>
            <a:spLocks noGrp="1"/>
          </p:cNvSpPr>
          <p:nvPr>
            <p:ph type="body" sz="quarter" idx="21" hasCustomPrompt="1"/>
          </p:nvPr>
        </p:nvSpPr>
        <p:spPr>
          <a:xfrm>
            <a:off x="566382" y="1502569"/>
            <a:ext cx="5529618" cy="22162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t>[Optional placeholder—Delete this placeholder if you aren’t using it]</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2026 S&amp;P Global.</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215416357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Horizons_Title White - reports and presentations (hIHS)">
    <p:bg>
      <p:bgRef idx="1001">
        <a:schemeClr val="bg1"/>
      </p:bgRef>
    </p:bg>
    <p:spTree>
      <p:nvGrpSpPr>
        <p:cNvPr id="1" name=""/>
        <p:cNvGrpSpPr/>
        <p:nvPr/>
      </p:nvGrpSpPr>
      <p:grpSpPr>
        <a:xfrm>
          <a:off x="0" y="0"/>
          <a:ext cx="0" cy="0"/>
          <a:chOff x="0" y="0"/>
          <a:chExt cx="0" cy="0"/>
        </a:xfrm>
      </p:grpSpPr>
      <p:sp>
        <p:nvSpPr>
          <p:cNvPr id="9" name="Text Placeholder 17">
            <a:extLst>
              <a:ext uri="{FF2B5EF4-FFF2-40B4-BE49-F238E27FC236}">
                <a16:creationId xmlns:a16="http://schemas.microsoft.com/office/drawing/2014/main" id="{8498AB6A-D245-44A6-BBEF-0361C1A6479E}"/>
              </a:ext>
            </a:extLst>
          </p:cNvPr>
          <p:cNvSpPr>
            <a:spLocks noGrp="1"/>
          </p:cNvSpPr>
          <p:nvPr>
            <p:ph type="body" sz="quarter" idx="18" hasCustomPrompt="1"/>
          </p:nvPr>
        </p:nvSpPr>
        <p:spPr>
          <a:xfrm>
            <a:off x="7162800" y="357520"/>
            <a:ext cx="4469680" cy="233318"/>
          </a:xfrm>
          <a:prstGeom prst="rect">
            <a:avLst/>
          </a:prstGeom>
        </p:spPr>
        <p:txBody>
          <a:bodyPr anchor="ctr">
            <a:noAutofit/>
          </a:bodyPr>
          <a:lstStyle>
            <a:lvl1pPr marL="0" indent="0" algn="r">
              <a:buNone/>
              <a:defRPr sz="1200" b="1">
                <a:solidFill>
                  <a:schemeClr val="accent1"/>
                </a:solidFill>
              </a:defRPr>
            </a:lvl1pPr>
            <a:lvl2pPr marL="0" indent="0">
              <a:buNone/>
              <a:defRPr/>
            </a:lvl2pPr>
            <a:lvl3pPr marL="0" indent="0">
              <a:buNone/>
              <a:defRPr/>
            </a:lvl3pPr>
            <a:lvl4pPr marL="0" indent="0">
              <a:buNone/>
              <a:defRPr/>
            </a:lvl4pPr>
            <a:lvl5pPr marL="0" indent="0">
              <a:buNone/>
              <a:defRPr/>
            </a:lvl5pPr>
          </a:lstStyle>
          <a:p>
            <a:pPr lvl="0"/>
            <a:r>
              <a:rPr lang="en-US"/>
              <a:t>[SERVICE LINE / REPORT TYPE]</a:t>
            </a:r>
          </a:p>
        </p:txBody>
      </p:sp>
      <p:sp>
        <p:nvSpPr>
          <p:cNvPr id="13" name="Title 1">
            <a:extLst>
              <a:ext uri="{FF2B5EF4-FFF2-40B4-BE49-F238E27FC236}">
                <a16:creationId xmlns:a16="http://schemas.microsoft.com/office/drawing/2014/main" id="{11571508-C5DD-4E25-961C-17353D606594}"/>
              </a:ext>
            </a:extLst>
          </p:cNvPr>
          <p:cNvSpPr>
            <a:spLocks noGrp="1"/>
          </p:cNvSpPr>
          <p:nvPr>
            <p:ph type="title" hasCustomPrompt="1"/>
          </p:nvPr>
        </p:nvSpPr>
        <p:spPr>
          <a:xfrm>
            <a:off x="566382" y="1502569"/>
            <a:ext cx="7189020" cy="1629251"/>
          </a:xfrm>
          <a:prstGeom prst="rect">
            <a:avLst/>
          </a:prstGeom>
          <a:noFill/>
        </p:spPr>
        <p:txBody>
          <a:bodyPr anchor="b">
            <a:noAutofit/>
          </a:bodyPr>
          <a:lstStyle>
            <a:lvl1pPr>
              <a:defRPr sz="4400" b="0"/>
            </a:lvl1pPr>
          </a:lstStyle>
          <a:p>
            <a:r>
              <a:rPr lang="en-US"/>
              <a:t>[Title max two lines, shrink to fit – must be at least 32 </a:t>
            </a:r>
            <a:r>
              <a:rPr lang="en-US" err="1"/>
              <a:t>pt</a:t>
            </a:r>
            <a:r>
              <a:rPr lang="en-US"/>
              <a:t>]</a:t>
            </a:r>
          </a:p>
        </p:txBody>
      </p:sp>
      <p:sp>
        <p:nvSpPr>
          <p:cNvPr id="14" name="Text Placeholder 10">
            <a:extLst>
              <a:ext uri="{FF2B5EF4-FFF2-40B4-BE49-F238E27FC236}">
                <a16:creationId xmlns:a16="http://schemas.microsoft.com/office/drawing/2014/main" id="{04BCAB30-4750-4267-8703-0690502ABE44}"/>
              </a:ext>
            </a:extLst>
          </p:cNvPr>
          <p:cNvSpPr>
            <a:spLocks noGrp="1"/>
          </p:cNvSpPr>
          <p:nvPr>
            <p:ph type="body" sz="quarter" idx="14" hasCustomPrompt="1"/>
          </p:nvPr>
        </p:nvSpPr>
        <p:spPr>
          <a:xfrm>
            <a:off x="566928" y="3232340"/>
            <a:ext cx="7189020" cy="576053"/>
          </a:xfrm>
        </p:spPr>
        <p:txBody>
          <a:bodyPr>
            <a:norm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[Subtitle max one line, shrink font size to fit – must be at least 14 </a:t>
            </a:r>
            <a:r>
              <a:rPr lang="en-US" err="1"/>
              <a:t>pt</a:t>
            </a:r>
            <a:r>
              <a:rPr lang="en-US"/>
              <a:t>]</a:t>
            </a:r>
          </a:p>
        </p:txBody>
      </p:sp>
      <p:sp>
        <p:nvSpPr>
          <p:cNvPr id="15" name="Text Placeholder 15">
            <a:extLst>
              <a:ext uri="{FF2B5EF4-FFF2-40B4-BE49-F238E27FC236}">
                <a16:creationId xmlns:a16="http://schemas.microsoft.com/office/drawing/2014/main" id="{093CEC42-A75F-4876-8888-3F2ECFF55BAF}"/>
              </a:ext>
            </a:extLst>
          </p:cNvPr>
          <p:cNvSpPr>
            <a:spLocks noGrp="1"/>
          </p:cNvSpPr>
          <p:nvPr>
            <p:ph type="body" sz="quarter" idx="20" hasCustomPrompt="1"/>
          </p:nvPr>
        </p:nvSpPr>
        <p:spPr>
          <a:xfrm>
            <a:off x="566928" y="3926945"/>
            <a:ext cx="7189020" cy="1864408"/>
          </a:xfr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a:t>[First and Last Name / Department / Title]</a:t>
            </a:r>
          </a:p>
          <a:p>
            <a:pPr lvl="0"/>
            <a:r>
              <a:rPr lang="en-US"/>
              <a:t>[First and Last Name / Department / Title]</a:t>
            </a:r>
          </a:p>
          <a:p>
            <a:pPr lvl="0"/>
            <a:r>
              <a:rPr lang="en-US"/>
              <a:t>[First and Last Name / Department / Title]</a:t>
            </a:r>
          </a:p>
          <a:p>
            <a:pPr lvl="0"/>
            <a:r>
              <a:rPr lang="en-US"/>
              <a:t>Also contributing to this report were First and Last name, (no title or division)</a:t>
            </a:r>
          </a:p>
        </p:txBody>
      </p:sp>
      <p:sp>
        <p:nvSpPr>
          <p:cNvPr id="17" name="Text Placeholder 17">
            <a:extLst>
              <a:ext uri="{FF2B5EF4-FFF2-40B4-BE49-F238E27FC236}">
                <a16:creationId xmlns:a16="http://schemas.microsoft.com/office/drawing/2014/main" id="{EBFEFC18-4178-460D-94CF-FE6114DEE4EE}"/>
              </a:ext>
            </a:extLst>
          </p:cNvPr>
          <p:cNvSpPr>
            <a:spLocks noGrp="1"/>
          </p:cNvSpPr>
          <p:nvPr>
            <p:ph type="body" sz="quarter" idx="17" hasCustomPrompt="1"/>
          </p:nvPr>
        </p:nvSpPr>
        <p:spPr>
          <a:xfrm>
            <a:off x="566928" y="5998670"/>
            <a:ext cx="3035808" cy="214805"/>
          </a:xfrm>
        </p:spPr>
        <p:txBody>
          <a:bodyPr>
            <a:normAutofit/>
          </a:bodyPr>
          <a:lstStyle>
            <a:lvl1pPr marL="0" indent="0" algn="l">
              <a:buNone/>
              <a:defRPr sz="1200">
                <a:solidFill>
                  <a:schemeClr val="tx1"/>
                </a:solidFill>
              </a:defRPr>
            </a:lvl1pPr>
            <a:lvl2pPr marL="0" indent="0">
              <a:buNone/>
              <a:defRPr/>
            </a:lvl2pPr>
            <a:lvl3pPr marL="0" indent="0">
              <a:buNone/>
              <a:defRPr/>
            </a:lvl3pPr>
            <a:lvl4pPr marL="0" indent="0">
              <a:buNone/>
              <a:defRPr/>
            </a:lvl4pPr>
            <a:lvl5pPr marL="0" indent="0">
              <a:buNone/>
              <a:defRPr/>
            </a:lvl5pPr>
          </a:lstStyle>
          <a:p>
            <a:pPr lvl="0"/>
            <a:r>
              <a:rPr lang="en-US"/>
              <a:t>[Month DD, 20YY]</a:t>
            </a:r>
          </a:p>
        </p:txBody>
      </p:sp>
      <p:sp>
        <p:nvSpPr>
          <p:cNvPr id="5" name="Picture Placeholder 4">
            <a:extLst>
              <a:ext uri="{FF2B5EF4-FFF2-40B4-BE49-F238E27FC236}">
                <a16:creationId xmlns:a16="http://schemas.microsoft.com/office/drawing/2014/main" id="{78496E54-0E25-491E-9250-6235E2D8C1DF}"/>
              </a:ext>
            </a:extLst>
          </p:cNvPr>
          <p:cNvSpPr>
            <a:spLocks noGrp="1"/>
          </p:cNvSpPr>
          <p:nvPr>
            <p:ph type="pic" sz="quarter" idx="19"/>
          </p:nvPr>
        </p:nvSpPr>
        <p:spPr>
          <a:xfrm>
            <a:off x="7905395" y="1289050"/>
            <a:ext cx="4286605" cy="4924425"/>
          </a:xfrm>
        </p:spPr>
        <p:txBody>
          <a:bodyPr/>
          <a:lstStyle/>
          <a:p>
            <a:r>
              <a:rPr lang="en-US"/>
              <a:t>Click icon to add picture</a:t>
            </a:r>
          </a:p>
        </p:txBody>
      </p:sp>
      <p:sp>
        <p:nvSpPr>
          <p:cNvPr id="2" name="Text Placeholder 17">
            <a:extLst>
              <a:ext uri="{FF2B5EF4-FFF2-40B4-BE49-F238E27FC236}">
                <a16:creationId xmlns:a16="http://schemas.microsoft.com/office/drawing/2014/main" id="{FE429373-F3E5-FE93-2985-3A20602CB30D}"/>
              </a:ext>
            </a:extLst>
          </p:cNvPr>
          <p:cNvSpPr>
            <a:spLocks noGrp="1"/>
          </p:cNvSpPr>
          <p:nvPr>
            <p:ph type="body" sz="quarter" idx="21" hasCustomPrompt="1"/>
          </p:nvPr>
        </p:nvSpPr>
        <p:spPr>
          <a:xfrm>
            <a:off x="566382" y="1502569"/>
            <a:ext cx="5529618" cy="22162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t>[Optional placeholder—Delete this placeholder if you aren’t using it]</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2026 S&amp;P Global.</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1190750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Platts_Title White - reports and presentations (hIHS)">
    <p:bg>
      <p:bgRef idx="1001">
        <a:schemeClr val="bg1"/>
      </p:bgRef>
    </p:bg>
    <p:spTree>
      <p:nvGrpSpPr>
        <p:cNvPr id="1" name=""/>
        <p:cNvGrpSpPr/>
        <p:nvPr/>
      </p:nvGrpSpPr>
      <p:grpSpPr>
        <a:xfrm>
          <a:off x="0" y="0"/>
          <a:ext cx="0" cy="0"/>
          <a:chOff x="0" y="0"/>
          <a:chExt cx="0" cy="0"/>
        </a:xfrm>
      </p:grpSpPr>
      <p:sp>
        <p:nvSpPr>
          <p:cNvPr id="9" name="Text Placeholder 17">
            <a:extLst>
              <a:ext uri="{FF2B5EF4-FFF2-40B4-BE49-F238E27FC236}">
                <a16:creationId xmlns:a16="http://schemas.microsoft.com/office/drawing/2014/main" id="{8498AB6A-D245-44A6-BBEF-0361C1A6479E}"/>
              </a:ext>
            </a:extLst>
          </p:cNvPr>
          <p:cNvSpPr>
            <a:spLocks noGrp="1"/>
          </p:cNvSpPr>
          <p:nvPr>
            <p:ph type="body" sz="quarter" idx="18" hasCustomPrompt="1"/>
          </p:nvPr>
        </p:nvSpPr>
        <p:spPr>
          <a:xfrm>
            <a:off x="7162800" y="357520"/>
            <a:ext cx="4469680" cy="233318"/>
          </a:xfrm>
          <a:prstGeom prst="rect">
            <a:avLst/>
          </a:prstGeom>
        </p:spPr>
        <p:txBody>
          <a:bodyPr anchor="ctr">
            <a:noAutofit/>
          </a:bodyPr>
          <a:lstStyle>
            <a:lvl1pPr marL="0" indent="0" algn="r">
              <a:buNone/>
              <a:defRPr sz="1200" b="1">
                <a:solidFill>
                  <a:schemeClr val="accent1"/>
                </a:solidFill>
              </a:defRPr>
            </a:lvl1pPr>
            <a:lvl2pPr marL="0" indent="0">
              <a:buNone/>
              <a:defRPr/>
            </a:lvl2pPr>
            <a:lvl3pPr marL="0" indent="0">
              <a:buNone/>
              <a:defRPr/>
            </a:lvl3pPr>
            <a:lvl4pPr marL="0" indent="0">
              <a:buNone/>
              <a:defRPr/>
            </a:lvl4pPr>
            <a:lvl5pPr marL="0" indent="0">
              <a:buNone/>
              <a:defRPr/>
            </a:lvl5pPr>
          </a:lstStyle>
          <a:p>
            <a:pPr lvl="0"/>
            <a:r>
              <a:rPr lang="en-US"/>
              <a:t>[SERVICE LINE / REPORT TYPE]</a:t>
            </a:r>
          </a:p>
        </p:txBody>
      </p:sp>
      <p:sp>
        <p:nvSpPr>
          <p:cNvPr id="13" name="Title 1">
            <a:extLst>
              <a:ext uri="{FF2B5EF4-FFF2-40B4-BE49-F238E27FC236}">
                <a16:creationId xmlns:a16="http://schemas.microsoft.com/office/drawing/2014/main" id="{11571508-C5DD-4E25-961C-17353D606594}"/>
              </a:ext>
            </a:extLst>
          </p:cNvPr>
          <p:cNvSpPr>
            <a:spLocks noGrp="1"/>
          </p:cNvSpPr>
          <p:nvPr>
            <p:ph type="title" hasCustomPrompt="1"/>
          </p:nvPr>
        </p:nvSpPr>
        <p:spPr>
          <a:xfrm>
            <a:off x="566382" y="1502569"/>
            <a:ext cx="7189020" cy="1629251"/>
          </a:xfrm>
          <a:prstGeom prst="rect">
            <a:avLst/>
          </a:prstGeom>
          <a:noFill/>
        </p:spPr>
        <p:txBody>
          <a:bodyPr anchor="b">
            <a:noAutofit/>
          </a:bodyPr>
          <a:lstStyle>
            <a:lvl1pPr>
              <a:defRPr sz="4400" b="0"/>
            </a:lvl1pPr>
          </a:lstStyle>
          <a:p>
            <a:r>
              <a:rPr lang="en-US"/>
              <a:t>[Title max two lines, shrink to fit – must be at least 32 </a:t>
            </a:r>
            <a:r>
              <a:rPr lang="en-US" err="1"/>
              <a:t>pt</a:t>
            </a:r>
            <a:r>
              <a:rPr lang="en-US"/>
              <a:t>]</a:t>
            </a:r>
          </a:p>
        </p:txBody>
      </p:sp>
      <p:sp>
        <p:nvSpPr>
          <p:cNvPr id="14" name="Text Placeholder 10">
            <a:extLst>
              <a:ext uri="{FF2B5EF4-FFF2-40B4-BE49-F238E27FC236}">
                <a16:creationId xmlns:a16="http://schemas.microsoft.com/office/drawing/2014/main" id="{04BCAB30-4750-4267-8703-0690502ABE44}"/>
              </a:ext>
            </a:extLst>
          </p:cNvPr>
          <p:cNvSpPr>
            <a:spLocks noGrp="1"/>
          </p:cNvSpPr>
          <p:nvPr>
            <p:ph type="body" sz="quarter" idx="14" hasCustomPrompt="1"/>
          </p:nvPr>
        </p:nvSpPr>
        <p:spPr>
          <a:xfrm>
            <a:off x="566928" y="3232340"/>
            <a:ext cx="7189020" cy="576053"/>
          </a:xfrm>
        </p:spPr>
        <p:txBody>
          <a:bodyPr>
            <a:norm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[Subtitle max one line, shrink font size to fit – must be at least 14 </a:t>
            </a:r>
            <a:r>
              <a:rPr lang="en-US" err="1"/>
              <a:t>pt</a:t>
            </a:r>
            <a:r>
              <a:rPr lang="en-US"/>
              <a:t>]</a:t>
            </a:r>
          </a:p>
        </p:txBody>
      </p:sp>
      <p:sp>
        <p:nvSpPr>
          <p:cNvPr id="15" name="Text Placeholder 15">
            <a:extLst>
              <a:ext uri="{FF2B5EF4-FFF2-40B4-BE49-F238E27FC236}">
                <a16:creationId xmlns:a16="http://schemas.microsoft.com/office/drawing/2014/main" id="{093CEC42-A75F-4876-8888-3F2ECFF55BAF}"/>
              </a:ext>
            </a:extLst>
          </p:cNvPr>
          <p:cNvSpPr>
            <a:spLocks noGrp="1"/>
          </p:cNvSpPr>
          <p:nvPr>
            <p:ph type="body" sz="quarter" idx="20" hasCustomPrompt="1"/>
          </p:nvPr>
        </p:nvSpPr>
        <p:spPr>
          <a:xfrm>
            <a:off x="566928" y="3926945"/>
            <a:ext cx="7189020" cy="1864408"/>
          </a:xfr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a:t>[First and Last Name / Department / Title]</a:t>
            </a:r>
          </a:p>
          <a:p>
            <a:pPr lvl="0"/>
            <a:r>
              <a:rPr lang="en-US"/>
              <a:t>[First and Last Name / Department / Title]</a:t>
            </a:r>
          </a:p>
          <a:p>
            <a:pPr lvl="0"/>
            <a:r>
              <a:rPr lang="en-US"/>
              <a:t>[First and Last Name / Department / Title]</a:t>
            </a:r>
          </a:p>
          <a:p>
            <a:pPr lvl="0"/>
            <a:r>
              <a:rPr lang="en-US"/>
              <a:t>Also contributing to this report were First and Last name, (no title or division)</a:t>
            </a:r>
          </a:p>
        </p:txBody>
      </p:sp>
      <p:sp>
        <p:nvSpPr>
          <p:cNvPr id="17" name="Text Placeholder 17">
            <a:extLst>
              <a:ext uri="{FF2B5EF4-FFF2-40B4-BE49-F238E27FC236}">
                <a16:creationId xmlns:a16="http://schemas.microsoft.com/office/drawing/2014/main" id="{EBFEFC18-4178-460D-94CF-FE6114DEE4EE}"/>
              </a:ext>
            </a:extLst>
          </p:cNvPr>
          <p:cNvSpPr>
            <a:spLocks noGrp="1"/>
          </p:cNvSpPr>
          <p:nvPr>
            <p:ph type="body" sz="quarter" idx="17" hasCustomPrompt="1"/>
          </p:nvPr>
        </p:nvSpPr>
        <p:spPr>
          <a:xfrm>
            <a:off x="566928" y="5998670"/>
            <a:ext cx="3035808" cy="214805"/>
          </a:xfrm>
        </p:spPr>
        <p:txBody>
          <a:bodyPr>
            <a:normAutofit/>
          </a:bodyPr>
          <a:lstStyle>
            <a:lvl1pPr marL="0" indent="0" algn="l">
              <a:buNone/>
              <a:defRPr sz="1200">
                <a:solidFill>
                  <a:schemeClr val="tx1"/>
                </a:solidFill>
              </a:defRPr>
            </a:lvl1pPr>
            <a:lvl2pPr marL="0" indent="0">
              <a:buNone/>
              <a:defRPr/>
            </a:lvl2pPr>
            <a:lvl3pPr marL="0" indent="0">
              <a:buNone/>
              <a:defRPr/>
            </a:lvl3pPr>
            <a:lvl4pPr marL="0" indent="0">
              <a:buNone/>
              <a:defRPr/>
            </a:lvl4pPr>
            <a:lvl5pPr marL="0" indent="0">
              <a:buNone/>
              <a:defRPr/>
            </a:lvl5pPr>
          </a:lstStyle>
          <a:p>
            <a:pPr lvl="0"/>
            <a:r>
              <a:rPr lang="en-US"/>
              <a:t>[Month DD, 20YY]</a:t>
            </a:r>
          </a:p>
        </p:txBody>
      </p:sp>
      <p:sp>
        <p:nvSpPr>
          <p:cNvPr id="5" name="Picture Placeholder 4">
            <a:extLst>
              <a:ext uri="{FF2B5EF4-FFF2-40B4-BE49-F238E27FC236}">
                <a16:creationId xmlns:a16="http://schemas.microsoft.com/office/drawing/2014/main" id="{78496E54-0E25-491E-9250-6235E2D8C1DF}"/>
              </a:ext>
            </a:extLst>
          </p:cNvPr>
          <p:cNvSpPr>
            <a:spLocks noGrp="1"/>
          </p:cNvSpPr>
          <p:nvPr>
            <p:ph type="pic" sz="quarter" idx="19"/>
          </p:nvPr>
        </p:nvSpPr>
        <p:spPr>
          <a:xfrm>
            <a:off x="7905395" y="1289050"/>
            <a:ext cx="4286605" cy="4924425"/>
          </a:xfrm>
        </p:spPr>
        <p:txBody>
          <a:bodyPr/>
          <a:lstStyle/>
          <a:p>
            <a:r>
              <a:rPr lang="en-US"/>
              <a:t>Click icon to add picture</a:t>
            </a:r>
          </a:p>
        </p:txBody>
      </p:sp>
      <p:sp>
        <p:nvSpPr>
          <p:cNvPr id="2" name="Text Placeholder 17">
            <a:extLst>
              <a:ext uri="{FF2B5EF4-FFF2-40B4-BE49-F238E27FC236}">
                <a16:creationId xmlns:a16="http://schemas.microsoft.com/office/drawing/2014/main" id="{FE429373-F3E5-FE93-2985-3A20602CB30D}"/>
              </a:ext>
            </a:extLst>
          </p:cNvPr>
          <p:cNvSpPr>
            <a:spLocks noGrp="1"/>
          </p:cNvSpPr>
          <p:nvPr>
            <p:ph type="body" sz="quarter" idx="21" hasCustomPrompt="1"/>
          </p:nvPr>
        </p:nvSpPr>
        <p:spPr>
          <a:xfrm>
            <a:off x="566382" y="1502569"/>
            <a:ext cx="5529618" cy="22162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t>[Optional placeholder—Delete this placeholder if you aren’t using it]</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2026 S&amp;P Global.</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225921535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a:solidFill>
                  <a:schemeClr val="tx1"/>
                </a:solidFill>
              </a:rPr>
              <a:t>TOC/AGENDA</a:t>
            </a:r>
          </a:p>
        </p:txBody>
      </p:sp>
    </p:spTree>
    <p:extLst>
      <p:ext uri="{BB962C8B-B14F-4D97-AF65-F5344CB8AC3E}">
        <p14:creationId xmlns:p14="http://schemas.microsoft.com/office/powerpoint/2010/main" val="417007709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Divider Photo 2">
    <p:bg>
      <p:bgRef idx="1001">
        <a:schemeClr val="bg1"/>
      </p:bgRef>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E788391-9181-4039-9662-943128F9F643}"/>
              </a:ext>
            </a:extLst>
          </p:cNvPr>
          <p:cNvSpPr>
            <a:spLocks noGrp="1"/>
          </p:cNvSpPr>
          <p:nvPr>
            <p:ph type="ftr" sz="quarter" idx="16"/>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7" name="Title 1">
            <a:extLst>
              <a:ext uri="{FF2B5EF4-FFF2-40B4-BE49-F238E27FC236}">
                <a16:creationId xmlns:a16="http://schemas.microsoft.com/office/drawing/2014/main" id="{C1E8CFFC-BDBD-4E31-B071-4DDAA1454C11}"/>
              </a:ext>
            </a:extLst>
          </p:cNvPr>
          <p:cNvSpPr>
            <a:spLocks noGrp="1"/>
          </p:cNvSpPr>
          <p:nvPr>
            <p:ph type="title" hasCustomPrompt="1"/>
          </p:nvPr>
        </p:nvSpPr>
        <p:spPr>
          <a:xfrm>
            <a:off x="558798" y="456344"/>
            <a:ext cx="5214685" cy="709068"/>
          </a:xfrm>
          <a:prstGeom prst="rect">
            <a:avLst/>
          </a:prstGeom>
        </p:spPr>
        <p:txBody>
          <a:bodyPr anchor="ctr">
            <a:normAutofit/>
          </a:bodyPr>
          <a:lstStyle>
            <a:lvl1pPr>
              <a:defRPr sz="4000"/>
            </a:lvl1pPr>
          </a:lstStyle>
          <a:p>
            <a:r>
              <a:rPr lang="en-US"/>
              <a:t>Table of contents</a:t>
            </a:r>
          </a:p>
        </p:txBody>
      </p:sp>
      <p:sp>
        <p:nvSpPr>
          <p:cNvPr id="9" name="Text Placeholder 2">
            <a:extLst>
              <a:ext uri="{FF2B5EF4-FFF2-40B4-BE49-F238E27FC236}">
                <a16:creationId xmlns:a16="http://schemas.microsoft.com/office/drawing/2014/main" id="{4EBCF259-845B-4BA5-97CB-E81D70E376E7}"/>
              </a:ext>
            </a:extLst>
          </p:cNvPr>
          <p:cNvSpPr>
            <a:spLocks noGrp="1"/>
          </p:cNvSpPr>
          <p:nvPr>
            <p:ph idx="1" hasCustomPrompt="1"/>
          </p:nvPr>
        </p:nvSpPr>
        <p:spPr>
          <a:xfrm>
            <a:off x="567039" y="1289097"/>
            <a:ext cx="5214685" cy="4748525"/>
          </a:xfrm>
          <a:prstGeom prst="rect">
            <a:avLst/>
          </a:prstGeom>
        </p:spPr>
        <p:txBody>
          <a:bodyPr vert="horz" lIns="0" tIns="0" rIns="0" bIns="0" rtlCol="0">
            <a:noAutofit/>
          </a:bodyPr>
          <a:lstStyle>
            <a:lvl1pPr marL="0" indent="0">
              <a:buFontTx/>
              <a:buNone/>
              <a:defRPr/>
            </a:lvl1pPr>
            <a:lvl2pPr marL="169863" indent="0">
              <a:buFontTx/>
              <a:buNone/>
              <a:defRPr/>
            </a:lvl2pPr>
            <a:lvl3pPr marL="341312" indent="0">
              <a:buFontTx/>
              <a:buNone/>
              <a:defRPr/>
            </a:lvl3pPr>
            <a:lvl4pPr marL="517525" indent="0">
              <a:buFontTx/>
              <a:buNone/>
              <a:defRPr/>
            </a:lvl4pPr>
            <a:lvl5pPr marL="687387" indent="0">
              <a:buFontTx/>
              <a:buNone/>
              <a:defRPr/>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p:txBody>
      </p:sp>
      <p:sp>
        <p:nvSpPr>
          <p:cNvPr id="8" name="Picture Placeholder 6">
            <a:extLst>
              <a:ext uri="{FF2B5EF4-FFF2-40B4-BE49-F238E27FC236}">
                <a16:creationId xmlns:a16="http://schemas.microsoft.com/office/drawing/2014/main" id="{DF119F31-B551-49BE-B486-88A63B1BDA06}"/>
              </a:ext>
            </a:extLst>
          </p:cNvPr>
          <p:cNvSpPr>
            <a:spLocks noGrp="1"/>
          </p:cNvSpPr>
          <p:nvPr>
            <p:ph type="pic" sz="quarter" idx="15" hasCustomPrompt="1"/>
          </p:nvPr>
        </p:nvSpPr>
        <p:spPr>
          <a:xfrm>
            <a:off x="6098117" y="479784"/>
            <a:ext cx="6093883" cy="5557838"/>
          </a:xfrm>
          <a:prstGeom prst="rect">
            <a:avLst/>
          </a:prstGeom>
          <a:noFill/>
        </p:spPr>
        <p:txBody>
          <a:bodyPr anchor="ctr"/>
          <a:lstStyle>
            <a:lvl1pPr marL="0" indent="0" algn="ctr">
              <a:buNone/>
              <a:defRPr/>
            </a:lvl1pPr>
          </a:lstStyle>
          <a:p>
            <a:r>
              <a:rPr lang="en-US"/>
              <a:t>[Insert photo]</a:t>
            </a:r>
          </a:p>
        </p:txBody>
      </p:sp>
    </p:spTree>
    <p:extLst>
      <p:ext uri="{BB962C8B-B14F-4D97-AF65-F5344CB8AC3E}">
        <p14:creationId xmlns:p14="http://schemas.microsoft.com/office/powerpoint/2010/main" val="95778028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Agenda - presentations">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6" name="TextBox 5">
            <a:extLst>
              <a:ext uri="{FF2B5EF4-FFF2-40B4-BE49-F238E27FC236}">
                <a16:creationId xmlns:a16="http://schemas.microsoft.com/office/drawing/2014/main" id="{D1AB2D4B-61B8-4F93-BE55-9F895DB392B2}"/>
              </a:ext>
            </a:extLst>
          </p:cNvPr>
          <p:cNvSpPr txBox="1"/>
          <p:nvPr userDrawn="1"/>
        </p:nvSpPr>
        <p:spPr>
          <a:xfrm>
            <a:off x="558799" y="3694832"/>
            <a:ext cx="3583709" cy="615553"/>
          </a:xfrm>
          <a:prstGeom prst="rect">
            <a:avLst/>
          </a:prstGeom>
          <a:noFill/>
        </p:spPr>
        <p:txBody>
          <a:bodyPr wrap="square" lIns="0" tIns="0" rIns="0" bIns="0" rtlCol="0" anchor="ctr">
            <a:spAutoFit/>
          </a:bodyPr>
          <a:lstStyle/>
          <a:p>
            <a:pPr algn="l">
              <a:spcAft>
                <a:spcPts val="200"/>
              </a:spcAft>
            </a:pPr>
            <a:r>
              <a:rPr lang="en-US" sz="4000"/>
              <a:t>Agenda</a:t>
            </a:r>
          </a:p>
        </p:txBody>
      </p:sp>
      <p:sp>
        <p:nvSpPr>
          <p:cNvPr id="53" name="Text Placeholder 5">
            <a:extLst>
              <a:ext uri="{FF2B5EF4-FFF2-40B4-BE49-F238E27FC236}">
                <a16:creationId xmlns:a16="http://schemas.microsoft.com/office/drawing/2014/main" id="{7ADECE40-364B-4CC4-B417-72EED8D3C3F4}"/>
              </a:ext>
            </a:extLst>
          </p:cNvPr>
          <p:cNvSpPr>
            <a:spLocks noGrp="1"/>
          </p:cNvSpPr>
          <p:nvPr>
            <p:ph type="body" sz="quarter" idx="14" hasCustomPrompt="1"/>
          </p:nvPr>
        </p:nvSpPr>
        <p:spPr>
          <a:xfrm>
            <a:off x="6607175" y="1951891"/>
            <a:ext cx="5026025" cy="4101436"/>
          </a:xfrm>
          <a:prstGeom prst="rect">
            <a:avLst/>
          </a:prstGeom>
        </p:spPr>
        <p:txBody>
          <a:bodyPr anchor="ctr"/>
          <a:lstStyle>
            <a:lvl1pPr marL="0" indent="0">
              <a:buFont typeface="Arial" panose="020B0604020202020204" pitchFamily="34" charset="0"/>
              <a:buChar char="​"/>
              <a:defRPr sz="2400"/>
            </a:lvl1pPr>
            <a:lvl2pPr marL="228600" indent="-228600">
              <a:defRPr sz="1800"/>
            </a:lvl2pPr>
          </a:lstStyle>
          <a:p>
            <a:pPr lvl="0"/>
            <a:r>
              <a:rPr lang="en-US"/>
              <a:t>[Click to add content items]</a:t>
            </a:r>
          </a:p>
          <a:p>
            <a:pPr lvl="1"/>
            <a:r>
              <a:rPr lang="en-US"/>
              <a:t>Second level</a:t>
            </a:r>
          </a:p>
        </p:txBody>
      </p:sp>
    </p:spTree>
    <p:extLst>
      <p:ext uri="{BB962C8B-B14F-4D97-AF65-F5344CB8AC3E}">
        <p14:creationId xmlns:p14="http://schemas.microsoft.com/office/powerpoint/2010/main" val="237312765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4" userDrawn="1">
          <p15:clr>
            <a:srgbClr val="FBAE40"/>
          </p15:clr>
        </p15:guide>
        <p15:guide id="2" orient="horz" pos="3816" userDrawn="1">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OC - reports">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4" name="TextBox 3">
            <a:extLst>
              <a:ext uri="{FF2B5EF4-FFF2-40B4-BE49-F238E27FC236}">
                <a16:creationId xmlns:a16="http://schemas.microsoft.com/office/drawing/2014/main" id="{368E778E-5794-4781-A782-DE31D3000154}"/>
              </a:ext>
            </a:extLst>
          </p:cNvPr>
          <p:cNvSpPr txBox="1"/>
          <p:nvPr userDrawn="1"/>
        </p:nvSpPr>
        <p:spPr>
          <a:xfrm>
            <a:off x="567038" y="323644"/>
            <a:ext cx="11064240" cy="369332"/>
          </a:xfrm>
          <a:prstGeom prst="rect">
            <a:avLst/>
          </a:prstGeom>
          <a:noFill/>
        </p:spPr>
        <p:txBody>
          <a:bodyPr wrap="square" lIns="0" tIns="0" rIns="0" bIns="0" rtlCol="0">
            <a:spAutoFit/>
          </a:bodyPr>
          <a:lstStyle/>
          <a:p>
            <a:pPr algn="l"/>
            <a:r>
              <a:rPr lang="en-US" sz="2400"/>
              <a:t>Table of contents</a:t>
            </a:r>
          </a:p>
        </p:txBody>
      </p:sp>
      <p:sp>
        <p:nvSpPr>
          <p:cNvPr id="10" name="Content Placeholder 2">
            <a:extLst>
              <a:ext uri="{FF2B5EF4-FFF2-40B4-BE49-F238E27FC236}">
                <a16:creationId xmlns:a16="http://schemas.microsoft.com/office/drawing/2014/main" id="{85F1D6E6-A55C-4ECB-8E20-E9695CD41CD9}"/>
              </a:ext>
            </a:extLst>
          </p:cNvPr>
          <p:cNvSpPr>
            <a:spLocks noGrp="1"/>
          </p:cNvSpPr>
          <p:nvPr>
            <p:ph sz="quarter" idx="17" hasCustomPrompt="1"/>
          </p:nvPr>
        </p:nvSpPr>
        <p:spPr>
          <a:xfrm>
            <a:off x="567037" y="1257300"/>
            <a:ext cx="11060913" cy="4937760"/>
          </a:xfrm>
        </p:spPr>
        <p:txBody>
          <a:bodyPr numCol="2" spcCol="914400"/>
          <a:lstStyle>
            <a:lvl1pPr>
              <a:tabLst>
                <a:tab pos="5081588" algn="r"/>
              </a:tabLst>
              <a:defRPr/>
            </a:lvl1pPr>
            <a:lvl2pPr>
              <a:tabLst>
                <a:tab pos="5081588" algn="r"/>
              </a:tabLst>
              <a:defRPr/>
            </a:lvl2pPr>
            <a:lvl3pPr>
              <a:tabLst>
                <a:tab pos="5081588" algn="r"/>
              </a:tabLst>
              <a:defRPr/>
            </a:lvl3pPr>
            <a:lvl4pPr>
              <a:tabLst>
                <a:tab pos="5081588" algn="r"/>
              </a:tabLst>
              <a:defRPr/>
            </a:lvl4pPr>
            <a:lvl5pPr>
              <a:tabLst>
                <a:tab pos="5081588" algn="r"/>
              </a:tabLst>
              <a:defRPr/>
            </a:lvl5p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9222876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4" userDrawn="1">
          <p15:clr>
            <a:srgbClr val="FBAE40"/>
          </p15:clr>
        </p15:guide>
        <p15:guide id="2" orient="horz" pos="3816" userDrawn="1">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a:solidFill>
                  <a:schemeClr val="tx1"/>
                </a:solidFill>
              </a:rPr>
              <a:t>BIOS</a:t>
            </a:r>
          </a:p>
        </p:txBody>
      </p:sp>
    </p:spTree>
    <p:extLst>
      <p:ext uri="{BB962C8B-B14F-4D97-AF65-F5344CB8AC3E}">
        <p14:creationId xmlns:p14="http://schemas.microsoft.com/office/powerpoint/2010/main" val="112023931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Single Author">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5BE700C-9B65-48D2-B989-340A545D1AF8}"/>
              </a:ext>
            </a:extLst>
          </p:cNvPr>
          <p:cNvSpPr>
            <a:spLocks noGrp="1"/>
          </p:cNvSpPr>
          <p:nvPr>
            <p:ph type="sldNum" sz="quarter" idx="10"/>
          </p:nvPr>
        </p:nvSpPr>
        <p:spPr/>
        <p:txBody>
          <a:bodyPr/>
          <a:lstStyle/>
          <a:p>
            <a:fld id="{5CFA18E4-D58E-4B28-B105-28D9665A8EBC}" type="slidenum">
              <a:rPr lang="en-US" smtClean="0"/>
              <a:pPr/>
              <a:t>‹#›</a:t>
            </a:fld>
            <a:endParaRPr lang="en-US"/>
          </a:p>
        </p:txBody>
      </p:sp>
      <p:sp>
        <p:nvSpPr>
          <p:cNvPr id="4" name="Title 1">
            <a:extLst>
              <a:ext uri="{FF2B5EF4-FFF2-40B4-BE49-F238E27FC236}">
                <a16:creationId xmlns:a16="http://schemas.microsoft.com/office/drawing/2014/main" id="{2138754E-07B4-4557-9122-37777C75797C}"/>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a:t>[Presenter/Moderator/Panelist] – select a title</a:t>
            </a:r>
          </a:p>
        </p:txBody>
      </p:sp>
      <p:sp>
        <p:nvSpPr>
          <p:cNvPr id="10" name="Picture Placeholder 17">
            <a:extLst>
              <a:ext uri="{FF2B5EF4-FFF2-40B4-BE49-F238E27FC236}">
                <a16:creationId xmlns:a16="http://schemas.microsoft.com/office/drawing/2014/main" id="{D96010C1-4595-4367-B9F6-DB15F9269834}"/>
              </a:ext>
            </a:extLst>
          </p:cNvPr>
          <p:cNvSpPr>
            <a:spLocks noGrp="1"/>
          </p:cNvSpPr>
          <p:nvPr>
            <p:ph type="pic" sz="quarter" idx="23" hasCustomPrompt="1"/>
          </p:nvPr>
        </p:nvSpPr>
        <p:spPr>
          <a:xfrm>
            <a:off x="569373" y="1903422"/>
            <a:ext cx="2194560" cy="2194560"/>
          </a:xfrm>
          <a:prstGeom prst="ellipse">
            <a:avLst/>
          </a:prstGeom>
          <a:pattFill prst="pct5">
            <a:fgClr>
              <a:schemeClr val="accent1"/>
            </a:fgClr>
            <a:bgClr>
              <a:schemeClr val="bg1"/>
            </a:bgClr>
          </a:pattFill>
          <a:ln w="38100">
            <a:solidFill>
              <a:schemeClr val="accent5"/>
            </a:solidFill>
          </a:ln>
        </p:spPr>
        <p:txBody>
          <a:bodyPr anchor="ctr"/>
          <a:lstStyle>
            <a:lvl1pPr marL="0" indent="0" algn="ctr">
              <a:buNone/>
              <a:defRPr b="1"/>
            </a:lvl1pPr>
          </a:lstStyle>
          <a:p>
            <a:r>
              <a:rPr lang="en-US"/>
              <a:t>Click to add portrait photo or remove</a:t>
            </a:r>
          </a:p>
        </p:txBody>
      </p:sp>
      <p:sp>
        <p:nvSpPr>
          <p:cNvPr id="9" name="Text Placeholder 6">
            <a:extLst>
              <a:ext uri="{FF2B5EF4-FFF2-40B4-BE49-F238E27FC236}">
                <a16:creationId xmlns:a16="http://schemas.microsoft.com/office/drawing/2014/main" id="{458F1CB7-C380-4D98-8B57-644A777302F2}"/>
              </a:ext>
            </a:extLst>
          </p:cNvPr>
          <p:cNvSpPr>
            <a:spLocks noGrp="1"/>
          </p:cNvSpPr>
          <p:nvPr>
            <p:ph type="body" sz="quarter" idx="24" hasCustomPrompt="1"/>
          </p:nvPr>
        </p:nvSpPr>
        <p:spPr>
          <a:xfrm>
            <a:off x="3136392" y="1903413"/>
            <a:ext cx="8493356" cy="2187575"/>
          </a:xfrm>
          <a:prstGeom prst="rect">
            <a:avLst/>
          </a:prstGeom>
        </p:spPr>
        <p:txBody>
          <a:bodyPr anchor="ctr"/>
          <a:lstStyle>
            <a:lvl1pPr marL="0" indent="0">
              <a:lnSpc>
                <a:spcPct val="100000"/>
              </a:lnSpc>
              <a:spcBef>
                <a:spcPts val="0"/>
              </a:spcBef>
              <a:spcAft>
                <a:spcPts val="600"/>
              </a:spcAft>
              <a:buFontTx/>
              <a:buNone/>
              <a:defRPr/>
            </a:lvl1pPr>
            <a:lvl2pPr marL="183764" indent="0">
              <a:buFontTx/>
              <a:buNone/>
              <a:defRPr/>
            </a:lvl2pPr>
            <a:lvl3pPr marL="397056" indent="0">
              <a:buFontTx/>
              <a:buNone/>
              <a:defRPr/>
            </a:lvl3pPr>
            <a:lvl4pPr marL="566913" indent="0">
              <a:buFontTx/>
              <a:buNone/>
              <a:defRPr/>
            </a:lvl4pPr>
            <a:lvl5pPr marL="740645" indent="0">
              <a:buFontTx/>
              <a:buNone/>
              <a:defRPr/>
            </a:lvl5pPr>
          </a:lstStyle>
          <a:p>
            <a:pPr lvl="0"/>
            <a:r>
              <a:rPr lang="en-US"/>
              <a:t>Copy and paste the first paragraph of your bio here</a:t>
            </a:r>
          </a:p>
        </p:txBody>
      </p:sp>
      <p:sp>
        <p:nvSpPr>
          <p:cNvPr id="5" name="Text Placeholder 7">
            <a:extLst>
              <a:ext uri="{FF2B5EF4-FFF2-40B4-BE49-F238E27FC236}">
                <a16:creationId xmlns:a16="http://schemas.microsoft.com/office/drawing/2014/main" id="{2BFEA3C9-368E-4564-8216-477D103F8884}"/>
              </a:ext>
            </a:extLst>
          </p:cNvPr>
          <p:cNvSpPr>
            <a:spLocks noGrp="1"/>
          </p:cNvSpPr>
          <p:nvPr>
            <p:ph type="body" sz="quarter" idx="13" hasCustomPrompt="1"/>
          </p:nvPr>
        </p:nvSpPr>
        <p:spPr>
          <a:xfrm>
            <a:off x="574912" y="4258763"/>
            <a:ext cx="5512296"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a:t>Click to add name</a:t>
            </a:r>
          </a:p>
        </p:txBody>
      </p:sp>
      <p:sp>
        <p:nvSpPr>
          <p:cNvPr id="6" name="Text Placeholder 7">
            <a:extLst>
              <a:ext uri="{FF2B5EF4-FFF2-40B4-BE49-F238E27FC236}">
                <a16:creationId xmlns:a16="http://schemas.microsoft.com/office/drawing/2014/main" id="{4A29EB88-5E45-4FD8-93B5-97649F1F7C7B}"/>
              </a:ext>
            </a:extLst>
          </p:cNvPr>
          <p:cNvSpPr>
            <a:spLocks noGrp="1"/>
          </p:cNvSpPr>
          <p:nvPr>
            <p:ph type="body" sz="quarter" idx="14" hasCustomPrompt="1"/>
          </p:nvPr>
        </p:nvSpPr>
        <p:spPr>
          <a:xfrm>
            <a:off x="574912" y="4656700"/>
            <a:ext cx="5515344"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a:t>Click to add title and company</a:t>
            </a:r>
          </a:p>
        </p:txBody>
      </p:sp>
      <p:sp>
        <p:nvSpPr>
          <p:cNvPr id="7" name="Text Placeholder 7">
            <a:extLst>
              <a:ext uri="{FF2B5EF4-FFF2-40B4-BE49-F238E27FC236}">
                <a16:creationId xmlns:a16="http://schemas.microsoft.com/office/drawing/2014/main" id="{B7A4A313-FD4C-48FC-8393-47C4FDF1DEB7}"/>
              </a:ext>
            </a:extLst>
          </p:cNvPr>
          <p:cNvSpPr>
            <a:spLocks noGrp="1"/>
          </p:cNvSpPr>
          <p:nvPr>
            <p:ph type="body" sz="quarter" idx="15" hasCustomPrompt="1"/>
          </p:nvPr>
        </p:nvSpPr>
        <p:spPr>
          <a:xfrm>
            <a:off x="583704" y="5118885"/>
            <a:ext cx="5512296" cy="332160"/>
          </a:xfrm>
          <a:prstGeom prst="rect">
            <a:avLst/>
          </a:prstGeom>
        </p:spPr>
        <p:txBody>
          <a:bodyPr anchor="ctr">
            <a:noAutofit/>
          </a:bodyPr>
          <a:lstStyle>
            <a:lvl1pPr marL="0" indent="0">
              <a:buNone/>
              <a:defRPr sz="1400" b="0"/>
            </a:lvl1pPr>
            <a:lvl2pPr marL="169858" indent="0">
              <a:buNone/>
              <a:defRPr/>
            </a:lvl2pPr>
          </a:lstStyle>
          <a:p>
            <a:r>
              <a:rPr lang="en-US"/>
              <a:t>Click to add email</a:t>
            </a:r>
          </a:p>
        </p:txBody>
      </p:sp>
    </p:spTree>
    <p:extLst>
      <p:ext uri="{BB962C8B-B14F-4D97-AF65-F5344CB8AC3E}">
        <p14:creationId xmlns:p14="http://schemas.microsoft.com/office/powerpoint/2010/main" val="301955795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2 Authors">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575D78A-CDD8-43A2-B722-4DD086071CBD}"/>
              </a:ext>
            </a:extLst>
          </p:cNvPr>
          <p:cNvSpPr>
            <a:spLocks noGrp="1"/>
          </p:cNvSpPr>
          <p:nvPr>
            <p:ph type="sldNum" sz="quarter" idx="10"/>
          </p:nvPr>
        </p:nvSpPr>
        <p:spPr/>
        <p:txBody>
          <a:bodyPr/>
          <a:lstStyle/>
          <a:p>
            <a:fld id="{5CFA18E4-D58E-4B28-B105-28D9665A8EBC}" type="slidenum">
              <a:rPr lang="en-US" smtClean="0"/>
              <a:pPr/>
              <a:t>‹#›</a:t>
            </a:fld>
            <a:endParaRPr lang="en-US"/>
          </a:p>
        </p:txBody>
      </p:sp>
      <p:sp>
        <p:nvSpPr>
          <p:cNvPr id="4" name="Title 1">
            <a:extLst>
              <a:ext uri="{FF2B5EF4-FFF2-40B4-BE49-F238E27FC236}">
                <a16:creationId xmlns:a16="http://schemas.microsoft.com/office/drawing/2014/main" id="{F20E5D11-48D2-46CF-8380-BEEF8C7D0E67}"/>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a:t>[Presenters/Moderators/Panelists] – select a title</a:t>
            </a:r>
          </a:p>
        </p:txBody>
      </p:sp>
      <p:sp>
        <p:nvSpPr>
          <p:cNvPr id="17" name="Picture Placeholder 17">
            <a:extLst>
              <a:ext uri="{FF2B5EF4-FFF2-40B4-BE49-F238E27FC236}">
                <a16:creationId xmlns:a16="http://schemas.microsoft.com/office/drawing/2014/main" id="{0963E4D1-F246-4469-BECB-540CBCA1B881}"/>
              </a:ext>
            </a:extLst>
          </p:cNvPr>
          <p:cNvSpPr>
            <a:spLocks noGrp="1"/>
          </p:cNvSpPr>
          <p:nvPr>
            <p:ph type="pic" sz="quarter" idx="23" hasCustomPrompt="1"/>
          </p:nvPr>
        </p:nvSpPr>
        <p:spPr>
          <a:xfrm>
            <a:off x="569373"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a:t>Click to add portrait photo or remove</a:t>
            </a:r>
          </a:p>
        </p:txBody>
      </p:sp>
      <p:sp>
        <p:nvSpPr>
          <p:cNvPr id="13" name="Text Placeholder 7">
            <a:extLst>
              <a:ext uri="{FF2B5EF4-FFF2-40B4-BE49-F238E27FC236}">
                <a16:creationId xmlns:a16="http://schemas.microsoft.com/office/drawing/2014/main" id="{DB8E4F65-339D-453C-B85E-9390244580C0}"/>
              </a:ext>
            </a:extLst>
          </p:cNvPr>
          <p:cNvSpPr>
            <a:spLocks noGrp="1"/>
          </p:cNvSpPr>
          <p:nvPr>
            <p:ph type="body" sz="quarter" idx="13" hasCustomPrompt="1"/>
          </p:nvPr>
        </p:nvSpPr>
        <p:spPr>
          <a:xfrm>
            <a:off x="574912" y="4258763"/>
            <a:ext cx="5512296"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a:t>Click to add name</a:t>
            </a:r>
          </a:p>
        </p:txBody>
      </p:sp>
      <p:sp>
        <p:nvSpPr>
          <p:cNvPr id="14" name="Text Placeholder 7">
            <a:extLst>
              <a:ext uri="{FF2B5EF4-FFF2-40B4-BE49-F238E27FC236}">
                <a16:creationId xmlns:a16="http://schemas.microsoft.com/office/drawing/2014/main" id="{DA958ED2-3569-4C3C-A692-B6B92B99E2F1}"/>
              </a:ext>
            </a:extLst>
          </p:cNvPr>
          <p:cNvSpPr>
            <a:spLocks noGrp="1"/>
          </p:cNvSpPr>
          <p:nvPr>
            <p:ph type="body" sz="quarter" idx="14" hasCustomPrompt="1"/>
          </p:nvPr>
        </p:nvSpPr>
        <p:spPr>
          <a:xfrm>
            <a:off x="574912" y="4656700"/>
            <a:ext cx="5515344"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a:t>Click to add title and company</a:t>
            </a:r>
          </a:p>
        </p:txBody>
      </p:sp>
      <p:sp>
        <p:nvSpPr>
          <p:cNvPr id="15" name="Text Placeholder 7">
            <a:extLst>
              <a:ext uri="{FF2B5EF4-FFF2-40B4-BE49-F238E27FC236}">
                <a16:creationId xmlns:a16="http://schemas.microsoft.com/office/drawing/2014/main" id="{BA3389FA-8A63-4288-9A98-59EC19AC4E5F}"/>
              </a:ext>
            </a:extLst>
          </p:cNvPr>
          <p:cNvSpPr>
            <a:spLocks noGrp="1"/>
          </p:cNvSpPr>
          <p:nvPr>
            <p:ph type="body" sz="quarter" idx="15" hasCustomPrompt="1"/>
          </p:nvPr>
        </p:nvSpPr>
        <p:spPr>
          <a:xfrm>
            <a:off x="583704" y="5118885"/>
            <a:ext cx="5512296" cy="332160"/>
          </a:xfrm>
          <a:prstGeom prst="rect">
            <a:avLst/>
          </a:prstGeom>
        </p:spPr>
        <p:txBody>
          <a:bodyPr anchor="ctr">
            <a:noAutofit/>
          </a:bodyPr>
          <a:lstStyle>
            <a:lvl1pPr marL="0" indent="0">
              <a:buNone/>
              <a:defRPr sz="1400" b="0"/>
            </a:lvl1pPr>
            <a:lvl2pPr marL="169858" indent="0">
              <a:buNone/>
              <a:defRPr/>
            </a:lvl2pPr>
          </a:lstStyle>
          <a:p>
            <a:r>
              <a:rPr lang="en-US"/>
              <a:t>Click to add email</a:t>
            </a:r>
          </a:p>
        </p:txBody>
      </p:sp>
      <p:sp>
        <p:nvSpPr>
          <p:cNvPr id="9" name="Picture Placeholder 17">
            <a:extLst>
              <a:ext uri="{FF2B5EF4-FFF2-40B4-BE49-F238E27FC236}">
                <a16:creationId xmlns:a16="http://schemas.microsoft.com/office/drawing/2014/main" id="{2A8E5B0D-3D58-4517-81C4-D7B36DC30599}"/>
              </a:ext>
            </a:extLst>
          </p:cNvPr>
          <p:cNvSpPr>
            <a:spLocks noGrp="1"/>
          </p:cNvSpPr>
          <p:nvPr>
            <p:ph type="pic" sz="quarter" idx="24" hasCustomPrompt="1"/>
          </p:nvPr>
        </p:nvSpPr>
        <p:spPr>
          <a:xfrm>
            <a:off x="6527866"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a:t>Click to add portrait photo or remove</a:t>
            </a:r>
          </a:p>
        </p:txBody>
      </p:sp>
      <p:sp>
        <p:nvSpPr>
          <p:cNvPr id="10" name="Text Placeholder 7">
            <a:extLst>
              <a:ext uri="{FF2B5EF4-FFF2-40B4-BE49-F238E27FC236}">
                <a16:creationId xmlns:a16="http://schemas.microsoft.com/office/drawing/2014/main" id="{4B4B870D-FC17-4918-9CBB-99F7941BFFA4}"/>
              </a:ext>
            </a:extLst>
          </p:cNvPr>
          <p:cNvSpPr>
            <a:spLocks noGrp="1"/>
          </p:cNvSpPr>
          <p:nvPr>
            <p:ph type="body" sz="quarter" idx="25" hasCustomPrompt="1"/>
          </p:nvPr>
        </p:nvSpPr>
        <p:spPr>
          <a:xfrm>
            <a:off x="6527865" y="4249619"/>
            <a:ext cx="5093091"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a:t>Click to add name</a:t>
            </a:r>
          </a:p>
        </p:txBody>
      </p:sp>
      <p:sp>
        <p:nvSpPr>
          <p:cNvPr id="11" name="Text Placeholder 7">
            <a:extLst>
              <a:ext uri="{FF2B5EF4-FFF2-40B4-BE49-F238E27FC236}">
                <a16:creationId xmlns:a16="http://schemas.microsoft.com/office/drawing/2014/main" id="{59E5C66B-6906-4F19-BF8F-DC836C6943AE}"/>
              </a:ext>
            </a:extLst>
          </p:cNvPr>
          <p:cNvSpPr>
            <a:spLocks noGrp="1"/>
          </p:cNvSpPr>
          <p:nvPr>
            <p:ph type="body" sz="quarter" idx="26" hasCustomPrompt="1"/>
          </p:nvPr>
        </p:nvSpPr>
        <p:spPr>
          <a:xfrm>
            <a:off x="6527865" y="4647556"/>
            <a:ext cx="5095907"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a:t>Click to add title and company</a:t>
            </a:r>
          </a:p>
        </p:txBody>
      </p:sp>
      <p:sp>
        <p:nvSpPr>
          <p:cNvPr id="12" name="Text Placeholder 7">
            <a:extLst>
              <a:ext uri="{FF2B5EF4-FFF2-40B4-BE49-F238E27FC236}">
                <a16:creationId xmlns:a16="http://schemas.microsoft.com/office/drawing/2014/main" id="{A0732281-1662-446D-BF97-1F36FDA2C65B}"/>
              </a:ext>
            </a:extLst>
          </p:cNvPr>
          <p:cNvSpPr>
            <a:spLocks noGrp="1"/>
          </p:cNvSpPr>
          <p:nvPr>
            <p:ph type="body" sz="quarter" idx="27" hasCustomPrompt="1"/>
          </p:nvPr>
        </p:nvSpPr>
        <p:spPr>
          <a:xfrm>
            <a:off x="6536657" y="5109741"/>
            <a:ext cx="5093091" cy="332160"/>
          </a:xfrm>
          <a:prstGeom prst="rect">
            <a:avLst/>
          </a:prstGeom>
        </p:spPr>
        <p:txBody>
          <a:bodyPr anchor="ctr">
            <a:noAutofit/>
          </a:bodyPr>
          <a:lstStyle>
            <a:lvl1pPr marL="0" indent="0">
              <a:buNone/>
              <a:defRPr sz="1400" b="0"/>
            </a:lvl1pPr>
            <a:lvl2pPr marL="169858" indent="0">
              <a:buNone/>
              <a:defRPr/>
            </a:lvl2pPr>
          </a:lstStyle>
          <a:p>
            <a:r>
              <a:rPr lang="en-US"/>
              <a:t>Click to add email</a:t>
            </a:r>
          </a:p>
        </p:txBody>
      </p:sp>
    </p:spTree>
    <p:extLst>
      <p:ext uri="{BB962C8B-B14F-4D97-AF65-F5344CB8AC3E}">
        <p14:creationId xmlns:p14="http://schemas.microsoft.com/office/powerpoint/2010/main" val="132345860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3 Authors">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575D78A-CDD8-43A2-B722-4DD086071CBD}"/>
              </a:ext>
            </a:extLst>
          </p:cNvPr>
          <p:cNvSpPr>
            <a:spLocks noGrp="1"/>
          </p:cNvSpPr>
          <p:nvPr>
            <p:ph type="sldNum" sz="quarter" idx="10"/>
          </p:nvPr>
        </p:nvSpPr>
        <p:spPr/>
        <p:txBody>
          <a:bodyPr/>
          <a:lstStyle/>
          <a:p>
            <a:fld id="{5CFA18E4-D58E-4B28-B105-28D9665A8EBC}" type="slidenum">
              <a:rPr lang="en-US" smtClean="0"/>
              <a:pPr/>
              <a:t>‹#›</a:t>
            </a:fld>
            <a:endParaRPr lang="en-US"/>
          </a:p>
        </p:txBody>
      </p:sp>
      <p:sp>
        <p:nvSpPr>
          <p:cNvPr id="4" name="Title 1">
            <a:extLst>
              <a:ext uri="{FF2B5EF4-FFF2-40B4-BE49-F238E27FC236}">
                <a16:creationId xmlns:a16="http://schemas.microsoft.com/office/drawing/2014/main" id="{F20E5D11-48D2-46CF-8380-BEEF8C7D0E67}"/>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a:t>[Presenters/Moderators/Panelists] – select a title</a:t>
            </a:r>
          </a:p>
        </p:txBody>
      </p:sp>
      <p:sp>
        <p:nvSpPr>
          <p:cNvPr id="16" name="Picture Placeholder 17">
            <a:extLst>
              <a:ext uri="{FF2B5EF4-FFF2-40B4-BE49-F238E27FC236}">
                <a16:creationId xmlns:a16="http://schemas.microsoft.com/office/drawing/2014/main" id="{E18A9881-DF3F-4314-8841-AAA80E908A97}"/>
              </a:ext>
            </a:extLst>
          </p:cNvPr>
          <p:cNvSpPr>
            <a:spLocks noGrp="1"/>
          </p:cNvSpPr>
          <p:nvPr>
            <p:ph type="pic" sz="quarter" idx="23" hasCustomPrompt="1"/>
          </p:nvPr>
        </p:nvSpPr>
        <p:spPr>
          <a:xfrm>
            <a:off x="569373"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a:t>Click to add portrait photo or remove</a:t>
            </a:r>
          </a:p>
        </p:txBody>
      </p:sp>
      <p:sp>
        <p:nvSpPr>
          <p:cNvPr id="13" name="Text Placeholder 7">
            <a:extLst>
              <a:ext uri="{FF2B5EF4-FFF2-40B4-BE49-F238E27FC236}">
                <a16:creationId xmlns:a16="http://schemas.microsoft.com/office/drawing/2014/main" id="{DB8E4F65-339D-453C-B85E-9390244580C0}"/>
              </a:ext>
            </a:extLst>
          </p:cNvPr>
          <p:cNvSpPr>
            <a:spLocks noGrp="1"/>
          </p:cNvSpPr>
          <p:nvPr>
            <p:ph type="body" sz="quarter" idx="13" hasCustomPrompt="1"/>
          </p:nvPr>
        </p:nvSpPr>
        <p:spPr>
          <a:xfrm>
            <a:off x="569372" y="4258763"/>
            <a:ext cx="339617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a:t>Click to add name</a:t>
            </a:r>
          </a:p>
        </p:txBody>
      </p:sp>
      <p:sp>
        <p:nvSpPr>
          <p:cNvPr id="14" name="Text Placeholder 7">
            <a:extLst>
              <a:ext uri="{FF2B5EF4-FFF2-40B4-BE49-F238E27FC236}">
                <a16:creationId xmlns:a16="http://schemas.microsoft.com/office/drawing/2014/main" id="{DA958ED2-3569-4C3C-A692-B6B92B99E2F1}"/>
              </a:ext>
            </a:extLst>
          </p:cNvPr>
          <p:cNvSpPr>
            <a:spLocks noGrp="1"/>
          </p:cNvSpPr>
          <p:nvPr>
            <p:ph type="body" sz="quarter" idx="14" hasCustomPrompt="1"/>
          </p:nvPr>
        </p:nvSpPr>
        <p:spPr>
          <a:xfrm>
            <a:off x="569372" y="4656700"/>
            <a:ext cx="3398053"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a:t>Click to add title and company</a:t>
            </a:r>
          </a:p>
        </p:txBody>
      </p:sp>
      <p:sp>
        <p:nvSpPr>
          <p:cNvPr id="15" name="Text Placeholder 7">
            <a:extLst>
              <a:ext uri="{FF2B5EF4-FFF2-40B4-BE49-F238E27FC236}">
                <a16:creationId xmlns:a16="http://schemas.microsoft.com/office/drawing/2014/main" id="{BA3389FA-8A63-4288-9A98-59EC19AC4E5F}"/>
              </a:ext>
            </a:extLst>
          </p:cNvPr>
          <p:cNvSpPr>
            <a:spLocks noGrp="1"/>
          </p:cNvSpPr>
          <p:nvPr>
            <p:ph type="body" sz="quarter" idx="15" hasCustomPrompt="1"/>
          </p:nvPr>
        </p:nvSpPr>
        <p:spPr>
          <a:xfrm>
            <a:off x="578164" y="5118885"/>
            <a:ext cx="3396175" cy="332160"/>
          </a:xfrm>
          <a:prstGeom prst="rect">
            <a:avLst/>
          </a:prstGeom>
        </p:spPr>
        <p:txBody>
          <a:bodyPr anchor="ctr">
            <a:noAutofit/>
          </a:bodyPr>
          <a:lstStyle>
            <a:lvl1pPr marL="0" indent="0">
              <a:buNone/>
              <a:defRPr sz="1400" b="0"/>
            </a:lvl1pPr>
            <a:lvl2pPr marL="169858" indent="0">
              <a:buNone/>
              <a:defRPr/>
            </a:lvl2pPr>
          </a:lstStyle>
          <a:p>
            <a:r>
              <a:rPr lang="en-US"/>
              <a:t>Click to add email</a:t>
            </a:r>
          </a:p>
        </p:txBody>
      </p:sp>
      <p:sp>
        <p:nvSpPr>
          <p:cNvPr id="18" name="Picture Placeholder 17">
            <a:extLst>
              <a:ext uri="{FF2B5EF4-FFF2-40B4-BE49-F238E27FC236}">
                <a16:creationId xmlns:a16="http://schemas.microsoft.com/office/drawing/2014/main" id="{C592B89A-95D5-4D3F-9919-D8C4397786C1}"/>
              </a:ext>
            </a:extLst>
          </p:cNvPr>
          <p:cNvSpPr>
            <a:spLocks noGrp="1"/>
          </p:cNvSpPr>
          <p:nvPr>
            <p:ph type="pic" sz="quarter" idx="24" hasCustomPrompt="1"/>
          </p:nvPr>
        </p:nvSpPr>
        <p:spPr>
          <a:xfrm>
            <a:off x="4448624"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a:t>Click to add portrait photo or remove</a:t>
            </a:r>
          </a:p>
        </p:txBody>
      </p:sp>
      <p:sp>
        <p:nvSpPr>
          <p:cNvPr id="19" name="Text Placeholder 7">
            <a:extLst>
              <a:ext uri="{FF2B5EF4-FFF2-40B4-BE49-F238E27FC236}">
                <a16:creationId xmlns:a16="http://schemas.microsoft.com/office/drawing/2014/main" id="{B44B7B59-8A0C-4D95-9D25-5E3DF480AAAB}"/>
              </a:ext>
            </a:extLst>
          </p:cNvPr>
          <p:cNvSpPr>
            <a:spLocks noGrp="1"/>
          </p:cNvSpPr>
          <p:nvPr>
            <p:ph type="body" sz="quarter" idx="25" hasCustomPrompt="1"/>
          </p:nvPr>
        </p:nvSpPr>
        <p:spPr>
          <a:xfrm>
            <a:off x="4430937" y="4249619"/>
            <a:ext cx="339617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a:t>Click to add name</a:t>
            </a:r>
          </a:p>
        </p:txBody>
      </p:sp>
      <p:sp>
        <p:nvSpPr>
          <p:cNvPr id="20" name="Text Placeholder 7">
            <a:extLst>
              <a:ext uri="{FF2B5EF4-FFF2-40B4-BE49-F238E27FC236}">
                <a16:creationId xmlns:a16="http://schemas.microsoft.com/office/drawing/2014/main" id="{D867FDEA-93C7-4652-AC2F-743293039C3C}"/>
              </a:ext>
            </a:extLst>
          </p:cNvPr>
          <p:cNvSpPr>
            <a:spLocks noGrp="1"/>
          </p:cNvSpPr>
          <p:nvPr>
            <p:ph type="body" sz="quarter" idx="26" hasCustomPrompt="1"/>
          </p:nvPr>
        </p:nvSpPr>
        <p:spPr>
          <a:xfrm>
            <a:off x="4430937" y="4647556"/>
            <a:ext cx="3398053"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a:t>Click to add title and company</a:t>
            </a:r>
          </a:p>
        </p:txBody>
      </p:sp>
      <p:sp>
        <p:nvSpPr>
          <p:cNvPr id="21" name="Text Placeholder 7">
            <a:extLst>
              <a:ext uri="{FF2B5EF4-FFF2-40B4-BE49-F238E27FC236}">
                <a16:creationId xmlns:a16="http://schemas.microsoft.com/office/drawing/2014/main" id="{5F3E5738-3EED-47E4-B437-5701BE83D5BB}"/>
              </a:ext>
            </a:extLst>
          </p:cNvPr>
          <p:cNvSpPr>
            <a:spLocks noGrp="1"/>
          </p:cNvSpPr>
          <p:nvPr>
            <p:ph type="body" sz="quarter" idx="27" hasCustomPrompt="1"/>
          </p:nvPr>
        </p:nvSpPr>
        <p:spPr>
          <a:xfrm>
            <a:off x="4439729" y="5109741"/>
            <a:ext cx="3396175" cy="332160"/>
          </a:xfrm>
          <a:prstGeom prst="rect">
            <a:avLst/>
          </a:prstGeom>
        </p:spPr>
        <p:txBody>
          <a:bodyPr anchor="ctr">
            <a:noAutofit/>
          </a:bodyPr>
          <a:lstStyle>
            <a:lvl1pPr marL="0" indent="0">
              <a:buNone/>
              <a:defRPr sz="1400" b="0"/>
            </a:lvl1pPr>
            <a:lvl2pPr marL="169858" indent="0">
              <a:buNone/>
              <a:defRPr/>
            </a:lvl2pPr>
          </a:lstStyle>
          <a:p>
            <a:r>
              <a:rPr lang="en-US"/>
              <a:t>Click to add email</a:t>
            </a:r>
          </a:p>
        </p:txBody>
      </p:sp>
      <p:sp>
        <p:nvSpPr>
          <p:cNvPr id="22" name="Picture Placeholder 17">
            <a:extLst>
              <a:ext uri="{FF2B5EF4-FFF2-40B4-BE49-F238E27FC236}">
                <a16:creationId xmlns:a16="http://schemas.microsoft.com/office/drawing/2014/main" id="{565A1BAD-5C48-4C0D-AE93-5DBA70892675}"/>
              </a:ext>
            </a:extLst>
          </p:cNvPr>
          <p:cNvSpPr>
            <a:spLocks noGrp="1"/>
          </p:cNvSpPr>
          <p:nvPr>
            <p:ph type="pic" sz="quarter" idx="28" hasCustomPrompt="1"/>
          </p:nvPr>
        </p:nvSpPr>
        <p:spPr>
          <a:xfrm>
            <a:off x="8224782"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a:t>Click to add portrait photo or remove</a:t>
            </a:r>
          </a:p>
        </p:txBody>
      </p:sp>
      <p:sp>
        <p:nvSpPr>
          <p:cNvPr id="23" name="Text Placeholder 7">
            <a:extLst>
              <a:ext uri="{FF2B5EF4-FFF2-40B4-BE49-F238E27FC236}">
                <a16:creationId xmlns:a16="http://schemas.microsoft.com/office/drawing/2014/main" id="{EA3D350B-6C94-4545-86A9-0AD2FE58305E}"/>
              </a:ext>
            </a:extLst>
          </p:cNvPr>
          <p:cNvSpPr>
            <a:spLocks noGrp="1"/>
          </p:cNvSpPr>
          <p:nvPr>
            <p:ph type="body" sz="quarter" idx="29" hasCustomPrompt="1"/>
          </p:nvPr>
        </p:nvSpPr>
        <p:spPr>
          <a:xfrm>
            <a:off x="8224781" y="4249619"/>
            <a:ext cx="339617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a:t>Click to add name</a:t>
            </a:r>
          </a:p>
        </p:txBody>
      </p:sp>
      <p:sp>
        <p:nvSpPr>
          <p:cNvPr id="24" name="Text Placeholder 7">
            <a:extLst>
              <a:ext uri="{FF2B5EF4-FFF2-40B4-BE49-F238E27FC236}">
                <a16:creationId xmlns:a16="http://schemas.microsoft.com/office/drawing/2014/main" id="{FEEFE4CE-79A1-47ED-A87A-3656BFD65401}"/>
              </a:ext>
            </a:extLst>
          </p:cNvPr>
          <p:cNvSpPr>
            <a:spLocks noGrp="1"/>
          </p:cNvSpPr>
          <p:nvPr>
            <p:ph type="body" sz="quarter" idx="30" hasCustomPrompt="1"/>
          </p:nvPr>
        </p:nvSpPr>
        <p:spPr>
          <a:xfrm>
            <a:off x="8224781" y="4647556"/>
            <a:ext cx="3398053"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a:t>Click to add title and company</a:t>
            </a:r>
          </a:p>
        </p:txBody>
      </p:sp>
      <p:sp>
        <p:nvSpPr>
          <p:cNvPr id="25" name="Text Placeholder 7">
            <a:extLst>
              <a:ext uri="{FF2B5EF4-FFF2-40B4-BE49-F238E27FC236}">
                <a16:creationId xmlns:a16="http://schemas.microsoft.com/office/drawing/2014/main" id="{35772D5C-CDC5-422E-9C96-517E55AE44FE}"/>
              </a:ext>
            </a:extLst>
          </p:cNvPr>
          <p:cNvSpPr>
            <a:spLocks noGrp="1"/>
          </p:cNvSpPr>
          <p:nvPr>
            <p:ph type="body" sz="quarter" idx="31" hasCustomPrompt="1"/>
          </p:nvPr>
        </p:nvSpPr>
        <p:spPr>
          <a:xfrm>
            <a:off x="8233573" y="5109741"/>
            <a:ext cx="3396175" cy="332160"/>
          </a:xfrm>
          <a:prstGeom prst="rect">
            <a:avLst/>
          </a:prstGeom>
        </p:spPr>
        <p:txBody>
          <a:bodyPr anchor="ctr">
            <a:noAutofit/>
          </a:bodyPr>
          <a:lstStyle>
            <a:lvl1pPr marL="0" indent="0">
              <a:buNone/>
              <a:defRPr sz="1400" b="0"/>
            </a:lvl1pPr>
            <a:lvl2pPr marL="169858" indent="0">
              <a:buNone/>
              <a:defRPr/>
            </a:lvl2pPr>
          </a:lstStyle>
          <a:p>
            <a:r>
              <a:rPr lang="en-US"/>
              <a:t>Click to add email</a:t>
            </a:r>
          </a:p>
        </p:txBody>
      </p:sp>
    </p:spTree>
    <p:extLst>
      <p:ext uri="{BB962C8B-B14F-4D97-AF65-F5344CB8AC3E}">
        <p14:creationId xmlns:p14="http://schemas.microsoft.com/office/powerpoint/2010/main" val="381971570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4 Authors">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9D0302A-6B11-4359-9340-D7697342E077}"/>
              </a:ext>
            </a:extLst>
          </p:cNvPr>
          <p:cNvSpPr>
            <a:spLocks noGrp="1"/>
          </p:cNvSpPr>
          <p:nvPr>
            <p:ph type="sldNum" sz="quarter" idx="10"/>
          </p:nvPr>
        </p:nvSpPr>
        <p:spPr/>
        <p:txBody>
          <a:bodyPr/>
          <a:lstStyle/>
          <a:p>
            <a:fld id="{5CFA18E4-D58E-4B28-B105-28D9665A8EBC}" type="slidenum">
              <a:rPr lang="en-US" smtClean="0"/>
              <a:pPr/>
              <a:t>‹#›</a:t>
            </a:fld>
            <a:endParaRPr lang="en-US"/>
          </a:p>
        </p:txBody>
      </p:sp>
      <p:sp>
        <p:nvSpPr>
          <p:cNvPr id="4" name="Title 1">
            <a:extLst>
              <a:ext uri="{FF2B5EF4-FFF2-40B4-BE49-F238E27FC236}">
                <a16:creationId xmlns:a16="http://schemas.microsoft.com/office/drawing/2014/main" id="{4348ACEE-4D47-4395-8914-65292080F51E}"/>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a:t>[Presenters/Moderators/Panelists] – select a title</a:t>
            </a:r>
          </a:p>
        </p:txBody>
      </p:sp>
      <p:sp>
        <p:nvSpPr>
          <p:cNvPr id="5" name="Picture Placeholder 17">
            <a:extLst>
              <a:ext uri="{FF2B5EF4-FFF2-40B4-BE49-F238E27FC236}">
                <a16:creationId xmlns:a16="http://schemas.microsoft.com/office/drawing/2014/main" id="{13874D71-DEE4-4585-9798-1C1D387CEF03}"/>
              </a:ext>
            </a:extLst>
          </p:cNvPr>
          <p:cNvSpPr>
            <a:spLocks noGrp="1"/>
          </p:cNvSpPr>
          <p:nvPr>
            <p:ph type="pic" sz="quarter" idx="23" hasCustomPrompt="1"/>
          </p:nvPr>
        </p:nvSpPr>
        <p:spPr>
          <a:xfrm>
            <a:off x="567039"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a:t>Click to add portrait photo or remove</a:t>
            </a:r>
          </a:p>
        </p:txBody>
      </p:sp>
      <p:sp>
        <p:nvSpPr>
          <p:cNvPr id="6" name="Text Placeholder 7">
            <a:extLst>
              <a:ext uri="{FF2B5EF4-FFF2-40B4-BE49-F238E27FC236}">
                <a16:creationId xmlns:a16="http://schemas.microsoft.com/office/drawing/2014/main" id="{267613AE-2BF4-40BC-BF6A-47F974F6E966}"/>
              </a:ext>
            </a:extLst>
          </p:cNvPr>
          <p:cNvSpPr>
            <a:spLocks noGrp="1"/>
          </p:cNvSpPr>
          <p:nvPr>
            <p:ph type="body" sz="quarter" idx="13" hasCustomPrompt="1"/>
          </p:nvPr>
        </p:nvSpPr>
        <p:spPr>
          <a:xfrm>
            <a:off x="567039" y="4258584"/>
            <a:ext cx="243585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a:t>Click to add name</a:t>
            </a:r>
          </a:p>
        </p:txBody>
      </p:sp>
      <p:sp>
        <p:nvSpPr>
          <p:cNvPr id="7" name="Text Placeholder 7">
            <a:extLst>
              <a:ext uri="{FF2B5EF4-FFF2-40B4-BE49-F238E27FC236}">
                <a16:creationId xmlns:a16="http://schemas.microsoft.com/office/drawing/2014/main" id="{AE90B753-E282-442B-84E7-5A7E2F8C0706}"/>
              </a:ext>
            </a:extLst>
          </p:cNvPr>
          <p:cNvSpPr>
            <a:spLocks noGrp="1"/>
          </p:cNvSpPr>
          <p:nvPr>
            <p:ph type="body" sz="quarter" idx="14" hasCustomPrompt="1"/>
          </p:nvPr>
        </p:nvSpPr>
        <p:spPr>
          <a:xfrm>
            <a:off x="567040" y="4656521"/>
            <a:ext cx="2437202"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a:t>Click to add title and company</a:t>
            </a:r>
          </a:p>
        </p:txBody>
      </p:sp>
      <p:sp>
        <p:nvSpPr>
          <p:cNvPr id="8" name="Text Placeholder 7">
            <a:extLst>
              <a:ext uri="{FF2B5EF4-FFF2-40B4-BE49-F238E27FC236}">
                <a16:creationId xmlns:a16="http://schemas.microsoft.com/office/drawing/2014/main" id="{B00296E1-79C9-4288-BB0D-268520881F96}"/>
              </a:ext>
            </a:extLst>
          </p:cNvPr>
          <p:cNvSpPr>
            <a:spLocks noGrp="1"/>
          </p:cNvSpPr>
          <p:nvPr>
            <p:ph type="body" sz="quarter" idx="15" hasCustomPrompt="1"/>
          </p:nvPr>
        </p:nvSpPr>
        <p:spPr>
          <a:xfrm>
            <a:off x="575831" y="5118706"/>
            <a:ext cx="2435855" cy="332160"/>
          </a:xfrm>
          <a:prstGeom prst="rect">
            <a:avLst/>
          </a:prstGeom>
        </p:spPr>
        <p:txBody>
          <a:bodyPr anchor="ctr">
            <a:noAutofit/>
          </a:bodyPr>
          <a:lstStyle>
            <a:lvl1pPr marL="0" indent="0">
              <a:buNone/>
              <a:defRPr sz="1400" b="0"/>
            </a:lvl1pPr>
            <a:lvl2pPr marL="169858" indent="0">
              <a:buNone/>
              <a:defRPr/>
            </a:lvl2pPr>
          </a:lstStyle>
          <a:p>
            <a:r>
              <a:rPr lang="en-US"/>
              <a:t>Click to add email</a:t>
            </a:r>
          </a:p>
        </p:txBody>
      </p:sp>
      <p:sp>
        <p:nvSpPr>
          <p:cNvPr id="9" name="Picture Placeholder 17">
            <a:extLst>
              <a:ext uri="{FF2B5EF4-FFF2-40B4-BE49-F238E27FC236}">
                <a16:creationId xmlns:a16="http://schemas.microsoft.com/office/drawing/2014/main" id="{7DCCDFBD-3BCA-4F0C-923B-9AF98CADDCDB}"/>
              </a:ext>
            </a:extLst>
          </p:cNvPr>
          <p:cNvSpPr>
            <a:spLocks noGrp="1"/>
          </p:cNvSpPr>
          <p:nvPr>
            <p:ph type="pic" sz="quarter" idx="24" hasCustomPrompt="1"/>
          </p:nvPr>
        </p:nvSpPr>
        <p:spPr>
          <a:xfrm>
            <a:off x="3448527"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a:t>Click to add portrait photo or remove</a:t>
            </a:r>
          </a:p>
        </p:txBody>
      </p:sp>
      <p:sp>
        <p:nvSpPr>
          <p:cNvPr id="10" name="Text Placeholder 7">
            <a:extLst>
              <a:ext uri="{FF2B5EF4-FFF2-40B4-BE49-F238E27FC236}">
                <a16:creationId xmlns:a16="http://schemas.microsoft.com/office/drawing/2014/main" id="{5A4BD374-EAF1-48D8-9CD4-A02D195CC8B4}"/>
              </a:ext>
            </a:extLst>
          </p:cNvPr>
          <p:cNvSpPr>
            <a:spLocks noGrp="1"/>
          </p:cNvSpPr>
          <p:nvPr>
            <p:ph type="body" sz="quarter" idx="25" hasCustomPrompt="1"/>
          </p:nvPr>
        </p:nvSpPr>
        <p:spPr>
          <a:xfrm>
            <a:off x="3448527" y="4258584"/>
            <a:ext cx="243585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a:t>Click to add name</a:t>
            </a:r>
          </a:p>
        </p:txBody>
      </p:sp>
      <p:sp>
        <p:nvSpPr>
          <p:cNvPr id="11" name="Text Placeholder 7">
            <a:extLst>
              <a:ext uri="{FF2B5EF4-FFF2-40B4-BE49-F238E27FC236}">
                <a16:creationId xmlns:a16="http://schemas.microsoft.com/office/drawing/2014/main" id="{A52EF8A5-21BA-476E-8BE5-9C93113CD721}"/>
              </a:ext>
            </a:extLst>
          </p:cNvPr>
          <p:cNvSpPr>
            <a:spLocks noGrp="1"/>
          </p:cNvSpPr>
          <p:nvPr>
            <p:ph type="body" sz="quarter" idx="26" hasCustomPrompt="1"/>
          </p:nvPr>
        </p:nvSpPr>
        <p:spPr>
          <a:xfrm>
            <a:off x="3454175" y="4656521"/>
            <a:ext cx="2437202"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a:t>Click to add title and company</a:t>
            </a:r>
          </a:p>
        </p:txBody>
      </p:sp>
      <p:sp>
        <p:nvSpPr>
          <p:cNvPr id="12" name="Text Placeholder 7">
            <a:extLst>
              <a:ext uri="{FF2B5EF4-FFF2-40B4-BE49-F238E27FC236}">
                <a16:creationId xmlns:a16="http://schemas.microsoft.com/office/drawing/2014/main" id="{2F910126-582E-45E7-ADD6-72F532C9B02F}"/>
              </a:ext>
            </a:extLst>
          </p:cNvPr>
          <p:cNvSpPr>
            <a:spLocks noGrp="1"/>
          </p:cNvSpPr>
          <p:nvPr>
            <p:ph type="body" sz="quarter" idx="27" hasCustomPrompt="1"/>
          </p:nvPr>
        </p:nvSpPr>
        <p:spPr>
          <a:xfrm>
            <a:off x="3462966" y="5118706"/>
            <a:ext cx="2435855" cy="332160"/>
          </a:xfrm>
          <a:prstGeom prst="rect">
            <a:avLst/>
          </a:prstGeom>
        </p:spPr>
        <p:txBody>
          <a:bodyPr anchor="ctr">
            <a:noAutofit/>
          </a:bodyPr>
          <a:lstStyle>
            <a:lvl1pPr marL="0" indent="0">
              <a:buNone/>
              <a:defRPr sz="1400" b="0"/>
            </a:lvl1pPr>
            <a:lvl2pPr marL="169858" indent="0">
              <a:buNone/>
              <a:defRPr/>
            </a:lvl2pPr>
          </a:lstStyle>
          <a:p>
            <a:r>
              <a:rPr lang="en-US"/>
              <a:t>Click to add email</a:t>
            </a:r>
          </a:p>
        </p:txBody>
      </p:sp>
      <p:sp>
        <p:nvSpPr>
          <p:cNvPr id="13" name="Picture Placeholder 17">
            <a:extLst>
              <a:ext uri="{FF2B5EF4-FFF2-40B4-BE49-F238E27FC236}">
                <a16:creationId xmlns:a16="http://schemas.microsoft.com/office/drawing/2014/main" id="{825C02C8-87E5-4224-BC8C-BCD842C1C04E}"/>
              </a:ext>
            </a:extLst>
          </p:cNvPr>
          <p:cNvSpPr>
            <a:spLocks noGrp="1"/>
          </p:cNvSpPr>
          <p:nvPr>
            <p:ph type="pic" sz="quarter" idx="28" hasCustomPrompt="1"/>
          </p:nvPr>
        </p:nvSpPr>
        <p:spPr>
          <a:xfrm>
            <a:off x="6330015" y="190398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a:t>Click to add portrait photo or remove</a:t>
            </a:r>
          </a:p>
        </p:txBody>
      </p:sp>
      <p:sp>
        <p:nvSpPr>
          <p:cNvPr id="14" name="Text Placeholder 7">
            <a:extLst>
              <a:ext uri="{FF2B5EF4-FFF2-40B4-BE49-F238E27FC236}">
                <a16:creationId xmlns:a16="http://schemas.microsoft.com/office/drawing/2014/main" id="{6FFA6E76-5DE6-4F14-8C70-9B1EDBA4577B}"/>
              </a:ext>
            </a:extLst>
          </p:cNvPr>
          <p:cNvSpPr>
            <a:spLocks noGrp="1"/>
          </p:cNvSpPr>
          <p:nvPr>
            <p:ph type="body" sz="quarter" idx="29" hasCustomPrompt="1"/>
          </p:nvPr>
        </p:nvSpPr>
        <p:spPr>
          <a:xfrm>
            <a:off x="6330015" y="4259144"/>
            <a:ext cx="243585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a:t>Click to add name</a:t>
            </a:r>
          </a:p>
        </p:txBody>
      </p:sp>
      <p:sp>
        <p:nvSpPr>
          <p:cNvPr id="15" name="Text Placeholder 7">
            <a:extLst>
              <a:ext uri="{FF2B5EF4-FFF2-40B4-BE49-F238E27FC236}">
                <a16:creationId xmlns:a16="http://schemas.microsoft.com/office/drawing/2014/main" id="{CDF41FE2-E444-49AC-AF04-E846336EF9C7}"/>
              </a:ext>
            </a:extLst>
          </p:cNvPr>
          <p:cNvSpPr>
            <a:spLocks noGrp="1"/>
          </p:cNvSpPr>
          <p:nvPr>
            <p:ph type="body" sz="quarter" idx="30" hasCustomPrompt="1"/>
          </p:nvPr>
        </p:nvSpPr>
        <p:spPr>
          <a:xfrm>
            <a:off x="6332519" y="4657081"/>
            <a:ext cx="2437202"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a:t>Click to add title and company</a:t>
            </a:r>
          </a:p>
        </p:txBody>
      </p:sp>
      <p:sp>
        <p:nvSpPr>
          <p:cNvPr id="16" name="Text Placeholder 7">
            <a:extLst>
              <a:ext uri="{FF2B5EF4-FFF2-40B4-BE49-F238E27FC236}">
                <a16:creationId xmlns:a16="http://schemas.microsoft.com/office/drawing/2014/main" id="{1D326573-CDF5-4639-8BB3-A9BF21601920}"/>
              </a:ext>
            </a:extLst>
          </p:cNvPr>
          <p:cNvSpPr>
            <a:spLocks noGrp="1"/>
          </p:cNvSpPr>
          <p:nvPr>
            <p:ph type="body" sz="quarter" idx="31" hasCustomPrompt="1"/>
          </p:nvPr>
        </p:nvSpPr>
        <p:spPr>
          <a:xfrm>
            <a:off x="6341310" y="5119266"/>
            <a:ext cx="2435855" cy="332160"/>
          </a:xfrm>
          <a:prstGeom prst="rect">
            <a:avLst/>
          </a:prstGeom>
        </p:spPr>
        <p:txBody>
          <a:bodyPr anchor="ctr">
            <a:noAutofit/>
          </a:bodyPr>
          <a:lstStyle>
            <a:lvl1pPr marL="0" indent="0">
              <a:buNone/>
              <a:defRPr sz="1400" b="0"/>
            </a:lvl1pPr>
            <a:lvl2pPr marL="169858" indent="0">
              <a:buNone/>
              <a:defRPr/>
            </a:lvl2pPr>
          </a:lstStyle>
          <a:p>
            <a:r>
              <a:rPr lang="en-US"/>
              <a:t>Click to add email</a:t>
            </a:r>
          </a:p>
        </p:txBody>
      </p:sp>
      <p:sp>
        <p:nvSpPr>
          <p:cNvPr id="17" name="Picture Placeholder 17">
            <a:extLst>
              <a:ext uri="{FF2B5EF4-FFF2-40B4-BE49-F238E27FC236}">
                <a16:creationId xmlns:a16="http://schemas.microsoft.com/office/drawing/2014/main" id="{D3BD3CB3-A08D-44E5-A7FB-5896B3A8B382}"/>
              </a:ext>
            </a:extLst>
          </p:cNvPr>
          <p:cNvSpPr>
            <a:spLocks noGrp="1"/>
          </p:cNvSpPr>
          <p:nvPr>
            <p:ph type="pic" sz="quarter" idx="32" hasCustomPrompt="1"/>
          </p:nvPr>
        </p:nvSpPr>
        <p:spPr>
          <a:xfrm>
            <a:off x="9211503" y="190398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a:t>Click to add portrait photo or remove</a:t>
            </a:r>
          </a:p>
        </p:txBody>
      </p:sp>
      <p:sp>
        <p:nvSpPr>
          <p:cNvPr id="18" name="Text Placeholder 7">
            <a:extLst>
              <a:ext uri="{FF2B5EF4-FFF2-40B4-BE49-F238E27FC236}">
                <a16:creationId xmlns:a16="http://schemas.microsoft.com/office/drawing/2014/main" id="{92BC594B-3E6F-42C9-8E2D-D40A431B0600}"/>
              </a:ext>
            </a:extLst>
          </p:cNvPr>
          <p:cNvSpPr>
            <a:spLocks noGrp="1"/>
          </p:cNvSpPr>
          <p:nvPr>
            <p:ph type="body" sz="quarter" idx="33" hasCustomPrompt="1"/>
          </p:nvPr>
        </p:nvSpPr>
        <p:spPr>
          <a:xfrm>
            <a:off x="9211502" y="4259144"/>
            <a:ext cx="2413459"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a:t>Click to add name</a:t>
            </a:r>
          </a:p>
        </p:txBody>
      </p:sp>
      <p:sp>
        <p:nvSpPr>
          <p:cNvPr id="19" name="Text Placeholder 7">
            <a:extLst>
              <a:ext uri="{FF2B5EF4-FFF2-40B4-BE49-F238E27FC236}">
                <a16:creationId xmlns:a16="http://schemas.microsoft.com/office/drawing/2014/main" id="{DEDD6D3A-1A63-472D-8053-3788409FA4B0}"/>
              </a:ext>
            </a:extLst>
          </p:cNvPr>
          <p:cNvSpPr>
            <a:spLocks noGrp="1"/>
          </p:cNvSpPr>
          <p:nvPr>
            <p:ph type="body" sz="quarter" idx="34" hasCustomPrompt="1"/>
          </p:nvPr>
        </p:nvSpPr>
        <p:spPr>
          <a:xfrm>
            <a:off x="9211503" y="4657081"/>
            <a:ext cx="2414794"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a:t>Click to add title and company</a:t>
            </a:r>
          </a:p>
        </p:txBody>
      </p:sp>
      <p:sp>
        <p:nvSpPr>
          <p:cNvPr id="20" name="Text Placeholder 7">
            <a:extLst>
              <a:ext uri="{FF2B5EF4-FFF2-40B4-BE49-F238E27FC236}">
                <a16:creationId xmlns:a16="http://schemas.microsoft.com/office/drawing/2014/main" id="{8A7D7523-6E2A-4652-9057-9383EAD3750C}"/>
              </a:ext>
            </a:extLst>
          </p:cNvPr>
          <p:cNvSpPr>
            <a:spLocks noGrp="1"/>
          </p:cNvSpPr>
          <p:nvPr>
            <p:ph type="body" sz="quarter" idx="35" hasCustomPrompt="1"/>
          </p:nvPr>
        </p:nvSpPr>
        <p:spPr>
          <a:xfrm>
            <a:off x="9220294" y="5119266"/>
            <a:ext cx="2413459" cy="332160"/>
          </a:xfrm>
          <a:prstGeom prst="rect">
            <a:avLst/>
          </a:prstGeom>
        </p:spPr>
        <p:txBody>
          <a:bodyPr anchor="ctr">
            <a:noAutofit/>
          </a:bodyPr>
          <a:lstStyle>
            <a:lvl1pPr marL="0" indent="0">
              <a:buNone/>
              <a:defRPr sz="1400" b="0"/>
            </a:lvl1pPr>
            <a:lvl2pPr marL="169858" indent="0">
              <a:buNone/>
              <a:defRPr/>
            </a:lvl2pPr>
          </a:lstStyle>
          <a:p>
            <a:r>
              <a:rPr lang="en-US"/>
              <a:t>Click to add email</a:t>
            </a:r>
          </a:p>
        </p:txBody>
      </p:sp>
    </p:spTree>
    <p:extLst>
      <p:ext uri="{BB962C8B-B14F-4D97-AF65-F5344CB8AC3E}">
        <p14:creationId xmlns:p14="http://schemas.microsoft.com/office/powerpoint/2010/main" val="152767519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7200" b="1">
                <a:solidFill>
                  <a:schemeClr val="tx1"/>
                </a:solidFill>
              </a:rPr>
              <a:t>Disclaimers</a:t>
            </a:r>
          </a:p>
          <a:p>
            <a:pPr algn="ctr"/>
            <a:r>
              <a:rPr lang="en-US" sz="7200" b="1">
                <a:solidFill>
                  <a:schemeClr val="tx1"/>
                </a:solidFill>
              </a:rPr>
              <a:t>Must be included at the end of every deliverable</a:t>
            </a:r>
          </a:p>
        </p:txBody>
      </p:sp>
    </p:spTree>
    <p:extLst>
      <p:ext uri="{BB962C8B-B14F-4D97-AF65-F5344CB8AC3E}">
        <p14:creationId xmlns:p14="http://schemas.microsoft.com/office/powerpoint/2010/main" val="361831604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Energy">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74A2754-9801-4B84-AD47-B47EDD265969}"/>
              </a:ext>
              <a:ext uri="{C183D7F6-B498-43B3-948B-1728B52AA6E4}">
                <adec:decorative xmlns:adec="http://schemas.microsoft.com/office/drawing/2017/decorative" val="0"/>
              </a:ext>
            </a:extLst>
          </p:cNvPr>
          <p:cNvSpPr txBox="1"/>
          <p:nvPr userDrawn="1"/>
        </p:nvSpPr>
        <p:spPr>
          <a:xfrm>
            <a:off x="566928" y="1228397"/>
            <a:ext cx="11077576" cy="4401205"/>
          </a:xfrm>
          <a:prstGeom prst="rect">
            <a:avLst/>
          </a:prstGeom>
          <a:noFill/>
        </p:spPr>
        <p:txBody>
          <a:bodyPr wrap="square" anchor="t">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 2026 by S&amp;P Global Inc. All rights reserved.</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S&amp;P Global, the S&amp;P Global logo, S&amp;P Global Energy, and Platts are trademarks of S&amp;P Global Inc. Permission for any commercial use of these trademarks must be obtained in writing from S&amp;P Global Inc.</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You may view or otherwise use the information, prices, indices, assessments and other related information, graphs, tables and images ("Data") in or on this publication only for your personal use or, if you or your company has a license for the Data from S&amp;P Global Energy and you are an authorized user, for your company’s internal business use only. You may not publish, reproduce, extract, distribute, retransmit, resell, create any derivative work from, use in any artificial intelligence system, and/or otherwise provide access to the Data or any portion thereof to any person (either within or outside your company, including as part of or via any internal electronic system or intranet), firm or entity, including any subsidiary, parent, or other entity that is affiliated with your company, without S&amp;P Global Energy's prior written consent or as otherwise authorized under license from S&amp;P Global Energy. Any use or distribution of the Data beyond the express uses authorized in this paragraph above is subject to the payment of additional fees to S&amp;P Global Energy.</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S&amp;P Global Energy, its affiliates and all of their third-party licensors disclaim any and all warranties, express or implied, including, but not limited to, any warranties of merchantability or fitness for a particular purpose or use as to the Data, or the results obtained by its use or as to the performance thereof. Data in this publication includes independent and verifiable data collected from actual market participants. Any user of the Data should not rely on any information and/or assessment contained therein in making any investment, trading, risk management or other decision. S&amp;P Global Energy, its affiliates and their third-party licensors do not guarantee the adequacy, accuracy, timeliness and/or completeness of the Data or any component thereof or any communications (whether written, oral, electronic or in other format), and shall not be subject to any damages or liability, including but not limited to any indirect, special, incidental, punitive or consequential damages (including but not limited to, loss of profits, trading losses and loss of goodwill).</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ICE index data and NYMEX futures data used herein are provided under S&amp;P Global Energy's commercial licensing agreements with ICE and with NYMEX. You acknowledge that the ICE index data and NYMEX futures data herein are confidential and are proprietary trade secrets and data of ICE and NYMEX or its/their licensors/suppliers, and you shall use best efforts to prevent the unauthorized publication, disclosure or copying of the ICE index data and/or NYMEX futures data.</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Permission is granted for those registered with the Copyright Clearance Center (CCC) to copy material above for internal reference or personal use only, provided that appropriate payment is made to the CCC, 222 Rosewood Drive, Danvers, MA 01923, phone +1-978-750-8400. Reproduction in any other form, or for any other purpose, is forbidden without the express prior permission of S&amp;P Global Inc. For article reprints contact: The YGS Group, phone +1-717-505-9701 x105 (800-501-9571 from the U.S.).</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For all other queries or requests pursuant to this notice, please contact S&amp;P Global Inc. via email at support.energy@spglobal.com.</a:t>
            </a:r>
          </a:p>
        </p:txBody>
      </p:sp>
    </p:spTree>
    <p:extLst>
      <p:ext uri="{BB962C8B-B14F-4D97-AF65-F5344CB8AC3E}">
        <p14:creationId xmlns:p14="http://schemas.microsoft.com/office/powerpoint/2010/main" val="298893045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Energy_Spark">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74A2754-9801-4B84-AD47-B47EDD265969}"/>
              </a:ext>
              <a:ext uri="{C183D7F6-B498-43B3-948B-1728B52AA6E4}">
                <adec:decorative xmlns:adec="http://schemas.microsoft.com/office/drawing/2017/decorative" val="0"/>
              </a:ext>
            </a:extLst>
          </p:cNvPr>
          <p:cNvSpPr txBox="1"/>
          <p:nvPr userDrawn="1"/>
        </p:nvSpPr>
        <p:spPr>
          <a:xfrm>
            <a:off x="566928" y="1225296"/>
            <a:ext cx="11077576" cy="4555093"/>
          </a:xfrm>
          <a:prstGeom prst="rect">
            <a:avLst/>
          </a:prstGeom>
          <a:noFill/>
        </p:spPr>
        <p:txBody>
          <a:bodyPr wrap="square" anchor="t">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 2026 by S&amp;P Global Inc. All rights reserved.</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S&amp;P Global, the S&amp;P Global logo, S&amp;P Global Energy, and Platts are trademarks of S&amp;P Global Inc. Permission for any commercial use of these trademarks must be obtained in writing from S&amp;P Global Inc.</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You may view or otherwise use the information, prices, indices, assessments and other related information, graphs, tables and images ("Data") in or on this publication only for your personal use or, if you or your company has a license for the Data from S&amp;P Global Energy and you are an authorized user, for your company’s internal business use only. You may not publish, reproduce, extract, distribute, retransmit, resell, create any derivative work from, use in any artificial intelligence system, and/or otherwise provide access to the Data or any portion thereof to any person (either within or outside your company, including as part of or via any internal electronic system or intranet), firm or entity, including any subsidiary, parent, or other entity that is affiliated with your company, without S&amp;P Global Energy's prior written consent or as otherwise authorized under license from S&amp;P Global Energy. Any use or distribution of the Data beyond the express uses authorized in this paragraph above is subject to the payment of additional fees to S&amp;P Global Energy.</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S&amp;P Global Energy, its affiliates and all of their third-party licensors disclaim any and all warranties, express or implied, including, but not limited to, any warranties of merchantability or fitness for a particular purpose or use as to the Data, or the results obtained by its use or as to the performance thereof. Data in this publication includes independent and verifiable data collected from actual market participants. Any user of the Data should not rely on any information and/or assessment contained therein in making any investment, trading, risk management or other decision. S&amp;P Global Energy, its affiliates and their third-party licensors do not guarantee the adequacy, accuracy, timeliness and/or completeness of the Data or any component thereof or any communications (whether written, oral, electronic or in other format), and shall not be subject to any damages or liability, including but not limited to any indirect, special, incidental, punitive or consequential damages (including but not limited to, loss of profits, trading losses and loss of goodwill).</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ICE index data and NYMEX futures data used herein are provided under S&amp;P Global Energy's commercial licensing agreements with ICE and with NYMEX. You acknowledge that the ICE index data and NYMEX futures data herein are confidential and are proprietary trade secrets and data of ICE and NYMEX or its/their licensors/suppliers, and you shall use best efforts to prevent the unauthorized publication, disclosure or copying of the ICE index data and/or NYMEX futures data.</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Permission is granted for those registered with the Copyright Clearance Center (CCC) to copy material above for internal reference or personal use only, provided that appropriate payment is made to the CCC, 222 Rosewood Drive, Danvers, MA 01923, phone +1-978-750-8400. Reproduction in any other form, or for any other purpose, is forbidden without the express prior permission of S&amp;P Global Inc. For article reprints contact: The YGS Group, phone +1-717-505-9701 x105 (800-501-9571 from the U.S.).</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For all other queries or requests pursuant to this notice, please contact S&amp;P Global Inc. via email </a:t>
            </a:r>
            <a:r>
              <a:rPr kumimoji="0" lang="en-US" sz="1000" b="0" i="0" u="none" strike="noStrike" kern="1200" cap="none" spc="0" normalizeH="0" baseline="0" noProof="0">
                <a:ln>
                  <a:noFill/>
                </a:ln>
                <a:solidFill>
                  <a:schemeClr val="tx1"/>
                </a:solidFill>
                <a:effectLst/>
                <a:uLnTx/>
                <a:uFillTx/>
                <a:latin typeface="Arial" panose="020B0604020202020204"/>
                <a:ea typeface="+mn-ea"/>
                <a:cs typeface="+mn-cs"/>
              </a:rPr>
              <a:t>at </a:t>
            </a:r>
            <a:r>
              <a:rPr kumimoji="0" lang="en-US" sz="1000" b="0" i="0" u="none" strike="noStrike" kern="1200" cap="none" spc="0" normalizeH="0" baseline="0" noProof="0">
                <a:ln>
                  <a:noFill/>
                </a:ln>
                <a:solidFill>
                  <a:schemeClr val="tx1"/>
                </a:solidFill>
                <a:effectLst/>
                <a:uLnTx/>
                <a:uFillTx/>
                <a:latin typeface="Arial" panose="020B0604020202020204"/>
                <a:ea typeface="+mn-ea"/>
                <a:cs typeface="+mn-cs"/>
                <a:hlinkClick r:id="rId2">
                  <a:extLst>
                    <a:ext uri="{A12FA001-AC4F-418D-AE19-62706E023703}">
                      <ahyp:hlinkClr xmlns:ahyp="http://schemas.microsoft.com/office/drawing/2018/hyperlinkcolor" val="tx"/>
                    </a:ext>
                  </a:extLst>
                </a:hlinkClick>
              </a:rPr>
              <a:t>support.energy@spglobal.com</a:t>
            </a:r>
            <a:r>
              <a:rPr kumimoji="0" lang="en-US" sz="1000" b="0" i="0" u="none" strike="noStrike" kern="1200" cap="none" spc="0" normalizeH="0" baseline="0" noProof="0">
                <a:ln>
                  <a:noFill/>
                </a:ln>
                <a:solidFill>
                  <a:schemeClr val="tx1"/>
                </a:solidFill>
                <a:effectLst/>
                <a:uLnTx/>
                <a:uFillTx/>
                <a:latin typeface="Arial" panose="020B0604020202020204"/>
                <a:ea typeface="+mn-ea"/>
                <a:cs typeface="+mn-cs"/>
              </a:rPr>
              <a:t>.</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chemeClr val="tx1"/>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1000">
                <a:solidFill>
                  <a:schemeClr val="tx1"/>
                </a:solidFill>
                <a:effectLst/>
              </a:rPr>
              <a:t>This content was created with the assistance of Kensho Spark Assist, an artificial intelligence (AI) tool. For complete Terms of Use, see </a:t>
            </a:r>
            <a:r>
              <a:rPr lang="en-US" sz="1000">
                <a:solidFill>
                  <a:schemeClr val="tx1"/>
                </a:solidFill>
                <a:effectLst/>
                <a:hlinkClick r:id="rId3" tooltip="https://www.spglobal.com/en/terms-of-use.">
                  <a:extLst>
                    <a:ext uri="{A12FA001-AC4F-418D-AE19-62706E023703}">
                      <ahyp:hlinkClr xmlns:ahyp="http://schemas.microsoft.com/office/drawing/2018/hyperlinkcolor" val="tx"/>
                    </a:ext>
                  </a:extLst>
                </a:hlinkClick>
              </a:rPr>
              <a:t>https://www.spglobal.com/en/terms-of-use</a:t>
            </a:r>
            <a:r>
              <a:rPr lang="en-US" sz="1000">
                <a:solidFill>
                  <a:schemeClr val="tx1"/>
                </a:solidFill>
                <a:effectLst/>
              </a:rPr>
              <a:t>. </a:t>
            </a:r>
            <a:endParaRPr kumimoji="0" lang="en-US" sz="1000" b="0" i="0" u="none" strike="noStrike" kern="1200" cap="none" spc="0" normalizeH="0" baseline="0" noProof="0">
              <a:ln>
                <a:noFill/>
              </a:ln>
              <a:solidFill>
                <a:schemeClr val="tx1"/>
              </a:solidFill>
              <a:effectLst/>
              <a:uLnTx/>
              <a:uFillTx/>
              <a:latin typeface="Arial" panose="020B0604020202020204"/>
              <a:ea typeface="+mn-ea"/>
              <a:cs typeface="+mn-cs"/>
            </a:endParaRPr>
          </a:p>
        </p:txBody>
      </p:sp>
    </p:spTree>
    <p:extLst>
      <p:ext uri="{BB962C8B-B14F-4D97-AF65-F5344CB8AC3E}">
        <p14:creationId xmlns:p14="http://schemas.microsoft.com/office/powerpoint/2010/main" val="158885151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Companies &amp; Transactions">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74A2754-9801-4B84-AD47-B47EDD265969}"/>
              </a:ext>
              <a:ext uri="{C183D7F6-B498-43B3-948B-1728B52AA6E4}">
                <adec:decorative xmlns:adec="http://schemas.microsoft.com/office/drawing/2017/decorative" val="0"/>
              </a:ext>
            </a:extLst>
          </p:cNvPr>
          <p:cNvSpPr txBox="1"/>
          <p:nvPr userDrawn="1"/>
        </p:nvSpPr>
        <p:spPr>
          <a:xfrm>
            <a:off x="566928" y="1732733"/>
            <a:ext cx="11077576" cy="3392532"/>
          </a:xfrm>
          <a:prstGeom prst="rect">
            <a:avLst/>
          </a:prstGeom>
          <a:noFill/>
        </p:spPr>
        <p:txBody>
          <a:bodyPr wrap="square" anchor="t">
            <a:spAutoFit/>
          </a:bodyPr>
          <a:lstStyle/>
          <a:p>
            <a:pPr marL="0" marR="0">
              <a:lnSpc>
                <a:spcPct val="107000"/>
              </a:lnSpc>
              <a:spcBef>
                <a:spcPts val="0"/>
              </a:spcBef>
              <a:spcAft>
                <a:spcPts val="800"/>
              </a:spcAft>
            </a:pPr>
            <a:r>
              <a:rPr lang="en-US" sz="1000" b="1">
                <a:effectLst/>
                <a:latin typeface="Arial" panose="020B0604020202020204" pitchFamily="34" charset="0"/>
                <a:ea typeface="Calibri" panose="020F0502020204030204" pitchFamily="34" charset="0"/>
                <a:cs typeface="Arial" panose="020B0604020202020204" pitchFamily="34" charset="0"/>
              </a:rPr>
              <a:t>Disclaimer</a:t>
            </a:r>
            <a:endParaRPr lang="en-US" sz="1000">
              <a:effectLst/>
              <a:latin typeface="Arial" panose="020B060402020202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000">
                <a:effectLst/>
                <a:latin typeface="Arial" panose="020B0604020202020204" pitchFamily="34" charset="0"/>
                <a:ea typeface="Calibri" panose="020F0502020204030204" pitchFamily="34" charset="0"/>
                <a:cs typeface="Arial" panose="020B0604020202020204" pitchFamily="34" charset="0"/>
              </a:rPr>
              <a:t>IHS Herold Inc. (“IHS Herold”), a wholly-owned subsidiary of S&amp;P Global, provides data and analysis on the strategy, performance, and valuation of companies in the global energy industry, as well as energy transactions and trends. IHS Herold serves a subscription client base consisting of energy companies, financial institutions, investment managers, and advisory firms. IHS Herold is not affiliated with any broker, dealer, bank, or investment bank. Companies mentioned in this report may be or may have been subscribers to IHS Herold data and research in the past year on terms consistent with all other clients of IHS Herold or clients of any member of the S&amp;P Global group. IHS Herold does not inform any company in advance of the nature or conclusions of its research reports. Analysts do not receive any compensation from the companies on which they report or from any other industry source.</a:t>
            </a:r>
          </a:p>
          <a:p>
            <a:pPr marL="0" marR="0">
              <a:lnSpc>
                <a:spcPct val="107000"/>
              </a:lnSpc>
              <a:spcBef>
                <a:spcPts val="0"/>
              </a:spcBef>
              <a:spcAft>
                <a:spcPts val="800"/>
              </a:spcAft>
            </a:pPr>
            <a:r>
              <a:rPr lang="en-US" sz="1000">
                <a:effectLst/>
                <a:latin typeface="Arial" panose="020B0604020202020204" pitchFamily="34" charset="0"/>
                <a:ea typeface="Calibri" panose="020F0502020204030204" pitchFamily="34" charset="0"/>
                <a:cs typeface="Arial" panose="020B0604020202020204" pitchFamily="34" charset="0"/>
              </a:rPr>
              <a:t>Copyright © 2026 S&amp;P Global. All rights reserved. The [</a:t>
            </a:r>
            <a:r>
              <a:rPr lang="en-US" sz="1000">
                <a:solidFill>
                  <a:srgbClr val="B92051"/>
                </a:solidFill>
                <a:effectLst/>
                <a:latin typeface="Arial" panose="020B0604020202020204" pitchFamily="34" charset="0"/>
                <a:ea typeface="Calibri" panose="020F0502020204030204" pitchFamily="34" charset="0"/>
                <a:cs typeface="Arial" panose="020B0604020202020204" pitchFamily="34" charset="0"/>
              </a:rPr>
              <a:t>Insert publication</a:t>
            </a:r>
            <a:r>
              <a:rPr lang="en-US" sz="1000">
                <a:effectLst/>
                <a:latin typeface="Arial" panose="020B0604020202020204" pitchFamily="34" charset="0"/>
                <a:ea typeface="Calibri" panose="020F0502020204030204" pitchFamily="34" charset="0"/>
                <a:cs typeface="Arial" panose="020B0604020202020204" pitchFamily="34" charset="0"/>
              </a:rPr>
              <a:t>] is published by IHS Herold, 55 Post Rd W, 2nd Floor, Westport, CT 06880, USA for the exclusive use of S&amp;P Global clients. Reproduction of this report, even for internal distribution, is strictly prohibited. The information contained herein has been obtained from sources believed to be reliable, but neither S&amp;P Global nor any of its affiliates guarantees their accuracy or completeness. No information or opinions contained herein constitutes a representation or solicitation for the purchase of any securities of the companies mentioned herein. From time to time, IHS Herold and/or its officers and employees may have long or short positions in the securities mentioned herein or during the past year may have transacted in securities of the companies mentioned. </a:t>
            </a:r>
          </a:p>
          <a:p>
            <a:pPr marL="0" marR="0">
              <a:lnSpc>
                <a:spcPct val="107000"/>
              </a:lnSpc>
              <a:spcBef>
                <a:spcPts val="0"/>
              </a:spcBef>
              <a:spcAft>
                <a:spcPts val="800"/>
              </a:spcAft>
            </a:pPr>
            <a:r>
              <a:rPr lang="en-US" sz="1000">
                <a:solidFill>
                  <a:schemeClr val="accent1"/>
                </a:solidFill>
                <a:effectLst/>
                <a:latin typeface="Arial" panose="020B0604020202020204" pitchFamily="34" charset="0"/>
                <a:ea typeface="Calibri" panose="020F0502020204030204" pitchFamily="34" charset="0"/>
                <a:cs typeface="Arial" panose="020B0604020202020204" pitchFamily="34" charset="0"/>
              </a:rPr>
              <a:t>The research analyst who prepared this report certifies that the views expressed herein accurately reflect the research analyst’s professional opinions, are consistent with established IHS Herold methodologies and standards, and that no part of his or her compensation was, is, or will be directly or indirectly related to specific views contained in this report.</a:t>
            </a:r>
          </a:p>
          <a:p>
            <a:pPr marL="0" marR="0">
              <a:lnSpc>
                <a:spcPct val="107000"/>
              </a:lnSpc>
              <a:spcBef>
                <a:spcPts val="0"/>
              </a:spcBef>
              <a:spcAft>
                <a:spcPts val="800"/>
              </a:spcAft>
            </a:pPr>
            <a:r>
              <a:rPr lang="en-US" sz="1000">
                <a:solidFill>
                  <a:schemeClr val="accent1"/>
                </a:solidFill>
                <a:effectLst/>
                <a:latin typeface="Arial" panose="020B0604020202020204" pitchFamily="34" charset="0"/>
                <a:ea typeface="Calibri" panose="020F0502020204030204" pitchFamily="34" charset="0"/>
                <a:cs typeface="Arial" panose="020B0604020202020204" pitchFamily="34" charset="0"/>
              </a:rPr>
              <a:t>The research analysts who prepared this report certify that the views expressed herein accurately reflect their professional opinions, are consistent with established IHS Herold methodologies and standards, and that no part of their compensation was, is, or will be directly or indirectly related to specific views contained in this report.</a:t>
            </a:r>
          </a:p>
          <a:p>
            <a:pPr marL="0" marR="0" lvl="0" indent="0" algn="l" defTabSz="457200" rtl="0" eaLnBrk="1" fontAlgn="auto" latinLnBrk="0" hangingPunct="1">
              <a:lnSpc>
                <a:spcPct val="107000"/>
              </a:lnSpc>
              <a:spcBef>
                <a:spcPts val="0"/>
              </a:spcBef>
              <a:spcAft>
                <a:spcPts val="800"/>
              </a:spcAft>
              <a:buClrTx/>
              <a:buSzTx/>
              <a:buFontTx/>
              <a:buNone/>
              <a:tabLst/>
              <a:defRPr/>
            </a:pPr>
            <a:r>
              <a:rPr lang="en-US" sz="1000">
                <a:solidFill>
                  <a:schemeClr val="accent1"/>
                </a:solidFill>
                <a:latin typeface="Arial" panose="020B0604020202020204" pitchFamily="34" charset="0"/>
                <a:cs typeface="Arial" panose="020B0604020202020204" pitchFamily="34" charset="0"/>
              </a:rPr>
              <a:t>The analyst that prepared this report has a [long/short] position in the securities of [company] mentioned in this report. This analyst is contractually prohibited from purchasing or selling the securities of this company during the blackout period implemented by IHS Herold for this type of report.</a:t>
            </a:r>
          </a:p>
        </p:txBody>
      </p:sp>
    </p:spTree>
    <p:extLst>
      <p:ext uri="{BB962C8B-B14F-4D97-AF65-F5344CB8AC3E}">
        <p14:creationId xmlns:p14="http://schemas.microsoft.com/office/powerpoint/2010/main" val="60755330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Companies &amp; Transactions_Spark">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74A2754-9801-4B84-AD47-B47EDD265969}"/>
              </a:ext>
              <a:ext uri="{C183D7F6-B498-43B3-948B-1728B52AA6E4}">
                <adec:decorative xmlns:adec="http://schemas.microsoft.com/office/drawing/2017/decorative" val="0"/>
              </a:ext>
            </a:extLst>
          </p:cNvPr>
          <p:cNvSpPr txBox="1"/>
          <p:nvPr userDrawn="1"/>
        </p:nvSpPr>
        <p:spPr>
          <a:xfrm>
            <a:off x="566928" y="1737360"/>
            <a:ext cx="11077576" cy="3659784"/>
          </a:xfrm>
          <a:prstGeom prst="rect">
            <a:avLst/>
          </a:prstGeom>
          <a:noFill/>
        </p:spPr>
        <p:txBody>
          <a:bodyPr wrap="square" anchor="t">
            <a:spAutoFit/>
          </a:bodyPr>
          <a:lstStyle/>
          <a:p>
            <a:pPr marL="0" marR="0">
              <a:lnSpc>
                <a:spcPct val="107000"/>
              </a:lnSpc>
              <a:spcBef>
                <a:spcPts val="0"/>
              </a:spcBef>
              <a:spcAft>
                <a:spcPts val="800"/>
              </a:spcAft>
            </a:pPr>
            <a:r>
              <a:rPr lang="en-US" sz="1000" b="1">
                <a:effectLst/>
                <a:latin typeface="Arial" panose="020B0604020202020204" pitchFamily="34" charset="0"/>
                <a:ea typeface="Calibri" panose="020F0502020204030204" pitchFamily="34" charset="0"/>
                <a:cs typeface="Arial" panose="020B0604020202020204" pitchFamily="34" charset="0"/>
              </a:rPr>
              <a:t>Disclaimer</a:t>
            </a:r>
            <a:endParaRPr lang="en-US" sz="1000">
              <a:effectLst/>
              <a:latin typeface="Arial" panose="020B060402020202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000">
                <a:effectLst/>
                <a:latin typeface="Arial" panose="020B0604020202020204" pitchFamily="34" charset="0"/>
                <a:ea typeface="Calibri" panose="020F0502020204030204" pitchFamily="34" charset="0"/>
                <a:cs typeface="Arial" panose="020B0604020202020204" pitchFamily="34" charset="0"/>
              </a:rPr>
              <a:t>IHS Herold Inc. (“IHS Herold”), a wholly-owned subsidiary of S&amp;P Global, provides data and analysis on the strategy, performance, and valuation of companies in the global energy industry, as well as energy transactions and trends. IHS Herold serves a subscription client base consisting of energy companies, financial institutions, investment managers, and advisory firms. IHS Herold is not affiliated with any broker, dealer, bank, or investment bank. Companies mentioned in this report may be or may have been subscribers to IHS Herold data and research in the past year on terms consistent with all other clients of IHS Herold or clients of any member of the S&amp;P Global group. IHS Herold does not inform any company in advance of the nature or conclusions of its research reports. Analysts do not receive any compensation from the companies on which they report or from any other industry source.</a:t>
            </a:r>
          </a:p>
          <a:p>
            <a:pPr marL="0" marR="0">
              <a:lnSpc>
                <a:spcPct val="107000"/>
              </a:lnSpc>
              <a:spcBef>
                <a:spcPts val="0"/>
              </a:spcBef>
              <a:spcAft>
                <a:spcPts val="800"/>
              </a:spcAft>
            </a:pPr>
            <a:r>
              <a:rPr lang="en-US" sz="1000">
                <a:effectLst/>
                <a:latin typeface="Arial" panose="020B0604020202020204" pitchFamily="34" charset="0"/>
                <a:ea typeface="Calibri" panose="020F0502020204030204" pitchFamily="34" charset="0"/>
                <a:cs typeface="Arial" panose="020B0604020202020204" pitchFamily="34" charset="0"/>
              </a:rPr>
              <a:t>Copyright © 2026 S&amp;P Global. All rights reserved. The [</a:t>
            </a:r>
            <a:r>
              <a:rPr lang="en-US" sz="1000">
                <a:solidFill>
                  <a:srgbClr val="B92051"/>
                </a:solidFill>
                <a:effectLst/>
                <a:latin typeface="Arial" panose="020B0604020202020204" pitchFamily="34" charset="0"/>
                <a:ea typeface="Calibri" panose="020F0502020204030204" pitchFamily="34" charset="0"/>
                <a:cs typeface="Arial" panose="020B0604020202020204" pitchFamily="34" charset="0"/>
              </a:rPr>
              <a:t>Insert publication</a:t>
            </a:r>
            <a:r>
              <a:rPr lang="en-US" sz="1000">
                <a:effectLst/>
                <a:latin typeface="Arial" panose="020B0604020202020204" pitchFamily="34" charset="0"/>
                <a:ea typeface="Calibri" panose="020F0502020204030204" pitchFamily="34" charset="0"/>
                <a:cs typeface="Arial" panose="020B0604020202020204" pitchFamily="34" charset="0"/>
              </a:rPr>
              <a:t>] is published by IHS Herold, 55 Post Rd W, 2nd Floor, Westport, CT 06880, USA for the exclusive use of S&amp;P Global clients. Reproduction of this report, even for internal distribution, is strictly prohibited. The information contained herein has been obtained from sources believed to be reliable, but neither S&amp;P Global nor any of its affiliates guarantees their accuracy or completeness. No information or opinions contained herein constitutes a representation or solicitation for the purchase of any securities of the companies mentioned herein. From time to time, IHS Herold and/or its officers and employees may have long or short positions in the securities mentioned herein or during the past year may have transacted in securities of the companies mentioned. </a:t>
            </a:r>
          </a:p>
          <a:p>
            <a:pPr marL="0" marR="0">
              <a:lnSpc>
                <a:spcPct val="107000"/>
              </a:lnSpc>
              <a:spcBef>
                <a:spcPts val="0"/>
              </a:spcBef>
              <a:spcAft>
                <a:spcPts val="800"/>
              </a:spcAft>
            </a:pPr>
            <a:r>
              <a:rPr lang="en-US" sz="1000">
                <a:solidFill>
                  <a:schemeClr val="accent1"/>
                </a:solidFill>
                <a:effectLst/>
                <a:latin typeface="Arial" panose="020B0604020202020204" pitchFamily="34" charset="0"/>
                <a:ea typeface="Calibri" panose="020F0502020204030204" pitchFamily="34" charset="0"/>
                <a:cs typeface="Arial" panose="020B0604020202020204" pitchFamily="34" charset="0"/>
              </a:rPr>
              <a:t>The research analyst who prepared this report certifies that the views expressed herein accurately reflect the research analyst’s professional opinions, are consistent with established IHS Herold methodologies and standards, and that no part of his or her compensation was, is, or will be directly or indirectly related to specific views contained in this report.</a:t>
            </a:r>
          </a:p>
          <a:p>
            <a:pPr marL="0" marR="0">
              <a:lnSpc>
                <a:spcPct val="107000"/>
              </a:lnSpc>
              <a:spcBef>
                <a:spcPts val="0"/>
              </a:spcBef>
              <a:spcAft>
                <a:spcPts val="800"/>
              </a:spcAft>
            </a:pPr>
            <a:r>
              <a:rPr lang="en-US" sz="1000">
                <a:solidFill>
                  <a:schemeClr val="accent1"/>
                </a:solidFill>
                <a:effectLst/>
                <a:latin typeface="Arial" panose="020B0604020202020204" pitchFamily="34" charset="0"/>
                <a:ea typeface="Calibri" panose="020F0502020204030204" pitchFamily="34" charset="0"/>
                <a:cs typeface="Arial" panose="020B0604020202020204" pitchFamily="34" charset="0"/>
              </a:rPr>
              <a:t>The research analysts who prepared this report certify that the views expressed herein accurately reflect their professional opinions, are consistent with established IHS Herold methodologies and standards, and that no part of their compensation was, is, or will be directly or indirectly related to specific views contained in this report.</a:t>
            </a:r>
          </a:p>
          <a:p>
            <a:pPr marL="0" marR="0" lvl="0" indent="0" algn="l" defTabSz="457200" rtl="0" eaLnBrk="1" fontAlgn="auto" latinLnBrk="0" hangingPunct="1">
              <a:lnSpc>
                <a:spcPct val="107000"/>
              </a:lnSpc>
              <a:spcBef>
                <a:spcPts val="0"/>
              </a:spcBef>
              <a:spcAft>
                <a:spcPts val="800"/>
              </a:spcAft>
              <a:buClrTx/>
              <a:buSzTx/>
              <a:buFontTx/>
              <a:buNone/>
              <a:tabLst/>
              <a:defRPr/>
            </a:pPr>
            <a:r>
              <a:rPr lang="en-US" sz="1000">
                <a:solidFill>
                  <a:schemeClr val="accent1"/>
                </a:solidFill>
                <a:latin typeface="Arial" panose="020B0604020202020204" pitchFamily="34" charset="0"/>
                <a:cs typeface="Arial" panose="020B0604020202020204" pitchFamily="34" charset="0"/>
              </a:rPr>
              <a:t>The analyst that prepared this report has a [long/short] position in the securities of [company] mentioned in this report. This analyst is contractually prohibited from purchasing or selling the securities of this company during the blackout period implemented by IHS Herold for this type of report.</a:t>
            </a:r>
          </a:p>
          <a:p>
            <a:pPr marL="0" marR="0" lvl="0" indent="0" algn="l" defTabSz="457200" rtl="0" eaLnBrk="1" fontAlgn="auto" latinLnBrk="0" hangingPunct="1">
              <a:lnSpc>
                <a:spcPct val="107000"/>
              </a:lnSpc>
              <a:spcBef>
                <a:spcPts val="0"/>
              </a:spcBef>
              <a:spcAft>
                <a:spcPts val="800"/>
              </a:spcAft>
              <a:buClrTx/>
              <a:buSzTx/>
              <a:buFontTx/>
              <a:buNone/>
              <a:tabLst/>
              <a:defRPr/>
            </a:pPr>
            <a:r>
              <a:rPr lang="en-US" sz="1000">
                <a:solidFill>
                  <a:schemeClr val="tx1"/>
                </a:solidFill>
                <a:effectLst/>
              </a:rPr>
              <a:t>This content was created with the assistance of Kensho Spark Assist, an artificial intelligence (AI) tool. For complete Terms of Use, see </a:t>
            </a:r>
            <a:r>
              <a:rPr lang="en-US" sz="1000">
                <a:solidFill>
                  <a:schemeClr val="tx1"/>
                </a:solidFill>
                <a:effectLst/>
                <a:hlinkClick r:id="rId3" tooltip="https://www.spglobal.com/en/terms-of-use.">
                  <a:extLst>
                    <a:ext uri="{A12FA001-AC4F-418D-AE19-62706E023703}">
                      <ahyp:hlinkClr xmlns:ahyp="http://schemas.microsoft.com/office/drawing/2018/hyperlinkcolor" val="tx"/>
                    </a:ext>
                  </a:extLst>
                </a:hlinkClick>
              </a:rPr>
              <a:t>https://www.spglobal.com/en/terms-of-use</a:t>
            </a:r>
            <a:r>
              <a:rPr lang="en-US" sz="1000">
                <a:solidFill>
                  <a:schemeClr val="tx1"/>
                </a:solidFill>
                <a:effectLst/>
              </a:rPr>
              <a:t>. </a:t>
            </a:r>
            <a:endParaRPr lang="en-US" sz="100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5499802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EA77DE4-BCDB-47D9-B82E-92CB162DC268}"/>
              </a:ext>
            </a:extLst>
          </p:cNvPr>
          <p:cNvSpPr txBox="1"/>
          <p:nvPr userDrawn="1"/>
        </p:nvSpPr>
        <p:spPr>
          <a:xfrm>
            <a:off x="0" y="0"/>
            <a:ext cx="12192000" cy="6858000"/>
          </a:xfrm>
          <a:prstGeom prst="rect">
            <a:avLst/>
          </a:prstGeom>
          <a:solidFill>
            <a:schemeClr val="accent5"/>
          </a:solidFill>
        </p:spPr>
        <p:txBody>
          <a:bodyPr wrap="square" rtlCol="0" anchor="ctr">
            <a:noAutofit/>
          </a:bodyPr>
          <a:lstStyle/>
          <a:p>
            <a:pPr algn="ctr">
              <a:lnSpc>
                <a:spcPct val="90000"/>
              </a:lnSpc>
            </a:pPr>
            <a:r>
              <a:rPr lang="en-US" sz="11500" b="1"/>
              <a:t>DO NOT USE LAYOUTS AFTER THIS! </a:t>
            </a:r>
          </a:p>
        </p:txBody>
      </p:sp>
    </p:spTree>
    <p:extLst>
      <p:ext uri="{BB962C8B-B14F-4D97-AF65-F5344CB8AC3E}">
        <p14:creationId xmlns:p14="http://schemas.microsoft.com/office/powerpoint/2010/main" val="86373039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slideLayout" Target="../slideLayouts/slideLayout62.xml"/><Relationship Id="rId63" Type="http://schemas.openxmlformats.org/officeDocument/2006/relationships/slideLayout" Target="../slideLayouts/slideLayout63.xml"/><Relationship Id="rId64" Type="http://schemas.openxmlformats.org/officeDocument/2006/relationships/slideLayout" Target="../slideLayouts/slideLayout64.xml"/><Relationship Id="rId65" Type="http://schemas.openxmlformats.org/officeDocument/2006/relationships/slideLayout" Target="../slideLayouts/slideLayout65.xml"/><Relationship Id="rId6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A160B2F-9375-4DE3-A5A0-161BE0A64385}"/>
              </a:ext>
            </a:extLst>
          </p:cNvPr>
          <p:cNvSpPr>
            <a:spLocks noGrp="1"/>
          </p:cNvSpPr>
          <p:nvPr>
            <p:ph type="ftr" sz="quarter" idx="3"/>
          </p:nvPr>
        </p:nvSpPr>
        <p:spPr>
          <a:xfrm>
            <a:off x="6096000" y="0"/>
            <a:ext cx="5535279" cy="317674"/>
          </a:xfrm>
          <a:prstGeom prst="rect">
            <a:avLst/>
          </a:prstGeom>
        </p:spPr>
        <p:txBody>
          <a:bodyPr vert="horz" wrap="none" lIns="0" tIns="0" rIns="0" bIns="0" rtlCol="0" anchor="ctr"/>
          <a:lstStyle>
            <a:lvl1pPr algn="r">
              <a:defRPr sz="900">
                <a:solidFill>
                  <a:schemeClr val="tx1"/>
                </a:solidFill>
              </a:defRPr>
            </a:lvl1pPr>
          </a:lstStyle>
          <a:p>
            <a:r>
              <a:rPr lang="en-US"/>
              <a:t>Section name (optional) / Title / Month 20YY</a:t>
            </a:r>
          </a:p>
        </p:txBody>
      </p:sp>
      <p:sp>
        <p:nvSpPr>
          <p:cNvPr id="6" name="Slide Number Placeholder 5"/>
          <p:cNvSpPr>
            <a:spLocks noGrp="1"/>
          </p:cNvSpPr>
          <p:nvPr userDrawn="1">
            <p:ph type="sldNum" sz="quarter" idx="4"/>
          </p:nvPr>
        </p:nvSpPr>
        <p:spPr>
          <a:xfrm>
            <a:off x="11320251" y="6563709"/>
            <a:ext cx="311576" cy="214804"/>
          </a:xfrm>
          <a:prstGeom prst="rect">
            <a:avLst/>
          </a:prstGeom>
        </p:spPr>
        <p:txBody>
          <a:bodyPr vert="horz" lIns="0" tIns="0" rIns="0" bIns="0" rtlCol="0" anchor="ctr"/>
          <a:lstStyle>
            <a:lvl1pPr algn="r">
              <a:defRPr sz="700">
                <a:solidFill>
                  <a:schemeClr val="tx1"/>
                </a:solidFill>
              </a:defRPr>
            </a:lvl1pPr>
          </a:lstStyle>
          <a:p>
            <a:fld id="{5CFA18E4-D58E-4B28-B105-28D9665A8EBC}" type="slidenum">
              <a:rPr lang="en-US" smtClean="0"/>
              <a:pPr/>
              <a:t>‹#›</a:t>
            </a:fld>
            <a:endParaRPr lang="en-US"/>
          </a:p>
        </p:txBody>
      </p:sp>
      <p:sp>
        <p:nvSpPr>
          <p:cNvPr id="88" name="Title Placeholder 1">
            <a:extLst>
              <a:ext uri="{FF2B5EF4-FFF2-40B4-BE49-F238E27FC236}">
                <a16:creationId xmlns:a16="http://schemas.microsoft.com/office/drawing/2014/main" id="{92E3486A-297A-4953-BF79-0AEFDE6C9C3F}"/>
              </a:ext>
            </a:extLst>
          </p:cNvPr>
          <p:cNvSpPr>
            <a:spLocks noGrp="1"/>
          </p:cNvSpPr>
          <p:nvPr userDrawn="1">
            <p:ph type="title"/>
          </p:nvPr>
        </p:nvSpPr>
        <p:spPr>
          <a:xfrm>
            <a:off x="567039" y="323644"/>
            <a:ext cx="11062709" cy="845439"/>
          </a:xfrm>
          <a:prstGeom prst="rect">
            <a:avLst/>
          </a:prstGeom>
        </p:spPr>
        <p:txBody>
          <a:bodyPr vert="horz" lIns="0" tIns="0" rIns="0" bIns="0" rtlCol="0" anchor="t">
            <a:noAutofit/>
          </a:bodyPr>
          <a:lstStyle/>
          <a:p>
            <a:r>
              <a:rPr lang="en-US"/>
              <a:t>Click to edit Master title style</a:t>
            </a:r>
          </a:p>
        </p:txBody>
      </p:sp>
      <p:sp>
        <p:nvSpPr>
          <p:cNvPr id="27" name="Text Placeholder 2">
            <a:extLst>
              <a:ext uri="{FF2B5EF4-FFF2-40B4-BE49-F238E27FC236}">
                <a16:creationId xmlns:a16="http://schemas.microsoft.com/office/drawing/2014/main" id="{F08B5A9E-5A85-46D7-B45C-7C4E83238E02}"/>
              </a:ext>
            </a:extLst>
          </p:cNvPr>
          <p:cNvSpPr>
            <a:spLocks noGrp="1"/>
          </p:cNvSpPr>
          <p:nvPr userDrawn="1">
            <p:ph type="body" idx="1"/>
          </p:nvPr>
        </p:nvSpPr>
        <p:spPr>
          <a:xfrm>
            <a:off x="567039" y="1289097"/>
            <a:ext cx="11064240" cy="426139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0" name="Rectangle 79">
            <a:extLst>
              <a:ext uri="{FF2B5EF4-FFF2-40B4-BE49-F238E27FC236}">
                <a16:creationId xmlns:a16="http://schemas.microsoft.com/office/drawing/2014/main" id="{1284AB22-BA66-47B9-8BEB-416F2BFF4706}"/>
              </a:ext>
              <a:ext uri="{C183D7F6-B498-43B3-948B-1728B52AA6E4}">
                <adec:decorative xmlns:adec="http://schemas.microsoft.com/office/drawing/2017/decorative" val="0"/>
              </a:ext>
            </a:extLst>
          </p:cNvPr>
          <p:cNvSpPr/>
          <p:nvPr userDrawn="1"/>
        </p:nvSpPr>
        <p:spPr>
          <a:xfrm>
            <a:off x="5272088" y="6575649"/>
            <a:ext cx="6129126" cy="200055"/>
          </a:xfrm>
          <a:prstGeom prst="rect">
            <a:avLst/>
          </a:prstGeom>
        </p:spPr>
        <p:txBody>
          <a:bodyPr wrap="square" anchor="b">
            <a:spAutoFit/>
          </a:bodyPr>
          <a:lstStyle/>
          <a:p>
            <a:pPr algn="r"/>
            <a:r>
              <a:rPr lang="en-US" sz="700">
                <a:latin typeface="+mn-lt"/>
              </a:rPr>
              <a:t>© 2026 S&amp;P Global.</a:t>
            </a:r>
          </a:p>
        </p:txBody>
      </p:sp>
    </p:spTree>
    <p:extLst>
      <p:ext uri="{BB962C8B-B14F-4D97-AF65-F5344CB8AC3E}">
        <p14:creationId xmlns:p14="http://schemas.microsoft.com/office/powerpoint/2010/main" val="3674233272"/>
      </p:ext>
    </p:extLst>
  </p:cSld>
  <p:clrMap bg1="lt1" tx1="dk1" bg2="lt2" tx2="dk2" accent1="accent1" accent2="accent2" accent3="accent3" accent4="accent4" accent5="accent5" accent6="accent6" hlink="hlink" folHlink="folHlink"/>
  <p:sldLayoutIdLst>
    <p:sldLayoutId id="2147483001" r:id="rId1"/>
    <p:sldLayoutId id="2147483002" r:id="rId2"/>
    <p:sldLayoutId id="2147483003" r:id="rId3"/>
    <p:sldLayoutId id="2147483004" r:id="rId4"/>
    <p:sldLayoutId id="2147483005" r:id="rId5"/>
    <p:sldLayoutId id="2147483006" r:id="rId6"/>
    <p:sldLayoutId id="2147483007" r:id="rId7"/>
    <p:sldLayoutId id="2147483008" r:id="rId8"/>
    <p:sldLayoutId id="2147483009" r:id="rId9"/>
    <p:sldLayoutId id="2147483010" r:id="rId10"/>
    <p:sldLayoutId id="2147483011" r:id="rId11"/>
    <p:sldLayoutId id="2147483012" r:id="rId12"/>
    <p:sldLayoutId id="2147483013" r:id="rId13"/>
    <p:sldLayoutId id="2147483014" r:id="rId14"/>
    <p:sldLayoutId id="2147483015" r:id="rId15"/>
    <p:sldLayoutId id="2147483016" r:id="rId16"/>
    <p:sldLayoutId id="2147483017" r:id="rId17"/>
    <p:sldLayoutId id="2147483018" r:id="rId18"/>
    <p:sldLayoutId id="2147483019" r:id="rId19"/>
    <p:sldLayoutId id="2147483020" r:id="rId20"/>
    <p:sldLayoutId id="2147483021" r:id="rId21"/>
    <p:sldLayoutId id="2147483022" r:id="rId22"/>
    <p:sldLayoutId id="2147483023" r:id="rId23"/>
    <p:sldLayoutId id="2147483024" r:id="rId24"/>
    <p:sldLayoutId id="2147483025" r:id="rId25"/>
    <p:sldLayoutId id="2147483026" r:id="rId26"/>
    <p:sldLayoutId id="2147483027" r:id="rId27"/>
    <p:sldLayoutId id="2147483028" r:id="rId28"/>
    <p:sldLayoutId id="2147483029" r:id="rId29"/>
    <p:sldLayoutId id="2147483030" r:id="rId30"/>
    <p:sldLayoutId id="2147483031" r:id="rId31"/>
    <p:sldLayoutId id="2147483032" r:id="rId32"/>
    <p:sldLayoutId id="2147483033" r:id="rId33"/>
    <p:sldLayoutId id="2147483034" r:id="rId34"/>
    <p:sldLayoutId id="2147483035" r:id="rId35"/>
    <p:sldLayoutId id="2147483036" r:id="rId36"/>
    <p:sldLayoutId id="2147483037" r:id="rId37"/>
    <p:sldLayoutId id="2147483038" r:id="rId38"/>
    <p:sldLayoutId id="2147483039" r:id="rId39"/>
    <p:sldLayoutId id="2147483040" r:id="rId40"/>
    <p:sldLayoutId id="2147483041" r:id="rId41"/>
    <p:sldLayoutId id="2147483042" r:id="rId42"/>
    <p:sldLayoutId id="2147483043" r:id="rId43"/>
    <p:sldLayoutId id="2147483044" r:id="rId44"/>
    <p:sldLayoutId id="2147483045" r:id="rId45"/>
    <p:sldLayoutId id="2147483046" r:id="rId46"/>
    <p:sldLayoutId id="2147483047" r:id="rId47"/>
    <p:sldLayoutId id="2147483048" r:id="rId48"/>
    <p:sldLayoutId id="2147483049" r:id="rId49"/>
    <p:sldLayoutId id="2147483050" r:id="rId50"/>
    <p:sldLayoutId id="2147483051" r:id="rId51"/>
    <p:sldLayoutId id="2147483052" r:id="rId52"/>
    <p:sldLayoutId id="2147483053" r:id="rId53"/>
    <p:sldLayoutId id="2147483054" r:id="rId54"/>
    <p:sldLayoutId id="2147483055" r:id="rId55"/>
    <p:sldLayoutId id="2147483056" r:id="rId56"/>
    <p:sldLayoutId id="2147483057" r:id="rId57"/>
    <p:sldLayoutId id="2147483058" r:id="rId58"/>
    <p:sldLayoutId id="2147483059" r:id="rId59"/>
    <p:sldLayoutId id="2147483060" r:id="rId60"/>
    <p:sldLayoutId id="2147483061" r:id="rId61"/>
    <p:sldLayoutId id="2147483062" r:id="rId62"/>
    <p:sldLayoutId id="2147483063" r:id="rId63"/>
    <p:sldLayoutId id="2147483064" r:id="rId64"/>
    <p:sldLayoutId id="2147483065" r:id="rId65"/>
  </p:sldLayoutIdLst>
  <p:hf hdr="0" ftr="0" dt="0"/>
  <p:txStyles>
    <p:titleStyle>
      <a:lvl1pPr algn="l" defTabSz="914400" rtl="0" eaLnBrk="1" latinLnBrk="0" hangingPunct="1">
        <a:lnSpc>
          <a:spcPct val="90000"/>
        </a:lnSpc>
        <a:spcBef>
          <a:spcPct val="0"/>
        </a:spcBef>
        <a:buNone/>
        <a:defRPr sz="2400" kern="1200">
          <a:solidFill>
            <a:schemeClr val="tx1"/>
          </a:solidFill>
          <a:latin typeface="+mj-lt"/>
          <a:ea typeface="+mj-ea"/>
          <a:cs typeface="+mj-cs"/>
        </a:defRPr>
      </a:lvl1pPr>
    </p:titleStyle>
    <p:bodyStyle>
      <a:lvl1pPr marL="169863" indent="-169863"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1pPr>
      <a:lvl2pPr marL="341313" indent="-17145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2pPr>
      <a:lvl3pPr marL="517525" indent="-176213" algn="l" defTabSz="914400" rtl="0" eaLnBrk="1" latinLnBrk="0" hangingPunct="1">
        <a:lnSpc>
          <a:spcPct val="100000"/>
        </a:lnSpc>
        <a:spcBef>
          <a:spcPts val="0"/>
        </a:spcBef>
        <a:spcAft>
          <a:spcPts val="600"/>
        </a:spcAft>
        <a:buFont typeface="Arial" panose="020B0604020202020204" pitchFamily="34" charset="0"/>
        <a:buChar char="•"/>
        <a:tabLst/>
        <a:defRPr sz="1200" kern="1200">
          <a:solidFill>
            <a:schemeClr val="tx1"/>
          </a:solidFill>
          <a:latin typeface="+mn-lt"/>
          <a:ea typeface="+mn-ea"/>
          <a:cs typeface="+mn-cs"/>
        </a:defRPr>
      </a:lvl3pPr>
      <a:lvl4pPr marL="687388" indent="-169863" algn="l" defTabSz="914400" rtl="0" eaLnBrk="1" latinLnBrk="0" hangingPunct="1">
        <a:lnSpc>
          <a:spcPct val="100000"/>
        </a:lnSpc>
        <a:spcBef>
          <a:spcPts val="0"/>
        </a:spcBef>
        <a:spcAft>
          <a:spcPts val="600"/>
        </a:spcAft>
        <a:buFont typeface="Arial" panose="020B0604020202020204" pitchFamily="34" charset="0"/>
        <a:buChar char="–"/>
        <a:defRPr sz="1050" kern="1200">
          <a:solidFill>
            <a:schemeClr val="tx1"/>
          </a:solidFill>
          <a:latin typeface="+mn-lt"/>
          <a:ea typeface="+mn-ea"/>
          <a:cs typeface="+mn-cs"/>
        </a:defRPr>
      </a:lvl4pPr>
      <a:lvl5pPr marL="914400" indent="-227013" algn="l" defTabSz="914400" rtl="0" eaLnBrk="1" latinLnBrk="0" hangingPunct="1">
        <a:lnSpc>
          <a:spcPct val="100000"/>
        </a:lnSpc>
        <a:spcBef>
          <a:spcPts val="0"/>
        </a:spcBef>
        <a:spcAft>
          <a:spcPts val="600"/>
        </a:spcAft>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pos="3840" userDrawn="1">
          <p15:clr>
            <a:srgbClr val="A4A3A4"/>
          </p15:clr>
        </p15:guide>
        <p15:guide id="6" pos="7329" userDrawn="1">
          <p15:clr>
            <a:srgbClr val="F26B43"/>
          </p15:clr>
        </p15:guide>
        <p15:guide id="9" orient="horz" pos="216" userDrawn="1">
          <p15:clr>
            <a:srgbClr val="F26B43"/>
          </p15:clr>
        </p15:guide>
        <p15:guide id="12" orient="horz" pos="3912" userDrawn="1">
          <p15:clr>
            <a:srgbClr val="F26B43"/>
          </p15:clr>
        </p15:guide>
        <p15:guide id="21" pos="351"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2" type="sldNum" hasCustomPrompt="1"/>
          </p:nvPr>
        </p:nvSpPr>
        <p:spPr/>
        <p:txBody>
          <a:bodyPr/>
          <a:lstStyle/>
          <a:p>
            <a:r>
              <a:rPr lang="en-US" dirty="0"/>
              <a:t>1</a:t>
            </a:r>
            <a:endParaRPr lang="en-US" dirty="0"/>
          </a:p>
        </p:txBody>
      </p:sp>
      <p:sp>
        <p:nvSpPr>
          <p:cNvPr id="3" name="Text 0"/>
          <p:cNvSpPr/>
          <p:nvPr>
            <p:ph type="title" hasCustomPrompt="1"/>
          </p:nvPr>
        </p:nvSpPr>
        <p:spPr/>
        <p:txBody>
          <a:bodyPr/>
          <a:lstStyle/>
          <a:p>
            <a:r>
              <a:rPr lang="en-US" dirty="0"/>
              <a:t>[Headline - one line max]</a:t>
            </a:r>
            <a:endParaRPr lang="en-US" dirty="0"/>
          </a:p>
        </p:txBody>
      </p:sp>
      <p:sp>
        <p:nvSpPr>
          <p:cNvPr id="4" name="Text 0"/>
          <p:cNvSpPr/>
          <p:nvPr>
            <p:ph idx="18" type="ftr" hasCustomPrompt="1"/>
          </p:nvPr>
        </p:nvSpPr>
        <p:spPr/>
        <p:txBody>
          <a:bodyPr/>
          <a:lstStyle/>
          <a:p>
            <a:r>
              <a:rPr lang="en-US" dirty="0"/>
              <a:t>[Section name (optional) / Presentation title / Month Year]</a:t>
            </a:r>
            <a:endParaRPr lang="en-US" dirty="0"/>
          </a:p>
        </p:txBody>
      </p:sp>
      <p:sp>
        <p:nvSpPr>
          <p:cNvPr id="5" name="Text 0"/>
          <p:cNvSpPr/>
          <p:nvPr>
            <p:ph idx="17" type="body" hasCustomPrompt="1"/>
          </p:nvPr>
        </p:nvSpPr>
        <p:spPr/>
        <p:txBody>
          <a:bodyPr/>
          <a:lstStyle/>
          <a:p>
            <a:r>
              <a:rPr lang="en-US" dirty="0"/>
              <a:t>[Click to add content]</a:t>
            </a:r>
            <a:endParaRPr lang="en-US" dirty="0"/>
          </a:p>
        </p:txBody>
      </p:sp>
      <p:sp>
        <p:nvSpPr>
          <p:cNvPr id="6" name="Text 0"/>
          <p:cNvSpPr/>
          <p:nvPr>
            <p:ph idx="15" type="body" hasCustomPrompt="1"/>
          </p:nvPr>
        </p:nvSpPr>
        <p:spPr/>
        <p:txBody>
          <a:bodyPr/>
          <a:lstStyle/>
          <a:p>
            <a:r>
              <a:rPr lang="en-US" dirty="0"/>
              <a:t>[Source / Legal disclaimer / Footnote]</a:t>
            </a:r>
            <a:endParaRPr lang="en-US" dirty="0"/>
          </a:p>
        </p:txBody>
      </p:sp>
      <p:sp>
        <p:nvSpPr>
          <p:cNvPr id="7" name="Text 0"/>
          <p:cNvSpPr/>
          <p:nvPr>
            <p:ph idx="12" type="sldNum" hasCustomPrompt="1"/>
          </p:nvPr>
        </p:nvSpPr>
        <p:spPr/>
        <p:txBody>
          <a:bodyPr/>
          <a:lstStyle/>
          <a:p>
            <a:pPr indent="0" marL="0">
              <a:buNone/>
            </a:pPr>
            <a:endParaRPr lang="en-US" dirty="0"/>
          </a:p>
        </p:txBody>
      </p:sp>
      <p:sp>
        <p:nvSpPr>
          <p:cNvPr id="8" name="Text 0"/>
          <p:cNvSpPr/>
          <p:nvPr>
            <p:ph type="title" hasCustomPrompt="1"/>
          </p:nvPr>
        </p:nvSpPr>
        <p:spPr/>
        <p:txBody>
          <a:bodyPr/>
          <a:lstStyle/>
          <a:p>
            <a:pPr indent="0" marL="0">
              <a:buNone/>
            </a:pPr>
            <a:endParaRPr lang="en-US" dirty="0"/>
          </a:p>
        </p:txBody>
      </p:sp>
      <p:sp>
        <p:nvSpPr>
          <p:cNvPr id="9" name="Text 0"/>
          <p:cNvSpPr/>
          <p:nvPr>
            <p:ph idx="17" type="body" hasCustomPrompt="1"/>
          </p:nvPr>
        </p:nvSpPr>
        <p:spPr/>
        <p:txBody>
          <a:bodyPr/>
          <a:lstStyle/>
          <a:p>
            <a:pPr indent="0" marL="0">
              <a:buNone/>
            </a:pPr>
            <a:endParaRPr lang="en-US" dirty="0"/>
          </a:p>
        </p:txBody>
      </p:sp>
      <p:sp>
        <p:nvSpPr>
          <p:cNvPr id="10" name="Text 0"/>
          <p:cNvSpPr/>
          <p:nvPr>
            <p:ph idx="15" type="body" hasCustomPrompt="1"/>
          </p:nvPr>
        </p:nvSpPr>
        <p:spPr/>
        <p:txBody>
          <a:bodyPr/>
          <a:lstStyle/>
          <a:p>
            <a:pPr indent="0" marL="0">
              <a:buNone/>
            </a:pP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2" type="sldNum" hasCustomPrompt="1"/>
          </p:nvPr>
        </p:nvSpPr>
        <p:spPr/>
        <p:txBody>
          <a:bodyPr/>
          <a:lstStyle/>
          <a:p>
            <a:r>
              <a:rPr lang="en-US" dirty="0"/>
              <a:t>2</a:t>
            </a:r>
            <a:endParaRPr lang="en-US" dirty="0"/>
          </a:p>
        </p:txBody>
      </p:sp>
      <p:sp>
        <p:nvSpPr>
          <p:cNvPr id="3" name="Text 0"/>
          <p:cNvSpPr/>
          <p:nvPr>
            <p:ph type="title" hasCustomPrompt="1"/>
          </p:nvPr>
        </p:nvSpPr>
        <p:spPr/>
        <p:txBody>
          <a:bodyPr/>
          <a:lstStyle/>
          <a:p>
            <a:r>
              <a:rPr lang="en-US" dirty="0"/>
              <a:t>[Headline - one line max]</a:t>
            </a:r>
            <a:endParaRPr lang="en-US" dirty="0"/>
          </a:p>
        </p:txBody>
      </p:sp>
      <p:sp>
        <p:nvSpPr>
          <p:cNvPr id="4" name="Text 0"/>
          <p:cNvSpPr/>
          <p:nvPr>
            <p:ph idx="13" type="body" hasCustomPrompt="1"/>
          </p:nvPr>
        </p:nvSpPr>
        <p:spPr/>
        <p:txBody>
          <a:bodyPr/>
          <a:lstStyle/>
          <a:p>
            <a:r>
              <a:rPr lang="en-US" dirty="0"/>
              <a:t>[Subheadline - one line max]</a:t>
            </a:r>
            <a:endParaRPr lang="en-US" dirty="0"/>
          </a:p>
        </p:txBody>
      </p:sp>
      <p:sp>
        <p:nvSpPr>
          <p:cNvPr id="5" name="Text 0"/>
          <p:cNvSpPr/>
          <p:nvPr>
            <p:ph idx="20" type="ftr" hasCustomPrompt="1"/>
          </p:nvPr>
        </p:nvSpPr>
        <p:spPr/>
        <p:txBody>
          <a:bodyPr/>
          <a:lstStyle/>
          <a:p>
            <a:r>
              <a:rPr lang="en-US" dirty="0"/>
              <a:t>[Section name (optional) / Presentation title / Month Year]</a:t>
            </a:r>
            <a:endParaRPr lang="en-US" dirty="0"/>
          </a:p>
        </p:txBody>
      </p:sp>
      <p:sp>
        <p:nvSpPr>
          <p:cNvPr id="6" name="Text 0"/>
          <p:cNvSpPr/>
          <p:nvPr>
            <p:ph idx="17" type="body" hasCustomPrompt="1"/>
          </p:nvPr>
        </p:nvSpPr>
        <p:spPr/>
        <p:txBody>
          <a:bodyPr/>
          <a:lstStyle/>
          <a:p>
            <a:r>
              <a:rPr lang="en-US" dirty="0"/>
              <a:t>[Click to add content]</a:t>
            </a:r>
            <a:endParaRPr lang="en-US" dirty="0"/>
          </a:p>
        </p:txBody>
      </p:sp>
      <p:sp>
        <p:nvSpPr>
          <p:cNvPr id="7" name="Text 0"/>
          <p:cNvSpPr/>
          <p:nvPr>
            <p:ph idx="15" type="body" hasCustomPrompt="1"/>
          </p:nvPr>
        </p:nvSpPr>
        <p:spPr/>
        <p:txBody>
          <a:bodyPr/>
          <a:lstStyle/>
          <a:p>
            <a:r>
              <a:rPr lang="en-US" dirty="0"/>
              <a:t>[Source / Legal disclaimer / Footnote]</a:t>
            </a:r>
            <a:endParaRPr lang="en-US" dirty="0"/>
          </a:p>
        </p:txBody>
      </p:sp>
      <p:sp>
        <p:nvSpPr>
          <p:cNvPr id="8" name="Text 0"/>
          <p:cNvSpPr/>
          <p:nvPr>
            <p:ph idx="12" type="sldNum" hasCustomPrompt="1"/>
          </p:nvPr>
        </p:nvSpPr>
        <p:spPr/>
        <p:txBody>
          <a:bodyPr/>
          <a:lstStyle/>
          <a:p>
            <a:pPr indent="0" marL="0">
              <a:buNone/>
            </a:pPr>
            <a:endParaRPr lang="en-US" dirty="0"/>
          </a:p>
        </p:txBody>
      </p:sp>
      <p:sp>
        <p:nvSpPr>
          <p:cNvPr id="9" name="Text 0"/>
          <p:cNvSpPr/>
          <p:nvPr>
            <p:ph type="title" hasCustomPrompt="1"/>
          </p:nvPr>
        </p:nvSpPr>
        <p:spPr/>
        <p:txBody>
          <a:bodyPr/>
          <a:lstStyle/>
          <a:p>
            <a:pPr indent="0" marL="0">
              <a:buNone/>
            </a:pPr>
            <a:endParaRPr lang="en-US" dirty="0"/>
          </a:p>
        </p:txBody>
      </p:sp>
      <p:sp>
        <p:nvSpPr>
          <p:cNvPr id="10" name="Text 0"/>
          <p:cNvSpPr/>
          <p:nvPr>
            <p:ph idx="13" type="body" hasCustomPrompt="1"/>
          </p:nvPr>
        </p:nvSpPr>
        <p:spPr/>
        <p:txBody>
          <a:bodyPr/>
          <a:lstStyle/>
          <a:p>
            <a:pPr indent="0" marL="0">
              <a:buNone/>
            </a:pPr>
            <a:endParaRPr lang="en-US" dirty="0"/>
          </a:p>
        </p:txBody>
      </p:sp>
      <p:sp>
        <p:nvSpPr>
          <p:cNvPr id="11" name="Text 0"/>
          <p:cNvSpPr/>
          <p:nvPr>
            <p:ph idx="17" type="body" hasCustomPrompt="1"/>
          </p:nvPr>
        </p:nvSpPr>
        <p:spPr/>
        <p:txBody>
          <a:bodyPr/>
          <a:lstStyle/>
          <a:p>
            <a:pPr indent="0" marL="0">
              <a:buNone/>
            </a:pPr>
            <a:endParaRPr lang="en-US" dirty="0"/>
          </a:p>
        </p:txBody>
      </p:sp>
      <p:sp>
        <p:nvSpPr>
          <p:cNvPr id="12" name="Text 0"/>
          <p:cNvSpPr/>
          <p:nvPr>
            <p:ph idx="15" type="body" hasCustomPrompt="1"/>
          </p:nvPr>
        </p:nvSpPr>
        <p:spPr/>
        <p:txBody>
          <a:bodyPr/>
          <a:lstStyle/>
          <a:p>
            <a:pPr indent="0" marL="0">
              <a:buNone/>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2" type="sldNum" hasCustomPrompt="1"/>
          </p:nvPr>
        </p:nvSpPr>
        <p:spPr/>
        <p:txBody>
          <a:bodyPr/>
          <a:lstStyle/>
          <a:p>
            <a:r>
              <a:rPr lang="en-US" dirty="0"/>
              <a:t>3</a:t>
            </a:r>
            <a:endParaRPr lang="en-US" dirty="0"/>
          </a:p>
        </p:txBody>
      </p:sp>
      <p:sp>
        <p:nvSpPr>
          <p:cNvPr id="3" name="Text 0"/>
          <p:cNvSpPr/>
          <p:nvPr>
            <p:ph type="title" hasCustomPrompt="1"/>
          </p:nvPr>
        </p:nvSpPr>
        <p:spPr/>
        <p:txBody>
          <a:bodyPr/>
          <a:lstStyle/>
          <a:p>
            <a:r>
              <a:rPr lang="en-US" dirty="0"/>
              <a:t>[Headline - two lines max]</a:t>
            </a:r>
            <a:endParaRPr lang="en-US" dirty="0"/>
          </a:p>
        </p:txBody>
      </p:sp>
      <p:sp>
        <p:nvSpPr>
          <p:cNvPr id="4" name="Text 0"/>
          <p:cNvSpPr/>
          <p:nvPr>
            <p:ph idx="13" type="body" hasCustomPrompt="1"/>
          </p:nvPr>
        </p:nvSpPr>
        <p:spPr/>
        <p:txBody>
          <a:bodyPr/>
          <a:lstStyle/>
          <a:p>
            <a:r>
              <a:rPr lang="en-US" dirty="0"/>
              <a:t>[Subheadline - one line max]</a:t>
            </a:r>
            <a:endParaRPr lang="en-US" dirty="0"/>
          </a:p>
        </p:txBody>
      </p:sp>
      <p:sp>
        <p:nvSpPr>
          <p:cNvPr id="5" name="Text 0"/>
          <p:cNvSpPr/>
          <p:nvPr>
            <p:ph idx="20" type="ftr" hasCustomPrompt="1"/>
          </p:nvPr>
        </p:nvSpPr>
        <p:spPr/>
        <p:txBody>
          <a:bodyPr/>
          <a:lstStyle/>
          <a:p>
            <a:r>
              <a:rPr lang="en-US" dirty="0"/>
              <a:t>[Section name (optional) / Presentation title / Month Year]</a:t>
            </a:r>
            <a:endParaRPr lang="en-US" dirty="0"/>
          </a:p>
        </p:txBody>
      </p:sp>
      <p:sp>
        <p:nvSpPr>
          <p:cNvPr id="6" name="Text 0"/>
          <p:cNvSpPr/>
          <p:nvPr>
            <p:ph idx="17" type="body" hasCustomPrompt="1"/>
          </p:nvPr>
        </p:nvSpPr>
        <p:spPr/>
        <p:txBody>
          <a:bodyPr/>
          <a:lstStyle/>
          <a:p>
            <a:r>
              <a:rPr lang="en-US" dirty="0"/>
              <a:t>[Click to add content]</a:t>
            </a:r>
            <a:endParaRPr lang="en-US" dirty="0"/>
          </a:p>
        </p:txBody>
      </p:sp>
      <p:sp>
        <p:nvSpPr>
          <p:cNvPr id="7" name="Text 0"/>
          <p:cNvSpPr/>
          <p:nvPr>
            <p:ph idx="15" type="body" hasCustomPrompt="1"/>
          </p:nvPr>
        </p:nvSpPr>
        <p:spPr/>
        <p:txBody>
          <a:bodyPr/>
          <a:lstStyle/>
          <a:p>
            <a:r>
              <a:rPr lang="en-US" dirty="0"/>
              <a:t>[Source / Legal disclaimer / Footnote]</a:t>
            </a:r>
            <a:endParaRPr lang="en-US" dirty="0"/>
          </a:p>
        </p:txBody>
      </p:sp>
      <p:sp>
        <p:nvSpPr>
          <p:cNvPr id="8" name="Text 0"/>
          <p:cNvSpPr/>
          <p:nvPr>
            <p:ph idx="12" type="sldNum" hasCustomPrompt="1"/>
          </p:nvPr>
        </p:nvSpPr>
        <p:spPr/>
        <p:txBody>
          <a:bodyPr/>
          <a:lstStyle/>
          <a:p>
            <a:pPr indent="0" marL="0">
              <a:buNone/>
            </a:pPr>
            <a:endParaRPr lang="en-US" dirty="0"/>
          </a:p>
        </p:txBody>
      </p:sp>
      <p:sp>
        <p:nvSpPr>
          <p:cNvPr id="9" name="Text 0"/>
          <p:cNvSpPr/>
          <p:nvPr>
            <p:ph type="title" hasCustomPrompt="1"/>
          </p:nvPr>
        </p:nvSpPr>
        <p:spPr/>
        <p:txBody>
          <a:bodyPr/>
          <a:lstStyle/>
          <a:p>
            <a:pPr indent="0" marL="0">
              <a:buNone/>
            </a:pPr>
            <a:endParaRPr lang="en-US" dirty="0"/>
          </a:p>
        </p:txBody>
      </p:sp>
      <p:sp>
        <p:nvSpPr>
          <p:cNvPr id="10" name="Text 0"/>
          <p:cNvSpPr/>
          <p:nvPr>
            <p:ph idx="13" type="body" hasCustomPrompt="1"/>
          </p:nvPr>
        </p:nvSpPr>
        <p:spPr/>
        <p:txBody>
          <a:bodyPr/>
          <a:lstStyle/>
          <a:p>
            <a:pPr indent="0" marL="0">
              <a:buNone/>
            </a:pPr>
            <a:endParaRPr lang="en-US" dirty="0"/>
          </a:p>
        </p:txBody>
      </p:sp>
      <p:sp>
        <p:nvSpPr>
          <p:cNvPr id="11" name="Text 0"/>
          <p:cNvSpPr/>
          <p:nvPr>
            <p:ph idx="17" type="body" hasCustomPrompt="1"/>
          </p:nvPr>
        </p:nvSpPr>
        <p:spPr/>
        <p:txBody>
          <a:bodyPr/>
          <a:lstStyle/>
          <a:p>
            <a:pPr indent="0" marL="0">
              <a:buNone/>
            </a:pPr>
            <a:endParaRPr lang="en-US" dirty="0"/>
          </a:p>
        </p:txBody>
      </p:sp>
      <p:sp>
        <p:nvSpPr>
          <p:cNvPr id="12" name="Text 0"/>
          <p:cNvSpPr/>
          <p:nvPr>
            <p:ph idx="15" type="body" hasCustomPrompt="1"/>
          </p:nvPr>
        </p:nvSpPr>
        <p:spPr/>
        <p:txBody>
          <a:bodyPr/>
          <a:lstStyle/>
          <a:p>
            <a:pPr indent="0" marL="0">
              <a:buNone/>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2" type="sldNum" hasCustomPrompt="1"/>
          </p:nvPr>
        </p:nvSpPr>
        <p:spPr/>
        <p:txBody>
          <a:bodyPr/>
          <a:lstStyle/>
          <a:p>
            <a:r>
              <a:rPr lang="en-US" dirty="0"/>
              <a:t>4</a:t>
            </a:r>
            <a:endParaRPr lang="en-US" dirty="0"/>
          </a:p>
        </p:txBody>
      </p:sp>
      <p:sp>
        <p:nvSpPr>
          <p:cNvPr id="3" name="Text 0"/>
          <p:cNvSpPr/>
          <p:nvPr>
            <p:ph type="title" hasCustomPrompt="1"/>
          </p:nvPr>
        </p:nvSpPr>
        <p:spPr/>
        <p:txBody>
          <a:bodyPr/>
          <a:lstStyle/>
          <a:p>
            <a:r>
              <a:rPr lang="en-US" dirty="0"/>
              <a:t>[Headline - one line max]</a:t>
            </a:r>
            <a:endParaRPr lang="en-US" dirty="0"/>
          </a:p>
        </p:txBody>
      </p:sp>
      <p:sp>
        <p:nvSpPr>
          <p:cNvPr id="4" name="Text 0"/>
          <p:cNvSpPr/>
          <p:nvPr>
            <p:ph idx="13" type="body" hasCustomPrompt="1"/>
          </p:nvPr>
        </p:nvSpPr>
        <p:spPr/>
        <p:txBody>
          <a:bodyPr/>
          <a:lstStyle/>
          <a:p>
            <a:r>
              <a:rPr lang="en-US" dirty="0"/>
              <a:t>[Subheadline - one line max]</a:t>
            </a:r>
            <a:endParaRPr lang="en-US" dirty="0"/>
          </a:p>
        </p:txBody>
      </p:sp>
      <p:sp>
        <p:nvSpPr>
          <p:cNvPr id="5" name="Text 0"/>
          <p:cNvSpPr/>
          <p:nvPr>
            <p:ph idx="22" type="ftr" hasCustomPrompt="1"/>
          </p:nvPr>
        </p:nvSpPr>
        <p:spPr/>
        <p:txBody>
          <a:bodyPr/>
          <a:lstStyle/>
          <a:p>
            <a:r>
              <a:rPr lang="en-US" dirty="0"/>
              <a:t>[Section name (optional) / Presentation title / Month Year]</a:t>
            </a:r>
            <a:endParaRPr lang="en-US" dirty="0"/>
          </a:p>
        </p:txBody>
      </p:sp>
      <p:sp>
        <p:nvSpPr>
          <p:cNvPr id="6" name="Text 0"/>
          <p:cNvSpPr/>
          <p:nvPr>
            <p:ph idx="19" type="body" hasCustomPrompt="1"/>
          </p:nvPr>
        </p:nvSpPr>
        <p:spPr/>
        <p:txBody>
          <a:bodyPr/>
          <a:lstStyle/>
          <a:p>
            <a:r>
              <a:rPr lang="en-US" dirty="0"/>
              <a:t>[Click to add left content]</a:t>
            </a:r>
            <a:endParaRPr lang="en-US" dirty="0"/>
          </a:p>
        </p:txBody>
      </p:sp>
      <p:sp>
        <p:nvSpPr>
          <p:cNvPr id="7" name="Text 0"/>
          <p:cNvSpPr/>
          <p:nvPr>
            <p:ph idx="13" type="body" hasCustomPrompt="1"/>
          </p:nvPr>
        </p:nvSpPr>
        <p:spPr/>
        <p:txBody>
          <a:bodyPr/>
          <a:lstStyle/>
          <a:p>
            <a:r>
              <a:rPr lang="en-US" dirty="0"/>
              <a:t>[Click to add right content]</a:t>
            </a:r>
            <a:endParaRPr lang="en-US" dirty="0"/>
          </a:p>
        </p:txBody>
      </p:sp>
      <p:sp>
        <p:nvSpPr>
          <p:cNvPr id="8" name="Text 0"/>
          <p:cNvSpPr/>
          <p:nvPr>
            <p:ph idx="15" type="body" hasCustomPrompt="1"/>
          </p:nvPr>
        </p:nvSpPr>
        <p:spPr/>
        <p:txBody>
          <a:bodyPr/>
          <a:lstStyle/>
          <a:p>
            <a:r>
              <a:rPr lang="en-US" dirty="0"/>
              <a:t>[Source / Legal disclaimer / Footnote]</a:t>
            </a:r>
            <a:endParaRPr lang="en-US" dirty="0"/>
          </a:p>
        </p:txBody>
      </p:sp>
      <p:sp>
        <p:nvSpPr>
          <p:cNvPr id="9" name="Text 0"/>
          <p:cNvSpPr/>
          <p:nvPr>
            <p:ph idx="12" type="sldNum" hasCustomPrompt="1"/>
          </p:nvPr>
        </p:nvSpPr>
        <p:spPr/>
        <p:txBody>
          <a:bodyPr/>
          <a:lstStyle/>
          <a:p>
            <a:pPr indent="0" marL="0">
              <a:buNone/>
            </a:pPr>
            <a:endParaRPr lang="en-US" dirty="0"/>
          </a:p>
        </p:txBody>
      </p:sp>
      <p:sp>
        <p:nvSpPr>
          <p:cNvPr id="10" name="Text 0"/>
          <p:cNvSpPr/>
          <p:nvPr>
            <p:ph type="title" hasCustomPrompt="1"/>
          </p:nvPr>
        </p:nvSpPr>
        <p:spPr/>
        <p:txBody>
          <a:bodyPr/>
          <a:lstStyle/>
          <a:p>
            <a:pPr indent="0" marL="0">
              <a:buNone/>
            </a:pPr>
            <a:endParaRPr lang="en-US" dirty="0"/>
          </a:p>
        </p:txBody>
      </p:sp>
      <p:sp>
        <p:nvSpPr>
          <p:cNvPr id="11" name="Text 0"/>
          <p:cNvSpPr/>
          <p:nvPr>
            <p:ph idx="13" type="body" hasCustomPrompt="1"/>
          </p:nvPr>
        </p:nvSpPr>
        <p:spPr/>
        <p:txBody>
          <a:bodyPr/>
          <a:lstStyle/>
          <a:p>
            <a:pPr indent="0" marL="0">
              <a:buNone/>
            </a:pPr>
            <a:endParaRPr lang="en-US" dirty="0"/>
          </a:p>
        </p:txBody>
      </p:sp>
      <p:sp>
        <p:nvSpPr>
          <p:cNvPr id="12" name="Text 0"/>
          <p:cNvSpPr/>
          <p:nvPr>
            <p:ph idx="19" type="body" hasCustomPrompt="1"/>
          </p:nvPr>
        </p:nvSpPr>
        <p:spPr/>
        <p:txBody>
          <a:bodyPr/>
          <a:lstStyle/>
          <a:p>
            <a:pPr indent="0" marL="0">
              <a:buNone/>
            </a:pPr>
            <a:endParaRPr lang="en-US" dirty="0"/>
          </a:p>
        </p:txBody>
      </p:sp>
      <p:sp>
        <p:nvSpPr>
          <p:cNvPr id="13" name="Text 0"/>
          <p:cNvSpPr/>
          <p:nvPr>
            <p:ph idx="15" type="body" hasCustomPrompt="1"/>
          </p:nvPr>
        </p:nvSpPr>
        <p:spPr/>
        <p:txBody>
          <a:bodyPr/>
          <a:lstStyle/>
          <a:p>
            <a:pPr indent="0" marL="0">
              <a:buNone/>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2" type="sldNum" hasCustomPrompt="1"/>
          </p:nvPr>
        </p:nvSpPr>
        <p:spPr/>
        <p:txBody>
          <a:bodyPr/>
          <a:lstStyle/>
          <a:p>
            <a:r>
              <a:rPr lang="en-US" dirty="0"/>
              <a:t>5</a:t>
            </a:r>
            <a:endParaRPr lang="en-US" dirty="0"/>
          </a:p>
        </p:txBody>
      </p:sp>
      <p:sp>
        <p:nvSpPr>
          <p:cNvPr id="3" name="Text 0"/>
          <p:cNvSpPr/>
          <p:nvPr>
            <p:ph type="title" hasCustomPrompt="1"/>
          </p:nvPr>
        </p:nvSpPr>
        <p:spPr/>
        <p:txBody>
          <a:bodyPr/>
          <a:lstStyle/>
          <a:p>
            <a:r>
              <a:rPr lang="en-US" dirty="0"/>
              <a:t>[Headline - one line max]</a:t>
            </a:r>
            <a:endParaRPr lang="en-US" dirty="0"/>
          </a:p>
        </p:txBody>
      </p:sp>
      <p:sp>
        <p:nvSpPr>
          <p:cNvPr id="4" name="Text 0"/>
          <p:cNvSpPr/>
          <p:nvPr>
            <p:ph idx="13" type="body" hasCustomPrompt="1"/>
          </p:nvPr>
        </p:nvSpPr>
        <p:spPr/>
        <p:txBody>
          <a:bodyPr/>
          <a:lstStyle/>
          <a:p>
            <a:r>
              <a:rPr lang="en-US" dirty="0"/>
              <a:t>[Subheadline - one line max]</a:t>
            </a:r>
            <a:endParaRPr lang="en-US" dirty="0"/>
          </a:p>
        </p:txBody>
      </p:sp>
      <p:sp>
        <p:nvSpPr>
          <p:cNvPr id="5" name="Text 0"/>
          <p:cNvSpPr/>
          <p:nvPr>
            <p:ph idx="24" type="ftr" hasCustomPrompt="1"/>
          </p:nvPr>
        </p:nvSpPr>
        <p:spPr/>
        <p:txBody>
          <a:bodyPr/>
          <a:lstStyle/>
          <a:p>
            <a:r>
              <a:rPr lang="en-US" dirty="0"/>
              <a:t>[Section name (optional) / Presentation title / Month Year]</a:t>
            </a:r>
            <a:endParaRPr lang="en-US" dirty="0"/>
          </a:p>
        </p:txBody>
      </p:sp>
      <p:sp>
        <p:nvSpPr>
          <p:cNvPr id="6" name="Text 0"/>
          <p:cNvSpPr/>
          <p:nvPr>
            <p:ph idx="16" type="body" hasCustomPrompt="1"/>
          </p:nvPr>
        </p:nvSpPr>
        <p:spPr/>
        <p:txBody>
          <a:bodyPr/>
          <a:lstStyle/>
          <a:p>
            <a:r>
              <a:rPr lang="en-US" dirty="0"/>
              <a:t>[Left subtitle]</a:t>
            </a:r>
            <a:endParaRPr lang="en-US" dirty="0"/>
          </a:p>
        </p:txBody>
      </p:sp>
      <p:sp>
        <p:nvSpPr>
          <p:cNvPr id="7" name="Text 0"/>
          <p:cNvSpPr/>
          <p:nvPr>
            <p:ph idx="22" type="body" hasCustomPrompt="1"/>
          </p:nvPr>
        </p:nvSpPr>
        <p:spPr/>
        <p:txBody>
          <a:bodyPr/>
          <a:lstStyle/>
          <a:p>
            <a:r>
              <a:rPr lang="en-US" dirty="0"/>
              <a:t>[Click to add left content]</a:t>
            </a:r>
            <a:endParaRPr lang="en-US" dirty="0"/>
          </a:p>
        </p:txBody>
      </p:sp>
      <p:sp>
        <p:nvSpPr>
          <p:cNvPr id="8" name="Text 0"/>
          <p:cNvSpPr/>
          <p:nvPr>
            <p:ph idx="19" type="body" hasCustomPrompt="1"/>
          </p:nvPr>
        </p:nvSpPr>
        <p:spPr/>
        <p:txBody>
          <a:bodyPr/>
          <a:lstStyle/>
          <a:p>
            <a:r>
              <a:rPr lang="en-US" dirty="0"/>
              <a:t>[Right subtitle]</a:t>
            </a:r>
            <a:endParaRPr lang="en-US" dirty="0"/>
          </a:p>
        </p:txBody>
      </p:sp>
      <p:sp>
        <p:nvSpPr>
          <p:cNvPr id="9" name="Text 0"/>
          <p:cNvSpPr/>
          <p:nvPr>
            <p:ph idx="20" type="body" hasCustomPrompt="1"/>
          </p:nvPr>
        </p:nvSpPr>
        <p:spPr/>
        <p:txBody>
          <a:bodyPr/>
          <a:lstStyle/>
          <a:p>
            <a:r>
              <a:rPr lang="en-US" dirty="0"/>
              <a:t>[Click to add right content]</a:t>
            </a:r>
            <a:endParaRPr lang="en-US" dirty="0"/>
          </a:p>
        </p:txBody>
      </p:sp>
      <p:sp>
        <p:nvSpPr>
          <p:cNvPr id="10" name="Text 0"/>
          <p:cNvSpPr/>
          <p:nvPr>
            <p:ph idx="15" type="body" hasCustomPrompt="1"/>
          </p:nvPr>
        </p:nvSpPr>
        <p:spPr/>
        <p:txBody>
          <a:bodyPr/>
          <a:lstStyle/>
          <a:p>
            <a:r>
              <a:rPr lang="en-US" dirty="0"/>
              <a:t>[Source / Legal disclaimer / Footnote]</a:t>
            </a:r>
            <a:endParaRPr lang="en-US" dirty="0"/>
          </a:p>
        </p:txBody>
      </p:sp>
      <p:sp>
        <p:nvSpPr>
          <p:cNvPr id="11" name="Text 0"/>
          <p:cNvSpPr/>
          <p:nvPr>
            <p:ph idx="12" type="sldNum" hasCustomPrompt="1"/>
          </p:nvPr>
        </p:nvSpPr>
        <p:spPr/>
        <p:txBody>
          <a:bodyPr/>
          <a:lstStyle/>
          <a:p>
            <a:pPr indent="0" marL="0">
              <a:buNone/>
            </a:pPr>
            <a:endParaRPr lang="en-US" dirty="0"/>
          </a:p>
        </p:txBody>
      </p:sp>
      <p:sp>
        <p:nvSpPr>
          <p:cNvPr id="12" name="Text 0"/>
          <p:cNvSpPr/>
          <p:nvPr>
            <p:ph type="title" hasCustomPrompt="1"/>
          </p:nvPr>
        </p:nvSpPr>
        <p:spPr/>
        <p:txBody>
          <a:bodyPr/>
          <a:lstStyle/>
          <a:p>
            <a:pPr indent="0" marL="0">
              <a:buNone/>
            </a:pPr>
            <a:endParaRPr lang="en-US" dirty="0"/>
          </a:p>
        </p:txBody>
      </p:sp>
      <p:sp>
        <p:nvSpPr>
          <p:cNvPr id="13" name="Text 0"/>
          <p:cNvSpPr/>
          <p:nvPr>
            <p:ph idx="13" type="body" hasCustomPrompt="1"/>
          </p:nvPr>
        </p:nvSpPr>
        <p:spPr/>
        <p:txBody>
          <a:bodyPr/>
          <a:lstStyle/>
          <a:p>
            <a:pPr indent="0" marL="0">
              <a:buNone/>
            </a:pPr>
            <a:endParaRPr lang="en-US" dirty="0"/>
          </a:p>
        </p:txBody>
      </p:sp>
      <p:sp>
        <p:nvSpPr>
          <p:cNvPr id="14" name="Text 0"/>
          <p:cNvSpPr/>
          <p:nvPr>
            <p:ph idx="16" type="body" hasCustomPrompt="1"/>
          </p:nvPr>
        </p:nvSpPr>
        <p:spPr/>
        <p:txBody>
          <a:bodyPr/>
          <a:lstStyle/>
          <a:p>
            <a:pPr indent="0" marL="0">
              <a:buNone/>
            </a:pPr>
            <a:endParaRPr lang="en-US" dirty="0"/>
          </a:p>
        </p:txBody>
      </p:sp>
      <p:sp>
        <p:nvSpPr>
          <p:cNvPr id="15" name="Text 0"/>
          <p:cNvSpPr/>
          <p:nvPr>
            <p:ph idx="19" type="body" hasCustomPrompt="1"/>
          </p:nvPr>
        </p:nvSpPr>
        <p:spPr/>
        <p:txBody>
          <a:bodyPr/>
          <a:lstStyle/>
          <a:p>
            <a:pPr indent="0" marL="0">
              <a:buNone/>
            </a:pPr>
            <a:endParaRPr lang="en-US" dirty="0"/>
          </a:p>
        </p:txBody>
      </p:sp>
      <p:sp>
        <p:nvSpPr>
          <p:cNvPr id="16" name="Text 0"/>
          <p:cNvSpPr/>
          <p:nvPr>
            <p:ph idx="22" type="body" hasCustomPrompt="1"/>
          </p:nvPr>
        </p:nvSpPr>
        <p:spPr/>
        <p:txBody>
          <a:bodyPr/>
          <a:lstStyle/>
          <a:p>
            <a:pPr indent="0" marL="0">
              <a:buNone/>
            </a:pPr>
            <a:endParaRPr lang="en-US" dirty="0"/>
          </a:p>
        </p:txBody>
      </p:sp>
      <p:sp>
        <p:nvSpPr>
          <p:cNvPr id="17" name="Text 0"/>
          <p:cNvSpPr/>
          <p:nvPr>
            <p:ph idx="20" type="body" hasCustomPrompt="1"/>
          </p:nvPr>
        </p:nvSpPr>
        <p:spPr/>
        <p:txBody>
          <a:bodyPr/>
          <a:lstStyle/>
          <a:p>
            <a:pPr indent="0" marL="0">
              <a:buNone/>
            </a:pPr>
            <a:endParaRPr lang="en-US" dirty="0"/>
          </a:p>
        </p:txBody>
      </p:sp>
      <p:sp>
        <p:nvSpPr>
          <p:cNvPr id="18" name="Text 0"/>
          <p:cNvSpPr/>
          <p:nvPr>
            <p:ph idx="15" type="body" hasCustomPrompt="1"/>
          </p:nvPr>
        </p:nvSpPr>
        <p:spPr/>
        <p:txBody>
          <a:bodyPr/>
          <a:lstStyle/>
          <a:p>
            <a:pPr indent="0" marL="0">
              <a:buNone/>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2" type="sldNum" hasCustomPrompt="1"/>
          </p:nvPr>
        </p:nvSpPr>
        <p:spPr/>
        <p:txBody>
          <a:bodyPr/>
          <a:lstStyle/>
          <a:p>
            <a:r>
              <a:rPr lang="en-US" dirty="0"/>
              <a:t>6</a:t>
            </a:r>
            <a:endParaRPr lang="en-US" dirty="0"/>
          </a:p>
        </p:txBody>
      </p:sp>
      <p:sp>
        <p:nvSpPr>
          <p:cNvPr id="3" name="Text 0"/>
          <p:cNvSpPr/>
          <p:nvPr>
            <p:ph type="title" hasCustomPrompt="1"/>
          </p:nvPr>
        </p:nvSpPr>
        <p:spPr/>
        <p:txBody>
          <a:bodyPr/>
          <a:lstStyle/>
          <a:p>
            <a:r>
              <a:rPr lang="en-US" dirty="0"/>
              <a:t>[Headline - one line max]</a:t>
            </a:r>
            <a:endParaRPr lang="en-US" dirty="0"/>
          </a:p>
        </p:txBody>
      </p:sp>
      <p:sp>
        <p:nvSpPr>
          <p:cNvPr id="4" name="Text 0"/>
          <p:cNvSpPr/>
          <p:nvPr>
            <p:ph idx="16" type="body" hasCustomPrompt="1"/>
          </p:nvPr>
        </p:nvSpPr>
        <p:spPr/>
        <p:txBody>
          <a:bodyPr/>
          <a:lstStyle/>
          <a:p>
            <a:r>
              <a:rPr lang="en-US" dirty="0"/>
              <a:t>[Subheadline - one line max]</a:t>
            </a:r>
            <a:endParaRPr lang="en-US" dirty="0"/>
          </a:p>
        </p:txBody>
      </p:sp>
      <p:sp>
        <p:nvSpPr>
          <p:cNvPr id="5" name="Text 0"/>
          <p:cNvSpPr/>
          <p:nvPr>
            <p:ph idx="13" type="body" hasCustomPrompt="1"/>
          </p:nvPr>
        </p:nvSpPr>
        <p:spPr/>
        <p:txBody>
          <a:bodyPr/>
          <a:lstStyle/>
          <a:p>
            <a:r>
              <a:rPr lang="en-US" dirty="0"/>
              <a:t>[subtitle1]</a:t>
            </a:r>
            <a:endParaRPr lang="en-US" dirty="0"/>
          </a:p>
        </p:txBody>
      </p:sp>
      <p:sp>
        <p:nvSpPr>
          <p:cNvPr id="6" name="Text 0"/>
          <p:cNvSpPr/>
          <p:nvPr>
            <p:ph idx="16" type="body" hasCustomPrompt="1"/>
          </p:nvPr>
        </p:nvSpPr>
        <p:spPr/>
        <p:txBody>
          <a:bodyPr/>
          <a:lstStyle/>
          <a:p>
            <a:r>
              <a:rPr lang="en-US" dirty="0"/>
              <a:t>[content1]</a:t>
            </a:r>
            <a:endParaRPr lang="en-US" dirty="0"/>
          </a:p>
        </p:txBody>
      </p:sp>
      <p:sp>
        <p:nvSpPr>
          <p:cNvPr id="7" name="Text 0"/>
          <p:cNvSpPr/>
          <p:nvPr>
            <p:ph idx="24" type="body" hasCustomPrompt="1"/>
          </p:nvPr>
        </p:nvSpPr>
        <p:spPr/>
        <p:txBody>
          <a:bodyPr/>
          <a:lstStyle/>
          <a:p>
            <a:r>
              <a:rPr lang="en-US" dirty="0"/>
              <a:t>[subtitle2]</a:t>
            </a:r>
            <a:endParaRPr lang="en-US" dirty="0"/>
          </a:p>
        </p:txBody>
      </p:sp>
      <p:sp>
        <p:nvSpPr>
          <p:cNvPr id="8" name="Text 0"/>
          <p:cNvSpPr/>
          <p:nvPr>
            <p:ph idx="24" type="body" hasCustomPrompt="1"/>
          </p:nvPr>
        </p:nvSpPr>
        <p:spPr/>
        <p:txBody>
          <a:bodyPr/>
          <a:lstStyle/>
          <a:p>
            <a:r>
              <a:rPr lang="en-US" dirty="0"/>
              <a:t>[content2]</a:t>
            </a:r>
            <a:endParaRPr lang="en-US" dirty="0"/>
          </a:p>
        </p:txBody>
      </p:sp>
      <p:sp>
        <p:nvSpPr>
          <p:cNvPr id="9" name="Text 0"/>
          <p:cNvSpPr/>
          <p:nvPr>
            <p:ph idx="25" type="body" hasCustomPrompt="1"/>
          </p:nvPr>
        </p:nvSpPr>
        <p:spPr/>
        <p:txBody>
          <a:bodyPr/>
          <a:lstStyle/>
          <a:p>
            <a:r>
              <a:rPr lang="en-US" dirty="0"/>
              <a:t>[subtitle3]</a:t>
            </a:r>
            <a:endParaRPr lang="en-US" dirty="0"/>
          </a:p>
        </p:txBody>
      </p:sp>
      <p:sp>
        <p:nvSpPr>
          <p:cNvPr id="10" name="Text 0"/>
          <p:cNvSpPr/>
          <p:nvPr>
            <p:ph idx="17" type="body" hasCustomPrompt="1"/>
          </p:nvPr>
        </p:nvSpPr>
        <p:spPr/>
        <p:txBody>
          <a:bodyPr/>
          <a:lstStyle/>
          <a:p>
            <a:r>
              <a:rPr lang="en-US" dirty="0"/>
              <a:t>[content3]</a:t>
            </a:r>
            <a:endParaRPr lang="en-US" dirty="0"/>
          </a:p>
        </p:txBody>
      </p:sp>
      <p:sp>
        <p:nvSpPr>
          <p:cNvPr id="11" name="Text 0"/>
          <p:cNvSpPr/>
          <p:nvPr>
            <p:ph idx="26" type="body" hasCustomPrompt="1"/>
          </p:nvPr>
        </p:nvSpPr>
        <p:spPr/>
        <p:txBody>
          <a:bodyPr/>
          <a:lstStyle/>
          <a:p>
            <a:r>
              <a:rPr lang="en-US" dirty="0"/>
              <a:t>[subtitle4]</a:t>
            </a:r>
            <a:endParaRPr lang="en-US" dirty="0"/>
          </a:p>
        </p:txBody>
      </p:sp>
      <p:sp>
        <p:nvSpPr>
          <p:cNvPr id="12" name="Text 0"/>
          <p:cNvSpPr/>
          <p:nvPr>
            <p:ph idx="25" type="body" hasCustomPrompt="1"/>
          </p:nvPr>
        </p:nvSpPr>
        <p:spPr/>
        <p:txBody>
          <a:bodyPr/>
          <a:lstStyle/>
          <a:p>
            <a:r>
              <a:rPr lang="en-US" dirty="0"/>
              <a:t>[content4]</a:t>
            </a:r>
            <a:endParaRPr lang="en-US" dirty="0"/>
          </a:p>
        </p:txBody>
      </p:sp>
      <p:sp>
        <p:nvSpPr>
          <p:cNvPr id="13" name="Text 0"/>
          <p:cNvSpPr/>
          <p:nvPr>
            <p:ph idx="31" type="ftr" hasCustomPrompt="1"/>
          </p:nvPr>
        </p:nvSpPr>
        <p:spPr/>
        <p:txBody>
          <a:bodyPr/>
          <a:lstStyle/>
          <a:p>
            <a:r>
              <a:rPr lang="en-US" dirty="0"/>
              <a:t>[Section name (optional) / Presentation title / Month Year]</a:t>
            </a:r>
            <a:endParaRPr lang="en-US" dirty="0"/>
          </a:p>
        </p:txBody>
      </p:sp>
      <p:sp>
        <p:nvSpPr>
          <p:cNvPr id="14" name="Text 0"/>
          <p:cNvSpPr/>
          <p:nvPr>
            <p:ph idx="15" type="body" hasCustomPrompt="1"/>
          </p:nvPr>
        </p:nvSpPr>
        <p:spPr/>
        <p:txBody>
          <a:bodyPr/>
          <a:lstStyle/>
          <a:p>
            <a:r>
              <a:rPr lang="en-US" dirty="0"/>
              <a:t>[Source / Legal disclaimer / Footnote]</a:t>
            </a:r>
            <a:endParaRPr lang="en-US" dirty="0"/>
          </a:p>
        </p:txBody>
      </p:sp>
      <p:sp>
        <p:nvSpPr>
          <p:cNvPr id="15" name="Text 0"/>
          <p:cNvSpPr/>
          <p:nvPr>
            <p:ph idx="12" type="sldNum" hasCustomPrompt="1"/>
          </p:nvPr>
        </p:nvSpPr>
        <p:spPr/>
        <p:txBody>
          <a:bodyPr/>
          <a:lstStyle/>
          <a:p>
            <a:pPr indent="0" marL="0">
              <a:buNone/>
            </a:pPr>
            <a:endParaRPr lang="en-US" dirty="0"/>
          </a:p>
        </p:txBody>
      </p:sp>
      <p:sp>
        <p:nvSpPr>
          <p:cNvPr id="16" name="Text 0"/>
          <p:cNvSpPr/>
          <p:nvPr>
            <p:ph type="title" hasCustomPrompt="1"/>
          </p:nvPr>
        </p:nvSpPr>
        <p:spPr/>
        <p:txBody>
          <a:bodyPr/>
          <a:lstStyle/>
          <a:p>
            <a:pPr indent="0" marL="0">
              <a:buNone/>
            </a:pPr>
            <a:endParaRPr lang="en-US" dirty="0"/>
          </a:p>
        </p:txBody>
      </p:sp>
      <p:sp>
        <p:nvSpPr>
          <p:cNvPr id="17" name="Text 0"/>
          <p:cNvSpPr/>
          <p:nvPr>
            <p:ph idx="13" type="body" hasCustomPrompt="1"/>
          </p:nvPr>
        </p:nvSpPr>
        <p:spPr/>
        <p:txBody>
          <a:bodyPr/>
          <a:lstStyle/>
          <a:p>
            <a:pPr indent="0" marL="0">
              <a:buNone/>
            </a:pPr>
            <a:endParaRPr lang="en-US" dirty="0"/>
          </a:p>
        </p:txBody>
      </p:sp>
      <p:sp>
        <p:nvSpPr>
          <p:cNvPr id="18" name="Text 0"/>
          <p:cNvSpPr/>
          <p:nvPr>
            <p:ph idx="24" type="body" hasCustomPrompt="1"/>
          </p:nvPr>
        </p:nvSpPr>
        <p:spPr/>
        <p:txBody>
          <a:bodyPr/>
          <a:lstStyle/>
          <a:p>
            <a:pPr indent="0" marL="0">
              <a:buNone/>
            </a:pPr>
            <a:endParaRPr lang="en-US" dirty="0"/>
          </a:p>
        </p:txBody>
      </p:sp>
      <p:sp>
        <p:nvSpPr>
          <p:cNvPr id="19" name="Text 0"/>
          <p:cNvSpPr/>
          <p:nvPr>
            <p:ph idx="15" type="body" hasCustomPrompt="1"/>
          </p:nvPr>
        </p:nvSpPr>
        <p:spPr/>
        <p:txBody>
          <a:bodyPr/>
          <a:lstStyle/>
          <a:p>
            <a:pPr indent="0" marL="0">
              <a:buNone/>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2" type="sldNum" hasCustomPrompt="1"/>
          </p:nvPr>
        </p:nvSpPr>
        <p:spPr/>
        <p:txBody>
          <a:bodyPr/>
          <a:lstStyle/>
          <a:p>
            <a:r>
              <a:rPr lang="en-US" dirty="0"/>
              <a:t>7</a:t>
            </a:r>
            <a:endParaRPr lang="en-US" dirty="0"/>
          </a:p>
        </p:txBody>
      </p:sp>
      <p:sp>
        <p:nvSpPr>
          <p:cNvPr id="3" name="Text 0"/>
          <p:cNvSpPr/>
          <p:nvPr>
            <p:ph type="title" hasCustomPrompt="1"/>
          </p:nvPr>
        </p:nvSpPr>
        <p:spPr/>
        <p:txBody>
          <a:bodyPr/>
          <a:lstStyle/>
          <a:p>
            <a:r>
              <a:rPr lang="en-US" dirty="0"/>
              <a:t>[Headline - one line max]</a:t>
            </a:r>
            <a:endParaRPr lang="en-US" dirty="0"/>
          </a:p>
        </p:txBody>
      </p:sp>
      <p:sp>
        <p:nvSpPr>
          <p:cNvPr id="4" name="Text 0"/>
          <p:cNvSpPr/>
          <p:nvPr>
            <p:ph idx="16" type="body" hasCustomPrompt="1"/>
          </p:nvPr>
        </p:nvSpPr>
        <p:spPr/>
        <p:txBody>
          <a:bodyPr/>
          <a:lstStyle/>
          <a:p>
            <a:r>
              <a:rPr lang="en-US" dirty="0"/>
              <a:t>[Subheadline - one line max]</a:t>
            </a:r>
            <a:endParaRPr lang="en-US" dirty="0"/>
          </a:p>
        </p:txBody>
      </p:sp>
      <p:sp>
        <p:nvSpPr>
          <p:cNvPr id="5" name="Text 0"/>
          <p:cNvSpPr/>
          <p:nvPr>
            <p:ph idx="13" type="body" hasCustomPrompt="1"/>
          </p:nvPr>
        </p:nvSpPr>
        <p:spPr/>
        <p:txBody>
          <a:bodyPr/>
          <a:lstStyle/>
          <a:p>
            <a:r>
              <a:rPr lang="en-US" dirty="0"/>
              <a:t>[subtitle1]</a:t>
            </a:r>
            <a:endParaRPr lang="en-US" dirty="0"/>
          </a:p>
        </p:txBody>
      </p:sp>
      <p:sp>
        <p:nvSpPr>
          <p:cNvPr id="6" name="Text 0"/>
          <p:cNvSpPr/>
          <p:nvPr>
            <p:ph idx="16" type="body" hasCustomPrompt="1"/>
          </p:nvPr>
        </p:nvSpPr>
        <p:spPr/>
        <p:txBody>
          <a:bodyPr/>
          <a:lstStyle/>
          <a:p>
            <a:r>
              <a:rPr lang="en-US" dirty="0"/>
              <a:t>[content1]</a:t>
            </a:r>
            <a:endParaRPr lang="en-US" dirty="0"/>
          </a:p>
        </p:txBody>
      </p:sp>
      <p:sp>
        <p:nvSpPr>
          <p:cNvPr id="7" name="Text 0"/>
          <p:cNvSpPr/>
          <p:nvPr>
            <p:ph idx="24" type="body" hasCustomPrompt="1"/>
          </p:nvPr>
        </p:nvSpPr>
        <p:spPr/>
        <p:txBody>
          <a:bodyPr/>
          <a:lstStyle/>
          <a:p>
            <a:r>
              <a:rPr lang="en-US" dirty="0"/>
              <a:t>[subtitle2]</a:t>
            </a:r>
            <a:endParaRPr lang="en-US" dirty="0"/>
          </a:p>
        </p:txBody>
      </p:sp>
      <p:sp>
        <p:nvSpPr>
          <p:cNvPr id="8" name="Text 0"/>
          <p:cNvSpPr/>
          <p:nvPr>
            <p:ph idx="24" type="body" hasCustomPrompt="1"/>
          </p:nvPr>
        </p:nvSpPr>
        <p:spPr/>
        <p:txBody>
          <a:bodyPr/>
          <a:lstStyle/>
          <a:p>
            <a:r>
              <a:rPr lang="en-US" dirty="0"/>
              <a:t>[content2]</a:t>
            </a:r>
            <a:endParaRPr lang="en-US" dirty="0"/>
          </a:p>
        </p:txBody>
      </p:sp>
      <p:sp>
        <p:nvSpPr>
          <p:cNvPr id="9" name="Text 0"/>
          <p:cNvSpPr/>
          <p:nvPr>
            <p:ph idx="25" type="body" hasCustomPrompt="1"/>
          </p:nvPr>
        </p:nvSpPr>
        <p:spPr/>
        <p:txBody>
          <a:bodyPr/>
          <a:lstStyle/>
          <a:p>
            <a:r>
              <a:rPr lang="en-US" dirty="0"/>
              <a:t>[subtitle3]</a:t>
            </a:r>
            <a:endParaRPr lang="en-US" dirty="0"/>
          </a:p>
        </p:txBody>
      </p:sp>
      <p:sp>
        <p:nvSpPr>
          <p:cNvPr id="10" name="Text 0"/>
          <p:cNvSpPr/>
          <p:nvPr>
            <p:ph idx="17" type="body" hasCustomPrompt="1"/>
          </p:nvPr>
        </p:nvSpPr>
        <p:spPr/>
        <p:txBody>
          <a:bodyPr/>
          <a:lstStyle/>
          <a:p>
            <a:r>
              <a:rPr lang="en-US" dirty="0"/>
              <a:t>[content3]</a:t>
            </a:r>
            <a:endParaRPr lang="en-US" dirty="0"/>
          </a:p>
        </p:txBody>
      </p:sp>
      <p:sp>
        <p:nvSpPr>
          <p:cNvPr id="11" name="Text 0"/>
          <p:cNvSpPr/>
          <p:nvPr>
            <p:ph idx="26" type="body" hasCustomPrompt="1"/>
          </p:nvPr>
        </p:nvSpPr>
        <p:spPr/>
        <p:txBody>
          <a:bodyPr/>
          <a:lstStyle/>
          <a:p>
            <a:r>
              <a:rPr lang="en-US" dirty="0"/>
              <a:t>[subtitle4]</a:t>
            </a:r>
            <a:endParaRPr lang="en-US" dirty="0"/>
          </a:p>
        </p:txBody>
      </p:sp>
      <p:sp>
        <p:nvSpPr>
          <p:cNvPr id="12" name="Text 0"/>
          <p:cNvSpPr/>
          <p:nvPr>
            <p:ph idx="25" type="body" hasCustomPrompt="1"/>
          </p:nvPr>
        </p:nvSpPr>
        <p:spPr/>
        <p:txBody>
          <a:bodyPr/>
          <a:lstStyle/>
          <a:p>
            <a:r>
              <a:rPr lang="en-US" dirty="0"/>
              <a:t>[content4]</a:t>
            </a:r>
            <a:endParaRPr lang="en-US" dirty="0"/>
          </a:p>
        </p:txBody>
      </p:sp>
      <p:sp>
        <p:nvSpPr>
          <p:cNvPr id="13" name="Text 0"/>
          <p:cNvSpPr/>
          <p:nvPr>
            <p:ph idx="27" type="body" hasCustomPrompt="1"/>
          </p:nvPr>
        </p:nvSpPr>
        <p:spPr/>
        <p:txBody>
          <a:bodyPr/>
          <a:lstStyle/>
          <a:p>
            <a:r>
              <a:rPr lang="en-US" dirty="0"/>
              <a:t>[subtitle5]</a:t>
            </a:r>
            <a:endParaRPr lang="en-US" dirty="0"/>
          </a:p>
        </p:txBody>
      </p:sp>
      <p:sp>
        <p:nvSpPr>
          <p:cNvPr id="14" name="Text 0"/>
          <p:cNvSpPr/>
          <p:nvPr>
            <p:ph idx="19" type="body" hasCustomPrompt="1"/>
          </p:nvPr>
        </p:nvSpPr>
        <p:spPr/>
        <p:txBody>
          <a:bodyPr/>
          <a:lstStyle/>
          <a:p>
            <a:r>
              <a:rPr lang="en-US" dirty="0"/>
              <a:t>[content5]</a:t>
            </a:r>
            <a:endParaRPr lang="en-US" dirty="0"/>
          </a:p>
        </p:txBody>
      </p:sp>
      <p:sp>
        <p:nvSpPr>
          <p:cNvPr id="15" name="Text 0"/>
          <p:cNvSpPr/>
          <p:nvPr>
            <p:ph idx="31" type="ftr" hasCustomPrompt="1"/>
          </p:nvPr>
        </p:nvSpPr>
        <p:spPr/>
        <p:txBody>
          <a:bodyPr/>
          <a:lstStyle/>
          <a:p>
            <a:r>
              <a:rPr lang="en-US" dirty="0"/>
              <a:t>[Section name (optional) / Presentation title / Month Year]</a:t>
            </a:r>
            <a:endParaRPr lang="en-US" dirty="0"/>
          </a:p>
        </p:txBody>
      </p:sp>
      <p:sp>
        <p:nvSpPr>
          <p:cNvPr id="16" name="Text 0"/>
          <p:cNvSpPr/>
          <p:nvPr>
            <p:ph idx="15" type="body" hasCustomPrompt="1"/>
          </p:nvPr>
        </p:nvSpPr>
        <p:spPr/>
        <p:txBody>
          <a:bodyPr/>
          <a:lstStyle/>
          <a:p>
            <a:r>
              <a:rPr lang="en-US" dirty="0"/>
              <a:t>[Source / Legal disclaimer / Footnote]</a:t>
            </a:r>
            <a:endParaRPr lang="en-US" dirty="0"/>
          </a:p>
        </p:txBody>
      </p:sp>
      <p:sp>
        <p:nvSpPr>
          <p:cNvPr id="17" name="Text 0"/>
          <p:cNvSpPr/>
          <p:nvPr>
            <p:ph idx="12" type="sldNum" hasCustomPrompt="1"/>
          </p:nvPr>
        </p:nvSpPr>
        <p:spPr/>
        <p:txBody>
          <a:bodyPr/>
          <a:lstStyle/>
          <a:p>
            <a:pPr indent="0" marL="0">
              <a:buNone/>
            </a:pPr>
            <a:endParaRPr lang="en-US" dirty="0"/>
          </a:p>
        </p:txBody>
      </p:sp>
      <p:sp>
        <p:nvSpPr>
          <p:cNvPr id="18" name="Text 0"/>
          <p:cNvSpPr/>
          <p:nvPr>
            <p:ph type="title" hasCustomPrompt="1"/>
          </p:nvPr>
        </p:nvSpPr>
        <p:spPr/>
        <p:txBody>
          <a:bodyPr/>
          <a:lstStyle/>
          <a:p>
            <a:pPr indent="0" marL="0">
              <a:buNone/>
            </a:pPr>
            <a:endParaRPr lang="en-US" dirty="0"/>
          </a:p>
        </p:txBody>
      </p:sp>
      <p:sp>
        <p:nvSpPr>
          <p:cNvPr id="19" name="Text 0"/>
          <p:cNvSpPr/>
          <p:nvPr>
            <p:ph idx="13" type="body" hasCustomPrompt="1"/>
          </p:nvPr>
        </p:nvSpPr>
        <p:spPr/>
        <p:txBody>
          <a:bodyPr/>
          <a:lstStyle/>
          <a:p>
            <a:pPr indent="0" marL="0">
              <a:buNone/>
            </a:pPr>
            <a:endParaRPr lang="en-US" dirty="0"/>
          </a:p>
        </p:txBody>
      </p:sp>
      <p:sp>
        <p:nvSpPr>
          <p:cNvPr id="20" name="Text 0"/>
          <p:cNvSpPr/>
          <p:nvPr>
            <p:ph idx="24" type="body" hasCustomPrompt="1"/>
          </p:nvPr>
        </p:nvSpPr>
        <p:spPr/>
        <p:txBody>
          <a:bodyPr/>
          <a:lstStyle/>
          <a:p>
            <a:pPr indent="0" marL="0">
              <a:buNone/>
            </a:pPr>
            <a:endParaRPr lang="en-US" dirty="0"/>
          </a:p>
        </p:txBody>
      </p:sp>
      <p:sp>
        <p:nvSpPr>
          <p:cNvPr id="21" name="Text 0"/>
          <p:cNvSpPr/>
          <p:nvPr>
            <p:ph idx="15" type="body" hasCustomPrompt="1"/>
          </p:nvPr>
        </p:nvSpPr>
        <p:spPr/>
        <p:txBody>
          <a:bodyPr/>
          <a:lstStyle/>
          <a:p>
            <a:pPr indent="0" marL="0">
              <a:buNone/>
            </a:pP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2" type="sldNum" hasCustomPrompt="1"/>
          </p:nvPr>
        </p:nvSpPr>
        <p:spPr/>
        <p:txBody>
          <a:bodyPr/>
          <a:lstStyle/>
          <a:p>
            <a:r>
              <a:rPr lang="en-US" dirty="0"/>
              <a:t>8</a:t>
            </a:r>
            <a:endParaRPr lang="en-US" dirty="0"/>
          </a:p>
        </p:txBody>
      </p:sp>
      <p:sp>
        <p:nvSpPr>
          <p:cNvPr id="3" name="Text 0"/>
          <p:cNvSpPr/>
          <p:nvPr>
            <p:ph type="title" hasCustomPrompt="1"/>
          </p:nvPr>
        </p:nvSpPr>
        <p:spPr/>
        <p:txBody>
          <a:bodyPr/>
          <a:lstStyle/>
          <a:p>
            <a:r>
              <a:rPr lang="en-US" dirty="0"/>
              <a:t>[Headline - one line max]</a:t>
            </a:r>
            <a:endParaRPr lang="en-US" dirty="0"/>
          </a:p>
        </p:txBody>
      </p:sp>
      <p:sp>
        <p:nvSpPr>
          <p:cNvPr id="4" name="Text 0"/>
          <p:cNvSpPr/>
          <p:nvPr>
            <p:ph idx="13" type="body" hasCustomPrompt="1"/>
          </p:nvPr>
        </p:nvSpPr>
        <p:spPr/>
        <p:txBody>
          <a:bodyPr/>
          <a:lstStyle/>
          <a:p>
            <a:r>
              <a:rPr lang="en-US" dirty="0"/>
              <a:t>[Subheadline - one line max]</a:t>
            </a:r>
            <a:endParaRPr lang="en-US" dirty="0"/>
          </a:p>
        </p:txBody>
      </p:sp>
      <p:sp>
        <p:nvSpPr>
          <p:cNvPr id="5" name="Text 0"/>
          <p:cNvSpPr/>
          <p:nvPr>
            <p:ph idx="23" type="ftr" hasCustomPrompt="1"/>
          </p:nvPr>
        </p:nvSpPr>
        <p:spPr/>
        <p:txBody>
          <a:bodyPr/>
          <a:lstStyle/>
          <a:p>
            <a:r>
              <a:rPr lang="en-US" dirty="0"/>
              <a:t>[Section name (optional) / Presentation title / Month Year]</a:t>
            </a:r>
            <a:endParaRPr lang="en-US" dirty="0"/>
          </a:p>
        </p:txBody>
      </p:sp>
      <p:sp>
        <p:nvSpPr>
          <p:cNvPr id="6" name="Text 0"/>
          <p:cNvSpPr/>
          <p:nvPr>
            <p:ph idx="22" type="body" hasCustomPrompt="1"/>
          </p:nvPr>
        </p:nvSpPr>
        <p:spPr/>
        <p:txBody>
          <a:bodyPr/>
          <a:lstStyle/>
          <a:p>
            <a:r>
              <a:rPr lang="en-US" dirty="0"/>
              <a:t>[Click to add content]</a:t>
            </a:r>
            <a:endParaRPr lang="en-US" dirty="0"/>
          </a:p>
        </p:txBody>
      </p:sp>
      <p:sp>
        <p:nvSpPr>
          <p:cNvPr id="7" name="Text 0"/>
          <p:cNvSpPr/>
          <p:nvPr>
            <p:ph idx="2" type="body" hasCustomPrompt="1"/>
          </p:nvPr>
        </p:nvSpPr>
        <p:spPr/>
        <p:txBody>
          <a:bodyPr/>
          <a:lstStyle/>
          <a:p>
            <a:r>
              <a:rPr lang="en-US" dirty="0"/>
              <a:t>[Click to add side content]</a:t>
            </a:r>
            <a:endParaRPr lang="en-US" dirty="0"/>
          </a:p>
        </p:txBody>
      </p:sp>
      <p:sp>
        <p:nvSpPr>
          <p:cNvPr id="8" name="Text 0"/>
          <p:cNvSpPr/>
          <p:nvPr>
            <p:ph idx="15" type="body" hasCustomPrompt="1"/>
          </p:nvPr>
        </p:nvSpPr>
        <p:spPr/>
        <p:txBody>
          <a:bodyPr/>
          <a:lstStyle/>
          <a:p>
            <a:r>
              <a:rPr lang="en-US" dirty="0"/>
              <a:t>[Source / Legal disclaimer / Footnote]</a:t>
            </a:r>
            <a:endParaRPr lang="en-US" dirty="0"/>
          </a:p>
        </p:txBody>
      </p:sp>
      <p:sp>
        <p:nvSpPr>
          <p:cNvPr id="9" name="Text 0"/>
          <p:cNvSpPr/>
          <p:nvPr>
            <p:ph idx="12" type="sldNum" hasCustomPrompt="1"/>
          </p:nvPr>
        </p:nvSpPr>
        <p:spPr/>
        <p:txBody>
          <a:bodyPr/>
          <a:lstStyle/>
          <a:p>
            <a:pPr indent="0" marL="0">
              <a:buNone/>
            </a:pPr>
            <a:endParaRPr lang="en-US" dirty="0"/>
          </a:p>
        </p:txBody>
      </p:sp>
      <p:sp>
        <p:nvSpPr>
          <p:cNvPr id="10" name="Text 0"/>
          <p:cNvSpPr/>
          <p:nvPr>
            <p:ph type="title" hasCustomPrompt="1"/>
          </p:nvPr>
        </p:nvSpPr>
        <p:spPr/>
        <p:txBody>
          <a:bodyPr/>
          <a:lstStyle/>
          <a:p>
            <a:pPr indent="0" marL="0">
              <a:buNone/>
            </a:pPr>
            <a:endParaRPr lang="en-US" dirty="0"/>
          </a:p>
        </p:txBody>
      </p:sp>
      <p:sp>
        <p:nvSpPr>
          <p:cNvPr id="11" name="Text 0"/>
          <p:cNvSpPr/>
          <p:nvPr>
            <p:ph idx="13" type="body" hasCustomPrompt="1"/>
          </p:nvPr>
        </p:nvSpPr>
        <p:spPr/>
        <p:txBody>
          <a:bodyPr/>
          <a:lstStyle/>
          <a:p>
            <a:pPr indent="0" marL="0">
              <a:buNone/>
            </a:pPr>
            <a:endParaRPr lang="en-US" dirty="0"/>
          </a:p>
        </p:txBody>
      </p:sp>
      <p:sp>
        <p:nvSpPr>
          <p:cNvPr id="12" name="Text 0"/>
          <p:cNvSpPr/>
          <p:nvPr>
            <p:ph idx="22" type="body" hasCustomPrompt="1"/>
          </p:nvPr>
        </p:nvSpPr>
        <p:spPr/>
        <p:txBody>
          <a:bodyPr/>
          <a:lstStyle/>
          <a:p>
            <a:pPr indent="0" marL="0">
              <a:buNone/>
            </a:pPr>
            <a:endParaRPr lang="en-US" dirty="0"/>
          </a:p>
        </p:txBody>
      </p:sp>
      <p:sp>
        <p:nvSpPr>
          <p:cNvPr id="13" name="Text 0"/>
          <p:cNvSpPr/>
          <p:nvPr>
            <p:ph idx="2" type="body" hasCustomPrompt="1"/>
          </p:nvPr>
        </p:nvSpPr>
        <p:spPr/>
        <p:txBody>
          <a:bodyPr/>
          <a:lstStyle/>
          <a:p>
            <a:pPr indent="0" marL="0">
              <a:buNone/>
            </a:pPr>
            <a:endParaRPr lang="en-US" dirty="0"/>
          </a:p>
        </p:txBody>
      </p:sp>
      <p:sp>
        <p:nvSpPr>
          <p:cNvPr id="14" name="Text 0"/>
          <p:cNvSpPr/>
          <p:nvPr>
            <p:ph idx="15" type="body" hasCustomPrompt="1"/>
          </p:nvPr>
        </p:nvSpPr>
        <p:spPr/>
        <p:txBody>
          <a:bodyPr/>
          <a:lstStyle/>
          <a:p>
            <a:pPr indent="0" marL="0">
              <a:buNone/>
            </a:pP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2" type="sldNum" hasCustomPrompt="1"/>
          </p:nvPr>
        </p:nvSpPr>
        <p:spPr/>
        <p:txBody>
          <a:bodyPr/>
          <a:lstStyle/>
          <a:p>
            <a:r>
              <a:rPr lang="en-US" dirty="0"/>
              <a:t>9</a:t>
            </a:r>
            <a:endParaRPr lang="en-US" dirty="0"/>
          </a:p>
        </p:txBody>
      </p:sp>
      <p:sp>
        <p:nvSpPr>
          <p:cNvPr id="3" name="Text 0"/>
          <p:cNvSpPr/>
          <p:nvPr>
            <p:ph type="title" hasCustomPrompt="1"/>
          </p:nvPr>
        </p:nvSpPr>
        <p:spPr/>
        <p:txBody>
          <a:bodyPr/>
          <a:lstStyle/>
          <a:p>
            <a:r>
              <a:rPr lang="en-US" dirty="0"/>
              <a:t>[Headline - one line max]</a:t>
            </a:r>
            <a:endParaRPr lang="en-US" dirty="0"/>
          </a:p>
        </p:txBody>
      </p:sp>
      <p:sp>
        <p:nvSpPr>
          <p:cNvPr id="4" name="Text 0"/>
          <p:cNvSpPr/>
          <p:nvPr>
            <p:ph idx="13" type="body" hasCustomPrompt="1"/>
          </p:nvPr>
        </p:nvSpPr>
        <p:spPr/>
        <p:txBody>
          <a:bodyPr/>
          <a:lstStyle/>
          <a:p>
            <a:r>
              <a:rPr lang="en-US" dirty="0"/>
              <a:t>[Subheadline - one line max]</a:t>
            </a:r>
            <a:endParaRPr lang="en-US" dirty="0"/>
          </a:p>
        </p:txBody>
      </p:sp>
      <p:sp>
        <p:nvSpPr>
          <p:cNvPr id="5" name="Text 0"/>
          <p:cNvSpPr/>
          <p:nvPr>
            <p:ph idx="20" type="ftr" hasCustomPrompt="1"/>
          </p:nvPr>
        </p:nvSpPr>
        <p:spPr/>
        <p:txBody>
          <a:bodyPr/>
          <a:lstStyle/>
          <a:p>
            <a:r>
              <a:rPr lang="en-US" dirty="0"/>
              <a:t>[Section name (optional) / Presentation title / Month Year]</a:t>
            </a:r>
            <a:endParaRPr lang="en-US" dirty="0"/>
          </a:p>
        </p:txBody>
      </p:sp>
      <p:sp>
        <p:nvSpPr>
          <p:cNvPr id="6" name="Text 0"/>
          <p:cNvSpPr/>
          <p:nvPr>
            <p:ph idx="15" type="body" hasCustomPrompt="1"/>
          </p:nvPr>
        </p:nvSpPr>
        <p:spPr/>
        <p:txBody>
          <a:bodyPr/>
          <a:lstStyle/>
          <a:p>
            <a:r>
              <a:rPr lang="en-US" dirty="0"/>
              <a:t>[Source / Legal disclaimer / Footnote]</a:t>
            </a:r>
            <a:endParaRPr lang="en-US" dirty="0"/>
          </a:p>
        </p:txBody>
      </p:sp>
      <p:sp>
        <p:nvSpPr>
          <p:cNvPr id="7" name="Text 0"/>
          <p:cNvSpPr/>
          <p:nvPr>
            <p:ph idx="12" type="sldNum" hasCustomPrompt="1"/>
          </p:nvPr>
        </p:nvSpPr>
        <p:spPr/>
        <p:txBody>
          <a:bodyPr/>
          <a:lstStyle/>
          <a:p>
            <a:pPr indent="0" marL="0">
              <a:buNone/>
            </a:pPr>
            <a:endParaRPr lang="en-US" dirty="0"/>
          </a:p>
        </p:txBody>
      </p:sp>
      <p:sp>
        <p:nvSpPr>
          <p:cNvPr id="8" name="Text 0"/>
          <p:cNvSpPr/>
          <p:nvPr>
            <p:ph type="title" hasCustomPrompt="1"/>
          </p:nvPr>
        </p:nvSpPr>
        <p:spPr/>
        <p:txBody>
          <a:bodyPr/>
          <a:lstStyle/>
          <a:p>
            <a:pPr indent="0" marL="0">
              <a:buNone/>
            </a:pPr>
            <a:endParaRPr lang="en-US" dirty="0"/>
          </a:p>
        </p:txBody>
      </p:sp>
      <p:sp>
        <p:nvSpPr>
          <p:cNvPr id="9" name="Text 0"/>
          <p:cNvSpPr/>
          <p:nvPr>
            <p:ph idx="13" type="body" hasCustomPrompt="1"/>
          </p:nvPr>
        </p:nvSpPr>
        <p:spPr/>
        <p:txBody>
          <a:bodyPr/>
          <a:lstStyle/>
          <a:p>
            <a:pPr indent="0" marL="0">
              <a:buNone/>
            </a:pPr>
            <a:endParaRPr lang="en-US" dirty="0"/>
          </a:p>
        </p:txBody>
      </p:sp>
      <p:sp>
        <p:nvSpPr>
          <p:cNvPr id="10" name="Text 0"/>
          <p:cNvSpPr/>
          <p:nvPr>
            <p:ph idx="15" type="body" hasCustomPrompt="1"/>
          </p:nvPr>
        </p:nvSpPr>
        <p:spPr/>
        <p:txBody>
          <a:bodyPr/>
          <a:lstStyle/>
          <a:p>
            <a:pPr indent="0" marL="0">
              <a:buNone/>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2" type="sldNum" hasCustomPrompt="1"/>
          </p:nvPr>
        </p:nvSpPr>
        <p:spPr/>
        <p:txBody>
          <a:bodyPr/>
          <a:lstStyle/>
          <a:p>
            <a:r>
              <a:rPr lang="en-US" dirty="0"/>
              <a:t>10</a:t>
            </a:r>
            <a:endParaRPr lang="en-US" dirty="0"/>
          </a:p>
        </p:txBody>
      </p:sp>
      <p:sp>
        <p:nvSpPr>
          <p:cNvPr id="3" name="Text 0"/>
          <p:cNvSpPr/>
          <p:nvPr>
            <p:ph idx="20" type="ftr" hasCustomPrompt="1"/>
          </p:nvPr>
        </p:nvSpPr>
        <p:spPr/>
        <p:txBody>
          <a:bodyPr/>
          <a:lstStyle/>
          <a:p>
            <a:r>
              <a:rPr lang="en-US" dirty="0"/>
              <a:t>[Section name (optional) / Presentation title / Month Year]</a:t>
            </a:r>
            <a:endParaRPr lang="en-US" dirty="0"/>
          </a:p>
        </p:txBody>
      </p:sp>
      <p:sp>
        <p:nvSpPr>
          <p:cNvPr id="4" name="Text 0"/>
          <p:cNvSpPr/>
          <p:nvPr>
            <p:ph idx="12" type="sldNum" hasCustomPrompt="1"/>
          </p:nvPr>
        </p:nvSpPr>
        <p:spPr/>
        <p:txBody>
          <a:bodyPr/>
          <a:lstStyle/>
          <a:p>
            <a:pPr indent="0" marL="0">
              <a:buNone/>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2" type="sldNum" hasCustomPrompt="1"/>
          </p:nvPr>
        </p:nvSpPr>
        <p:spPr/>
        <p:txBody>
          <a:bodyPr/>
          <a:lstStyle/>
          <a:p>
            <a:r>
              <a:rPr lang="en-US" dirty="0"/>
              <a:t>11</a:t>
            </a:r>
            <a:endParaRPr lang="en-US" dirty="0"/>
          </a:p>
        </p:txBody>
      </p:sp>
      <p:sp>
        <p:nvSpPr>
          <p:cNvPr id="3" name="Text 0"/>
          <p:cNvSpPr/>
          <p:nvPr>
            <p:ph type="title" hasCustomPrompt="1"/>
          </p:nvPr>
        </p:nvSpPr>
        <p:spPr/>
        <p:txBody>
          <a:bodyPr/>
          <a:lstStyle/>
          <a:p>
            <a:r>
              <a:rPr lang="en-US" dirty="0"/>
              <a:t>[Headline - one line max]</a:t>
            </a:r>
            <a:endParaRPr lang="en-US" dirty="0"/>
          </a:p>
        </p:txBody>
      </p:sp>
      <p:sp>
        <p:nvSpPr>
          <p:cNvPr id="4" name="Text 0"/>
          <p:cNvSpPr/>
          <p:nvPr>
            <p:ph idx="18" type="body" hasCustomPrompt="1"/>
          </p:nvPr>
        </p:nvSpPr>
        <p:spPr/>
        <p:txBody>
          <a:bodyPr/>
          <a:lstStyle/>
          <a:p>
            <a:r>
              <a:rPr lang="en-US" dirty="0"/>
              <a:t>[Subheadline - one line max]</a:t>
            </a:r>
            <a:endParaRPr lang="en-US" dirty="0"/>
          </a:p>
        </p:txBody>
      </p:sp>
      <p:sp>
        <p:nvSpPr>
          <p:cNvPr id="5" name="Text 0"/>
          <p:cNvSpPr/>
          <p:nvPr>
            <p:ph idx="23" type="body" hasCustomPrompt="1"/>
          </p:nvPr>
        </p:nvSpPr>
        <p:spPr/>
        <p:txBody>
          <a:bodyPr/>
          <a:lstStyle/>
          <a:p>
            <a:r>
              <a:rPr lang="en-US" dirty="0"/>
              <a:t>[Click to add content]</a:t>
            </a:r>
            <a:endParaRPr lang="en-US" dirty="0"/>
          </a:p>
        </p:txBody>
      </p:sp>
      <p:sp>
        <p:nvSpPr>
          <p:cNvPr id="6" name="Text 0"/>
          <p:cNvSpPr/>
          <p:nvPr>
            <p:ph idx="24" type="ftr" hasCustomPrompt="1"/>
          </p:nvPr>
        </p:nvSpPr>
        <p:spPr/>
        <p:txBody>
          <a:bodyPr/>
          <a:lstStyle/>
          <a:p>
            <a:r>
              <a:rPr lang="en-US" dirty="0"/>
              <a:t>[Section name (optional) / Presentation title / Month Year]</a:t>
            </a:r>
            <a:endParaRPr lang="en-US" dirty="0"/>
          </a:p>
        </p:txBody>
      </p:sp>
      <p:sp>
        <p:nvSpPr>
          <p:cNvPr id="7" name="Text 0"/>
          <p:cNvSpPr/>
          <p:nvPr>
            <p:ph idx="15" type="body" hasCustomPrompt="1"/>
          </p:nvPr>
        </p:nvSpPr>
        <p:spPr/>
        <p:txBody>
          <a:bodyPr/>
          <a:lstStyle/>
          <a:p>
            <a:r>
              <a:rPr lang="en-US" dirty="0"/>
              <a:t>[Source / Legal disclaimer / Footnote]</a:t>
            </a:r>
            <a:endParaRPr lang="en-US" dirty="0"/>
          </a:p>
        </p:txBody>
      </p:sp>
      <p:sp>
        <p:nvSpPr>
          <p:cNvPr id="8" name="Text 0"/>
          <p:cNvSpPr/>
          <p:nvPr>
            <p:ph idx="12" type="sldNum" hasCustomPrompt="1"/>
          </p:nvPr>
        </p:nvSpPr>
        <p:spPr/>
        <p:txBody>
          <a:bodyPr/>
          <a:lstStyle/>
          <a:p>
            <a:pPr indent="0" marL="0">
              <a:buNone/>
            </a:pPr>
            <a:endParaRPr lang="en-US" dirty="0"/>
          </a:p>
        </p:txBody>
      </p:sp>
      <p:sp>
        <p:nvSpPr>
          <p:cNvPr id="9" name="Text 0"/>
          <p:cNvSpPr/>
          <p:nvPr>
            <p:ph type="title" hasCustomPrompt="1"/>
          </p:nvPr>
        </p:nvSpPr>
        <p:spPr/>
        <p:txBody>
          <a:bodyPr/>
          <a:lstStyle/>
          <a:p>
            <a:pPr indent="0" marL="0">
              <a:buNone/>
            </a:pPr>
            <a:endParaRPr lang="en-US" dirty="0"/>
          </a:p>
        </p:txBody>
      </p:sp>
      <p:sp>
        <p:nvSpPr>
          <p:cNvPr id="10" name="Text 0"/>
          <p:cNvSpPr/>
          <p:nvPr>
            <p:ph idx="18" type="body" hasCustomPrompt="1"/>
          </p:nvPr>
        </p:nvSpPr>
        <p:spPr/>
        <p:txBody>
          <a:bodyPr/>
          <a:lstStyle/>
          <a:p>
            <a:pPr indent="0" marL="0">
              <a:buNone/>
            </a:pPr>
            <a:endParaRPr lang="en-US" dirty="0"/>
          </a:p>
        </p:txBody>
      </p:sp>
      <p:sp>
        <p:nvSpPr>
          <p:cNvPr id="11" name="Text 0"/>
          <p:cNvSpPr/>
          <p:nvPr>
            <p:ph idx="23" type="body" hasCustomPrompt="1"/>
          </p:nvPr>
        </p:nvSpPr>
        <p:spPr/>
        <p:txBody>
          <a:bodyPr/>
          <a:lstStyle/>
          <a:p>
            <a:pPr indent="0" marL="0">
              <a:buNone/>
            </a:pPr>
            <a:endParaRPr lang="en-US" dirty="0"/>
          </a:p>
        </p:txBody>
      </p:sp>
      <p:sp>
        <p:nvSpPr>
          <p:cNvPr id="12" name="Text 0"/>
          <p:cNvSpPr/>
          <p:nvPr>
            <p:ph idx="15" type="body" hasCustomPrompt="1"/>
          </p:nvPr>
        </p:nvSpPr>
        <p:spPr/>
        <p:txBody>
          <a:bodyPr/>
          <a:lstStyle/>
          <a:p>
            <a:pPr indent="0" marL="0">
              <a:buNone/>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2" type="sldNum" hasCustomPrompt="1"/>
          </p:nvPr>
        </p:nvSpPr>
        <p:spPr/>
        <p:txBody>
          <a:bodyPr/>
          <a:lstStyle/>
          <a:p>
            <a:r>
              <a:rPr lang="en-US" dirty="0"/>
              <a:t>12</a:t>
            </a:r>
            <a:endParaRPr lang="en-US" dirty="0"/>
          </a:p>
        </p:txBody>
      </p:sp>
      <p:sp>
        <p:nvSpPr>
          <p:cNvPr id="3" name="Text 0"/>
          <p:cNvSpPr/>
          <p:nvPr>
            <p:ph type="title" hasCustomPrompt="1"/>
          </p:nvPr>
        </p:nvSpPr>
        <p:spPr/>
        <p:txBody>
          <a:bodyPr/>
          <a:lstStyle/>
          <a:p>
            <a:r>
              <a:rPr lang="en-US" dirty="0"/>
              <a:t>[Headline - one line max]</a:t>
            </a:r>
            <a:endParaRPr lang="en-US" dirty="0"/>
          </a:p>
        </p:txBody>
      </p:sp>
      <p:sp>
        <p:nvSpPr>
          <p:cNvPr id="4" name="Text 0"/>
          <p:cNvSpPr/>
          <p:nvPr>
            <p:ph idx="18" type="body" hasCustomPrompt="1"/>
          </p:nvPr>
        </p:nvSpPr>
        <p:spPr/>
        <p:txBody>
          <a:bodyPr/>
          <a:lstStyle/>
          <a:p>
            <a:r>
              <a:rPr lang="en-US" dirty="0"/>
              <a:t>[Subheadline - one line max]</a:t>
            </a:r>
            <a:endParaRPr lang="en-US" dirty="0"/>
          </a:p>
        </p:txBody>
      </p:sp>
      <p:sp>
        <p:nvSpPr>
          <p:cNvPr id="5" name="Text 0"/>
          <p:cNvSpPr/>
          <p:nvPr>
            <p:ph idx="23" type="body" hasCustomPrompt="1"/>
          </p:nvPr>
        </p:nvSpPr>
        <p:spPr/>
        <p:txBody>
          <a:bodyPr/>
          <a:lstStyle/>
          <a:p>
            <a:r>
              <a:rPr lang="en-US" dirty="0"/>
              <a:t>[Click to add content]</a:t>
            </a:r>
            <a:endParaRPr lang="en-US" dirty="0"/>
          </a:p>
        </p:txBody>
      </p:sp>
      <p:sp>
        <p:nvSpPr>
          <p:cNvPr id="6" name="Text 0"/>
          <p:cNvSpPr/>
          <p:nvPr>
            <p:ph idx="24" type="ftr" hasCustomPrompt="1"/>
          </p:nvPr>
        </p:nvSpPr>
        <p:spPr/>
        <p:txBody>
          <a:bodyPr/>
          <a:lstStyle/>
          <a:p>
            <a:r>
              <a:rPr lang="en-US" dirty="0"/>
              <a:t>[Section name (optional) / Presentation title / Month Year]</a:t>
            </a:r>
            <a:endParaRPr lang="en-US" dirty="0"/>
          </a:p>
        </p:txBody>
      </p:sp>
      <p:sp>
        <p:nvSpPr>
          <p:cNvPr id="7" name="Text 0"/>
          <p:cNvSpPr/>
          <p:nvPr>
            <p:ph idx="25" type="body" hasCustomPrompt="1"/>
          </p:nvPr>
        </p:nvSpPr>
        <p:spPr/>
        <p:txBody>
          <a:bodyPr/>
          <a:lstStyle/>
          <a:p>
            <a:r>
              <a:rPr lang="en-US" dirty="0"/>
              <a:t>[Source / Legal disclaimer / Footnote]</a:t>
            </a:r>
            <a:endParaRPr lang="en-US" dirty="0"/>
          </a:p>
        </p:txBody>
      </p:sp>
      <p:sp>
        <p:nvSpPr>
          <p:cNvPr id="8" name="Text 0"/>
          <p:cNvSpPr/>
          <p:nvPr>
            <p:ph idx="12" type="sldNum" hasCustomPrompt="1"/>
          </p:nvPr>
        </p:nvSpPr>
        <p:spPr/>
        <p:txBody>
          <a:bodyPr/>
          <a:lstStyle/>
          <a:p>
            <a:pPr indent="0" marL="0">
              <a:buNone/>
            </a:pPr>
            <a:endParaRPr lang="en-US" dirty="0"/>
          </a:p>
        </p:txBody>
      </p:sp>
      <p:sp>
        <p:nvSpPr>
          <p:cNvPr id="9" name="Text 0"/>
          <p:cNvSpPr/>
          <p:nvPr>
            <p:ph type="title" hasCustomPrompt="1"/>
          </p:nvPr>
        </p:nvSpPr>
        <p:spPr/>
        <p:txBody>
          <a:bodyPr/>
          <a:lstStyle/>
          <a:p>
            <a:pPr indent="0" marL="0">
              <a:buNone/>
            </a:pPr>
            <a:endParaRPr lang="en-US" dirty="0"/>
          </a:p>
        </p:txBody>
      </p:sp>
      <p:sp>
        <p:nvSpPr>
          <p:cNvPr id="10" name="Text 0"/>
          <p:cNvSpPr/>
          <p:nvPr>
            <p:ph idx="18" type="body" hasCustomPrompt="1"/>
          </p:nvPr>
        </p:nvSpPr>
        <p:spPr/>
        <p:txBody>
          <a:bodyPr/>
          <a:lstStyle/>
          <a:p>
            <a:pPr indent="0" marL="0">
              <a:buNone/>
            </a:pPr>
            <a:endParaRPr lang="en-US" dirty="0"/>
          </a:p>
        </p:txBody>
      </p:sp>
      <p:sp>
        <p:nvSpPr>
          <p:cNvPr id="11" name="Text 0"/>
          <p:cNvSpPr/>
          <p:nvPr>
            <p:ph idx="23" type="body" hasCustomPrompt="1"/>
          </p:nvPr>
        </p:nvSpPr>
        <p:spPr/>
        <p:txBody>
          <a:bodyPr/>
          <a:lstStyle/>
          <a:p>
            <a:pPr indent="0" marL="0">
              <a:buNone/>
            </a:pPr>
            <a:endParaRPr lang="en-US" dirty="0"/>
          </a:p>
        </p:txBody>
      </p:sp>
      <p:sp>
        <p:nvSpPr>
          <p:cNvPr id="12" name="Text 0"/>
          <p:cNvSpPr/>
          <p:nvPr>
            <p:ph idx="25" type="body" hasCustomPrompt="1"/>
          </p:nvPr>
        </p:nvSpPr>
        <p:spPr/>
        <p:txBody>
          <a:bodyPr/>
          <a:lstStyle/>
          <a:p>
            <a:pPr indent="0" marL="0">
              <a:buNone/>
            </a:pPr>
            <a:endParaRPr lang="en-US" dirty="0"/>
          </a:p>
        </p:txBody>
      </p:sp>
    </p:spTree>
  </p:cSld>
  <p:clrMapOvr>
    <a:masterClrMapping/>
  </p:clrMapOvr>
</p:sld>
</file>

<file path=ppt/theme/theme1.xml><?xml version="1.0" encoding="utf-8"?>
<a:theme xmlns:a="http://schemas.openxmlformats.org/drawingml/2006/main" name="S-P Global EDP 2026 16-9">
  <a:themeElements>
    <a:clrScheme name="Custom 11">
      <a:dk1>
        <a:srgbClr val="000000"/>
      </a:dk1>
      <a:lt1>
        <a:sysClr val="window" lastClr="FFFFFF"/>
      </a:lt1>
      <a:dk2>
        <a:srgbClr val="404040"/>
      </a:dk2>
      <a:lt2>
        <a:srgbClr val="DCDCDC"/>
      </a:lt2>
      <a:accent1>
        <a:srgbClr val="D6002A"/>
      </a:accent1>
      <a:accent2>
        <a:srgbClr val="000000"/>
      </a:accent2>
      <a:accent3>
        <a:srgbClr val="C2C2C2"/>
      </a:accent3>
      <a:accent4>
        <a:srgbClr val="9E8D73"/>
      </a:accent4>
      <a:accent5>
        <a:srgbClr val="C7DAE0"/>
      </a:accent5>
      <a:accent6>
        <a:srgbClr val="EDF86F"/>
      </a:accent6>
      <a:hlink>
        <a:srgbClr val="0F82AF"/>
      </a:hlink>
      <a:folHlink>
        <a:srgbClr val="0D6E95"/>
      </a:folHlink>
    </a:clrScheme>
    <a:fontScheme name="SP Global Font Theme">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spcAft>
            <a:spcPts val="200"/>
          </a:spcAft>
          <a:defRPr sz="14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spcAft>
            <a:spcPts val="200"/>
          </a:spcAft>
          <a:defRPr sz="1400" dirty="0" err="1" smtClean="0"/>
        </a:defPPr>
      </a:lstStyle>
    </a:txDef>
  </a:objectDefaults>
  <a:extraClrSchemeLst/>
  <a:custClrLst>
    <a:custClr name="Ocean 7">
      <a:srgbClr val="006D89"/>
    </a:custClr>
    <a:custClr name="Gold 7B">
      <a:srgbClr val="DC7900"/>
    </a:custClr>
    <a:custClr name="Magenta 7">
      <a:srgbClr val="B92051"/>
    </a:custClr>
    <a:custClr name="Purple 9">
      <a:srgbClr val="501555"/>
    </a:custClr>
    <a:custClr name="Teal 7">
      <a:srgbClr val="0F9E7A"/>
    </a:custClr>
    <a:custClr name="Ocean 9">
      <a:srgbClr val="00495B"/>
    </a:custClr>
    <a:custClr name="Orange 7">
      <a:srgbClr val="C94100"/>
    </a:custClr>
    <a:custClr name="Blue 8">
      <a:srgbClr val="1D3BAA"/>
    </a:custClr>
    <a:custClr name="Magenta 5">
      <a:srgbClr val="CD6083"/>
    </a:custClr>
    <a:custClr name="Green 9">
      <a:srgbClr val="125E1F"/>
    </a:custClr>
    <a:custClr name="Gray 7B">
      <a:srgbClr val="929497"/>
    </a:custClr>
    <a:custClr name="Purple 7">
      <a:srgbClr val="782080"/>
    </a:custClr>
    <a:custClr name="Blue 5">
      <a:srgbClr val="7284CA"/>
    </a:custClr>
    <a:custClr name="Gold 9">
      <a:srgbClr val="9D5700"/>
    </a:custClr>
    <a:custClr name="Purple 4">
      <a:srgbClr val="B280B6"/>
    </a:custClr>
    <a:custClr name="Blue 6">
      <a:srgbClr val="566CBF"/>
    </a:custClr>
    <a:custClr name="Ocean 4">
      <a:srgbClr val="6CABBB"/>
    </a:custClr>
    <a:custClr name="Ochre 7">
      <a:srgbClr val="C18B28"/>
    </a:custClr>
    <a:custClr name="Green 6">
      <a:srgbClr val="3C9D4D"/>
    </a:custClr>
    <a:custClr name="Maroon 9">
      <a:srgbClr val="6B0F01"/>
    </a:custClr>
    <a:custClr name="Positive">
      <a:srgbClr val="167527"/>
    </a:custClr>
    <a:custClr name="Somewhat Positive">
      <a:srgbClr val="9DCEA6"/>
    </a:custClr>
    <a:custClr name="Neutral/No Change">
      <a:srgbClr val="BBBDBF"/>
    </a:custClr>
    <a:custClr name="Neutral alt.">
      <a:srgbClr val="4997AB"/>
    </a:custClr>
    <a:custClr name="Somewhat Negative">
      <a:srgbClr val="D79B93"/>
    </a:custClr>
    <a:custClr name="Negative">
      <a:srgbClr val="B20023"/>
    </a:custClr>
    <a:custClr name="Gray 2B">
      <a:srgbClr val="F1F1F2"/>
    </a:custClr>
    <a:custClr name="Gray 4B">
      <a:srgbClr val="D0D2D3"/>
    </a:custClr>
    <a:custClr name="Gray 6B">
      <a:srgbClr val="A6A8AB"/>
    </a:custClr>
    <a:custClr name="Gray 8B">
      <a:srgbClr val="808184"/>
    </a:custClr>
    <a:custClr name="Orange 10">
      <a:srgbClr val="652100"/>
    </a:custClr>
    <a:custClr name="Orange 8">
      <a:srgbClr val="A73600"/>
    </a:custClr>
    <a:custClr name="Orange 6">
      <a:srgbClr val="D15C24"/>
    </a:custClr>
    <a:custClr name="Orange 4">
      <a:srgbClr val="E0926D"/>
    </a:custClr>
    <a:custClr name="Orange 2">
      <a:srgbClr val="F0C9B6"/>
    </a:custClr>
    <a:custClr name="Ocean 2">
      <a:srgbClr val="B6D5DD"/>
    </a:custClr>
    <a:custClr name="Ocean 4">
      <a:srgbClr val="6CABBB"/>
    </a:custClr>
    <a:custClr name="Ocean 6">
      <a:srgbClr val="24829A"/>
    </a:custClr>
    <a:custClr name="Ocean 8">
      <a:srgbClr val="005B72"/>
    </a:custClr>
    <a:custClr name="Ocean 10">
      <a:srgbClr val="003745"/>
    </a:custClr>
    <a:custClr name="Gold 10">
      <a:srgbClr val="764100"/>
    </a:custClr>
    <a:custClr name="Gold 8">
      <a:srgbClr val="C56C00"/>
    </a:custClr>
    <a:custClr name="Gold 6">
      <a:srgbClr val="EF9424"/>
    </a:custClr>
    <a:custClr name="Gold 4">
      <a:srgbClr val="F4B86D"/>
    </a:custClr>
    <a:custClr name="Gold 2">
      <a:srgbClr val="FADBB6"/>
    </a:custClr>
    <a:custClr name="Purple 2">
      <a:srgbClr val="D8BFDB"/>
    </a:custClr>
    <a:custClr name="Purple 4">
      <a:srgbClr val="B280B6"/>
    </a:custClr>
    <a:custClr name="Purple 6">
      <a:srgbClr val="8B4092"/>
    </a:custClr>
    <a:custClr name="Purple 8">
      <a:srgbClr val="641B6B"/>
    </a:custClr>
    <a:custClr name="Purple 10">
      <a:srgbClr val="3C1040"/>
    </a:custClr>
  </a:custClrLst>
  <a:extLst>
    <a:ext uri="{05A4C25C-085E-4340-85A3-A5531E510DB2}">
      <thm15:themeFamily xmlns:thm15="http://schemas.microsoft.com/office/thememl/2012/main" name="Presentation5" id="{2246ED3B-99E0-40E6-9790-ACF4666AB2EF}" vid="{E3EFB520-E477-43E8-A3C8-1D545409AD89}"/>
    </a:ext>
  </a:extLst>
</a:theme>
</file>

<file path=ppt/theme/theme2.xml><?xml version="1.0" encoding="utf-8"?>
<a:theme xmlns:a="http://schemas.openxmlformats.org/drawingml/2006/main" name="S-P Global EDP 2026 16-9">
  <a:themeElements>
    <a:clrScheme name="Custom 11">
      <a:dk1>
        <a:srgbClr val="000000"/>
      </a:dk1>
      <a:lt1>
        <a:sysClr val="window" lastClr="FFFFFF"/>
      </a:lt1>
      <a:dk2>
        <a:srgbClr val="404040"/>
      </a:dk2>
      <a:lt2>
        <a:srgbClr val="DCDCDC"/>
      </a:lt2>
      <a:accent1>
        <a:srgbClr val="D6002A"/>
      </a:accent1>
      <a:accent2>
        <a:srgbClr val="000000"/>
      </a:accent2>
      <a:accent3>
        <a:srgbClr val="C2C2C2"/>
      </a:accent3>
      <a:accent4>
        <a:srgbClr val="9E8D73"/>
      </a:accent4>
      <a:accent5>
        <a:srgbClr val="C7DAE0"/>
      </a:accent5>
      <a:accent6>
        <a:srgbClr val="EDF86F"/>
      </a:accent6>
      <a:hlink>
        <a:srgbClr val="0F82AF"/>
      </a:hlink>
      <a:folHlink>
        <a:srgbClr val="0D6E95"/>
      </a:folHlink>
    </a:clrScheme>
    <a:fontScheme name="SP Global Font Theme">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spcAft>
            <a:spcPts val="200"/>
          </a:spcAft>
          <a:defRPr sz="14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spcAft>
            <a:spcPts val="200"/>
          </a:spcAft>
          <a:defRPr sz="1400" dirty="0" err="1" smtClean="0"/>
        </a:defPPr>
      </a:lstStyle>
    </a:txDef>
  </a:objectDefaults>
  <a:extraClrSchemeLst/>
  <a:custClrLst>
    <a:custClr name="Ocean 7">
      <a:srgbClr val="006D89"/>
    </a:custClr>
    <a:custClr name="Gold 7B">
      <a:srgbClr val="DC7900"/>
    </a:custClr>
    <a:custClr name="Magenta 7">
      <a:srgbClr val="B92051"/>
    </a:custClr>
    <a:custClr name="Purple 9">
      <a:srgbClr val="501555"/>
    </a:custClr>
    <a:custClr name="Teal 7">
      <a:srgbClr val="0F9E7A"/>
    </a:custClr>
    <a:custClr name="Ocean 9">
      <a:srgbClr val="00495B"/>
    </a:custClr>
    <a:custClr name="Orange 7">
      <a:srgbClr val="C94100"/>
    </a:custClr>
    <a:custClr name="Blue 8">
      <a:srgbClr val="1D3BAA"/>
    </a:custClr>
    <a:custClr name="Magenta 5">
      <a:srgbClr val="CD6083"/>
    </a:custClr>
    <a:custClr name="Green 9">
      <a:srgbClr val="125E1F"/>
    </a:custClr>
    <a:custClr name="Gray 7B">
      <a:srgbClr val="929497"/>
    </a:custClr>
    <a:custClr name="Purple 7">
      <a:srgbClr val="782080"/>
    </a:custClr>
    <a:custClr name="Blue 5">
      <a:srgbClr val="7284CA"/>
    </a:custClr>
    <a:custClr name="Gold 9">
      <a:srgbClr val="9D5700"/>
    </a:custClr>
    <a:custClr name="Purple 4">
      <a:srgbClr val="B280B6"/>
    </a:custClr>
    <a:custClr name="Blue 6">
      <a:srgbClr val="566CBF"/>
    </a:custClr>
    <a:custClr name="Ocean 4">
      <a:srgbClr val="6CABBB"/>
    </a:custClr>
    <a:custClr name="Ochre 7">
      <a:srgbClr val="C18B28"/>
    </a:custClr>
    <a:custClr name="Green 6">
      <a:srgbClr val="3C9D4D"/>
    </a:custClr>
    <a:custClr name="Maroon 9">
      <a:srgbClr val="6B0F01"/>
    </a:custClr>
    <a:custClr name="Positive">
      <a:srgbClr val="167527"/>
    </a:custClr>
    <a:custClr name="Somewhat Positive">
      <a:srgbClr val="9DCEA6"/>
    </a:custClr>
    <a:custClr name="Neutral/No Change">
      <a:srgbClr val="BBBDBF"/>
    </a:custClr>
    <a:custClr name="Neutral alt.">
      <a:srgbClr val="4997AB"/>
    </a:custClr>
    <a:custClr name="Somewhat Negative">
      <a:srgbClr val="D79B93"/>
    </a:custClr>
    <a:custClr name="Negative">
      <a:srgbClr val="B20023"/>
    </a:custClr>
    <a:custClr name="Gray 2B">
      <a:srgbClr val="F1F1F2"/>
    </a:custClr>
    <a:custClr name="Gray 4B">
      <a:srgbClr val="D0D2D3"/>
    </a:custClr>
    <a:custClr name="Gray 6B">
      <a:srgbClr val="A6A8AB"/>
    </a:custClr>
    <a:custClr name="Gray 8B">
      <a:srgbClr val="808184"/>
    </a:custClr>
    <a:custClr name="Orange 10">
      <a:srgbClr val="652100"/>
    </a:custClr>
    <a:custClr name="Orange 8">
      <a:srgbClr val="A73600"/>
    </a:custClr>
    <a:custClr name="Orange 6">
      <a:srgbClr val="D15C24"/>
    </a:custClr>
    <a:custClr name="Orange 4">
      <a:srgbClr val="E0926D"/>
    </a:custClr>
    <a:custClr name="Orange 2">
      <a:srgbClr val="F0C9B6"/>
    </a:custClr>
    <a:custClr name="Ocean 2">
      <a:srgbClr val="B6D5DD"/>
    </a:custClr>
    <a:custClr name="Ocean 4">
      <a:srgbClr val="6CABBB"/>
    </a:custClr>
    <a:custClr name="Ocean 6">
      <a:srgbClr val="24829A"/>
    </a:custClr>
    <a:custClr name="Ocean 8">
      <a:srgbClr val="005B72"/>
    </a:custClr>
    <a:custClr name="Ocean 10">
      <a:srgbClr val="003745"/>
    </a:custClr>
    <a:custClr name="Gold 10">
      <a:srgbClr val="764100"/>
    </a:custClr>
    <a:custClr name="Gold 8">
      <a:srgbClr val="C56C00"/>
    </a:custClr>
    <a:custClr name="Gold 6">
      <a:srgbClr val="EF9424"/>
    </a:custClr>
    <a:custClr name="Gold 4">
      <a:srgbClr val="F4B86D"/>
    </a:custClr>
    <a:custClr name="Gold 2">
      <a:srgbClr val="FADBB6"/>
    </a:custClr>
    <a:custClr name="Purple 2">
      <a:srgbClr val="D8BFDB"/>
    </a:custClr>
    <a:custClr name="Purple 4">
      <a:srgbClr val="B280B6"/>
    </a:custClr>
    <a:custClr name="Purple 6">
      <a:srgbClr val="8B4092"/>
    </a:custClr>
    <a:custClr name="Purple 8">
      <a:srgbClr val="641B6B"/>
    </a:custClr>
    <a:custClr name="Purple 10">
      <a:srgbClr val="3C1040"/>
    </a:custClr>
  </a:custClrLst>
  <a:extLst>
    <a:ext uri="{05A4C25C-085E-4340-85A3-A5531E510DB2}">
      <thm15:themeFamily xmlns:thm15="http://schemas.microsoft.com/office/thememl/2012/main" name="Presentation5" id="{2246ED3B-99E0-40E6-9790-ACF4666AB2EF}" vid="{E3EFB520-E477-43E8-A3C8-1D545409AD89}"/>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2C5AB5430BD29468005F138BAADFA30" ma:contentTypeVersion="15" ma:contentTypeDescription="Create a new document." ma:contentTypeScope="" ma:versionID="7de2ce1e39f42d4a99ebe0e0f8827e51">
  <xsd:schema xmlns:xsd="http://www.w3.org/2001/XMLSchema" xmlns:xs="http://www.w3.org/2001/XMLSchema" xmlns:p="http://schemas.microsoft.com/office/2006/metadata/properties" xmlns:ns2="a7b088f9-5bd5-4bdb-b5bc-dcadbd2c3ab5" xmlns:ns3="01a85018-e850-4e17-bfd2-3567c6643c53" targetNamespace="http://schemas.microsoft.com/office/2006/metadata/properties" ma:root="true" ma:fieldsID="7e13d9ee660cffcd5a275efdf1209c88" ns2:_="" ns3:_="">
    <xsd:import namespace="a7b088f9-5bd5-4bdb-b5bc-dcadbd2c3ab5"/>
    <xsd:import namespace="01a85018-e850-4e17-bfd2-3567c6643c53"/>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element ref="ns2:MediaServiceDateTaken" minOccurs="0"/>
                <xsd:element ref="ns2:MediaLengthInSeconds" minOccurs="0"/>
                <xsd:element ref="ns3:SharedWithUsers" minOccurs="0"/>
                <xsd:element ref="ns3:SharedWithDetails" minOccurs="0"/>
                <xsd:element ref="ns2:Comme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7b088f9-5bd5-4bdb-b5bc-dcadbd2c3ab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76f79bde-b34b-4e33-a562-f79c102b9a25"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Comments" ma:index="22" nillable="true" ma:displayName="Comments" ma:format="Dropdown" ma:internalName="Comments">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1a85018-e850-4e17-bfd2-3567c6643c53"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babc1d86-633d-4d0d-b314-85c2f607d569}" ma:internalName="TaxCatchAll" ma:showField="CatchAllData" ma:web="01a85018-e850-4e17-bfd2-3567c6643c53">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Comments xmlns="a7b088f9-5bd5-4bdb-b5bc-dcadbd2c3ab5" xsi:nil="true"/>
    <lcf76f155ced4ddcb4097134ff3c332f xmlns="a7b088f9-5bd5-4bdb-b5bc-dcadbd2c3ab5">
      <Terms xmlns="http://schemas.microsoft.com/office/infopath/2007/PartnerControls"/>
    </lcf76f155ced4ddcb4097134ff3c332f>
    <TaxCatchAll xmlns="01a85018-e850-4e17-bfd2-3567c6643c5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5DECA40-D451-42EC-9D61-C2385E9DF4FE}">
  <ds:schemaRefs>
    <ds:schemaRef ds:uri="01a85018-e850-4e17-bfd2-3567c6643c53"/>
    <ds:schemaRef ds:uri="a7b088f9-5bd5-4bdb-b5bc-dcadbd2c3ab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7CBA47C7-53D1-4E5D-BD7E-65E7F707CBD7}">
  <ds:schemaRefs>
    <ds:schemaRef ds:uri="01a85018-e850-4e17-bfd2-3567c6643c53"/>
    <ds:schemaRef ds:uri="a7b088f9-5bd5-4bdb-b5bc-dcadbd2c3ab5"/>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6FFAFCF6-E24E-4BDE-8D14-94B027134BE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EDP_2026_16x9_Energy</Template>
  <TotalTime>0</TotalTime>
  <Words>2021</Words>
  <Application>Microsoft Office PowerPoint</Application>
  <PresentationFormat>Widescreen</PresentationFormat>
  <Paragraphs>396</Paragraphs>
  <Slides>28</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Arial</vt:lpstr>
      <vt:lpstr>S-P Global EDP 2026 16-9</vt:lpstr>
      <vt:lpstr>S&amp;P Global Energy EDP PowerPoint template</vt:lpstr>
      <vt:lpstr>[Title max two lines, shrink to fit – must be at least 32pt]</vt:lpstr>
      <vt:lpstr>[Title max two lines, shrink to fit – must be at least 32pt]</vt:lpstr>
      <vt:lpstr>[Title max two lines, shrink to fit – must be at least 32pt]</vt:lpstr>
      <vt:lpstr>[Title max two lines, shrink to fit – must be at least 32pt]</vt:lpstr>
      <vt:lpstr>[Title max two lines, shrink to fit – must be at least 32pt]</vt:lpstr>
      <vt:lpstr>[Title max two lines, shrink to fit – must be at least 32pt]</vt:lpstr>
      <vt:lpstr>[Title max two lines, shrink to fit – must be at least 32pt]</vt:lpstr>
      <vt:lpstr>[Title max two lines, shrink to fit – must be at least 32pt]</vt:lpstr>
      <vt:lpstr>Event Type | Session Name</vt:lpstr>
      <vt:lpstr>[Presenter/Moderator/Panelist] — select a title</vt:lpstr>
      <vt:lpstr>Rules — please review carefully!</vt:lpstr>
      <vt:lpstr>Accessibility</vt:lpstr>
      <vt:lpstr>Resources</vt:lpstr>
      <vt:lpstr>Table samples</vt:lpstr>
      <vt:lpstr>Table samples</vt:lpstr>
      <vt:lpstr>Design assets</vt:lpstr>
      <vt:lpstr>Iconography</vt:lpstr>
      <vt:lpstr>Icon samples: General use</vt:lpstr>
      <vt:lpstr>Icon samples: General use</vt:lpstr>
      <vt:lpstr>Icon samples: General use</vt:lpstr>
      <vt:lpstr>Icon samples: General use</vt:lpstr>
      <vt:lpstr>Icon samples: General use</vt:lpstr>
      <vt:lpstr>Icon samples: General use</vt:lpstr>
      <vt:lpstr>Contact us</vt:lpstr>
      <vt:lpstr>PowerPoint Presentation</vt:lpstr>
      <vt:lpstr>PowerPoint Presentation</vt:lpstr>
      <vt:lpstr>PowerPoint Presentation</vt:lpstr>
    </vt:vector>
  </TitlesOfParts>
  <Company>SP Global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S&amp;P Global</dc:creator>
  <cp:lastModifiedBy>S&amp;P Global</cp:lastModifiedBy>
  <cp:revision>1</cp:revision>
  <dcterms:created xsi:type="dcterms:W3CDTF">2025-12-29T14:22:12Z</dcterms:created>
  <dcterms:modified xsi:type="dcterms:W3CDTF">2025-12-29T14:22:32Z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31f0267-8575-4fc2-99cc-f6b7f9934be9_Enabled">
    <vt:lpwstr>true</vt:lpwstr>
  </property>
  <property fmtid="{D5CDD505-2E9C-101B-9397-08002B2CF9AE}" pid="3" name="MSIP_Label_831f0267-8575-4fc2-99cc-f6b7f9934be9_SetDate">
    <vt:lpwstr>2025-11-19T00:16:38Z</vt:lpwstr>
  </property>
  <property fmtid="{D5CDD505-2E9C-101B-9397-08002B2CF9AE}" pid="4" name="MSIP_Label_831f0267-8575-4fc2-99cc-f6b7f9934be9_Method">
    <vt:lpwstr>Standard</vt:lpwstr>
  </property>
  <property fmtid="{D5CDD505-2E9C-101B-9397-08002B2CF9AE}" pid="5" name="MSIP_Label_831f0267-8575-4fc2-99cc-f6b7f9934be9_Name">
    <vt:lpwstr>831f0267-8575-4fc2-99cc-f6b7f9934be9</vt:lpwstr>
  </property>
  <property fmtid="{D5CDD505-2E9C-101B-9397-08002B2CF9AE}" pid="6" name="MSIP_Label_831f0267-8575-4fc2-99cc-f6b7f9934be9_SiteId">
    <vt:lpwstr>8f3e36ea-8039-4b40-81a7-7dc0599e8645</vt:lpwstr>
  </property>
  <property fmtid="{D5CDD505-2E9C-101B-9397-08002B2CF9AE}" pid="7" name="MSIP_Label_831f0267-8575-4fc2-99cc-f6b7f9934be9_ActionId">
    <vt:lpwstr>8419858e-47ef-4415-98ff-73e00ab96e0c</vt:lpwstr>
  </property>
  <property fmtid="{D5CDD505-2E9C-101B-9397-08002B2CF9AE}" pid="8" name="MSIP_Label_831f0267-8575-4fc2-99cc-f6b7f9934be9_ContentBits">
    <vt:lpwstr>0</vt:lpwstr>
  </property>
  <property fmtid="{D5CDD505-2E9C-101B-9397-08002B2CF9AE}" pid="9" name="MSIP_Label_831f0267-8575-4fc2-99cc-f6b7f9934be9_Tag">
    <vt:lpwstr>10, 3, 0, 1</vt:lpwstr>
  </property>
  <property fmtid="{D5CDD505-2E9C-101B-9397-08002B2CF9AE}" pid="10" name="MediaServiceImageTags">
    <vt:lpwstr/>
  </property>
  <property fmtid="{D5CDD505-2E9C-101B-9397-08002B2CF9AE}" pid="11" name="xd_ProgID">
    <vt:lpwstr/>
  </property>
  <property fmtid="{D5CDD505-2E9C-101B-9397-08002B2CF9AE}" pid="12" name="ContentTypeId">
    <vt:lpwstr>0x01010062C5AB5430BD29468005F138BAADFA30</vt:lpwstr>
  </property>
  <property fmtid="{D5CDD505-2E9C-101B-9397-08002B2CF9AE}" pid="13" name="ComplianceAssetId">
    <vt:lpwstr/>
  </property>
  <property fmtid="{D5CDD505-2E9C-101B-9397-08002B2CF9AE}" pid="14" name="TemplateUrl">
    <vt:lpwstr/>
  </property>
  <property fmtid="{D5CDD505-2E9C-101B-9397-08002B2CF9AE}" pid="15" name="_ExtendedDescription">
    <vt:lpwstr/>
  </property>
  <property fmtid="{D5CDD505-2E9C-101B-9397-08002B2CF9AE}" pid="16" name="TriggerFlowInfo">
    <vt:lpwstr/>
  </property>
  <property fmtid="{D5CDD505-2E9C-101B-9397-08002B2CF9AE}" pid="17" name="Notes">
    <vt:lpwstr/>
  </property>
  <property fmtid="{D5CDD505-2E9C-101B-9397-08002B2CF9AE}" pid="18" name="xd_Signature">
    <vt:bool>false</vt:bool>
  </property>
  <property fmtid="{D5CDD505-2E9C-101B-9397-08002B2CF9AE}" pid="19" name="GUID">
    <vt:lpwstr>b3e3049c-3f7a-4aa7-87c5-fac8467452c9</vt:lpwstr>
  </property>
</Properties>
</file>