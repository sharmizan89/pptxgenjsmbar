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customXml" Target="../customXml/item1.xml"/><Relationship Id="rId55" Type="http://schemas.openxmlformats.org/officeDocument/2006/relationships/customXml" Target="../customXml/item2.xml"/><Relationship Id="rId56"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Photo 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73EB4-57C3-3D90-CEFE-20297645DE67}"/>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5" name="Picture Placeholder 7">
            <a:extLst>
              <a:ext uri="{FF2B5EF4-FFF2-40B4-BE49-F238E27FC236}">
                <a16:creationId xmlns:a16="http://schemas.microsoft.com/office/drawing/2014/main" id="{E0944ADD-C254-E778-C05E-01904C262CA6}"/>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7" name="Footer Placeholder 2">
            <a:extLst>
              <a:ext uri="{FF2B5EF4-FFF2-40B4-BE49-F238E27FC236}">
                <a16:creationId xmlns:a16="http://schemas.microsoft.com/office/drawing/2014/main" id="{FD32BC44-2154-2E7D-A2F8-F358ABD0A0BD}"/>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8" name="Slide Number Placeholder 4">
            <a:extLst>
              <a:ext uri="{FF2B5EF4-FFF2-40B4-BE49-F238E27FC236}">
                <a16:creationId xmlns:a16="http://schemas.microsoft.com/office/drawing/2014/main" id="{F10CCB33-B3C5-25DB-E4C3-9665B379F1A1}"/>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0" name="Title 6">
            <a:extLst>
              <a:ext uri="{FF2B5EF4-FFF2-40B4-BE49-F238E27FC236}">
                <a16:creationId xmlns:a16="http://schemas.microsoft.com/office/drawing/2014/main" id="{36E37AF8-41F7-DB23-5E56-150A9145CE45}"/>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dirty="0"/>
              <a:t>[Headline]</a:t>
            </a:r>
          </a:p>
        </p:txBody>
      </p:sp>
      <p:sp>
        <p:nvSpPr>
          <p:cNvPr id="11" name="Sub-headline">
            <a:extLst>
              <a:ext uri="{FF2B5EF4-FFF2-40B4-BE49-F238E27FC236}">
                <a16:creationId xmlns:a16="http://schemas.microsoft.com/office/drawing/2014/main" id="{28439AC5-5F30-52D4-A108-84AE5961D687}"/>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dirty="0"/>
              <a:t>[Sub-headline]</a:t>
            </a:r>
          </a:p>
        </p:txBody>
      </p:sp>
      <p:sp>
        <p:nvSpPr>
          <p:cNvPr id="13" name="Rectangle 12">
            <a:extLst>
              <a:ext uri="{FF2B5EF4-FFF2-40B4-BE49-F238E27FC236}">
                <a16:creationId xmlns:a16="http://schemas.microsoft.com/office/drawing/2014/main" id="{C6E45E37-78A6-C71D-861C-53239B497901}"/>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
        <p:nvSpPr>
          <p:cNvPr id="14" name="Footnote">
            <a:extLst>
              <a:ext uri="{FF2B5EF4-FFF2-40B4-BE49-F238E27FC236}">
                <a16:creationId xmlns:a16="http://schemas.microsoft.com/office/drawing/2014/main" id="{AEB6210A-D968-32B9-8C25-FB6721C1A060}"/>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2" name="Text Placeholder 2">
            <a:extLst>
              <a:ext uri="{FF2B5EF4-FFF2-40B4-BE49-F238E27FC236}">
                <a16:creationId xmlns:a16="http://schemas.microsoft.com/office/drawing/2014/main" id="{CCF8BAD3-4851-038B-E98F-AB56F7BC587D}"/>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Second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Third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Fourth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 Photo Blue">
    <p:spTree>
      <p:nvGrpSpPr>
        <p:cNvPr id="1" name=""/>
        <p:cNvGrpSpPr/>
        <p:nvPr/>
      </p:nvGrpSpPr>
      <p:grpSpPr>
        <a:xfrm>
          <a:off x="0" y="0"/>
          <a:ext cx="0" cy="0"/>
          <a:chOff x="0" y="0"/>
          <a:chExt cx="0" cy="0"/>
        </a:xfrm>
      </p:grpSpPr>
      <p:sp>
        <p:nvSpPr>
          <p:cNvPr id="24" name="Picture Placeholder 7">
            <a:extLst>
              <a:ext uri="{FF2B5EF4-FFF2-40B4-BE49-F238E27FC236}">
                <a16:creationId xmlns:a16="http://schemas.microsoft.com/office/drawing/2014/main" id="{5873E5E7-BFE2-BDAF-4324-A15873AC8EBA}"/>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16" name="Footer Placeholder 2">
            <a:extLst>
              <a:ext uri="{FF2B5EF4-FFF2-40B4-BE49-F238E27FC236}">
                <a16:creationId xmlns:a16="http://schemas.microsoft.com/office/drawing/2014/main" id="{55F41018-AD13-0494-2EEB-29C77E891B9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17" name="Slide Number Placeholder 4">
            <a:extLst>
              <a:ext uri="{FF2B5EF4-FFF2-40B4-BE49-F238E27FC236}">
                <a16:creationId xmlns:a16="http://schemas.microsoft.com/office/drawing/2014/main" id="{1F9DC788-E257-ACC1-0B6F-68157DA2AD93}"/>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8" name="Rectangle 17">
            <a:extLst>
              <a:ext uri="{FF2B5EF4-FFF2-40B4-BE49-F238E27FC236}">
                <a16:creationId xmlns:a16="http://schemas.microsoft.com/office/drawing/2014/main" id="{B1512C5D-9643-7A20-0EE0-4881F8B20FF1}"/>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9" name="Title 6">
            <a:extLst>
              <a:ext uri="{FF2B5EF4-FFF2-40B4-BE49-F238E27FC236}">
                <a16:creationId xmlns:a16="http://schemas.microsoft.com/office/drawing/2014/main" id="{2B1BC2B0-BD34-DFEF-27E0-364C2D61C830}"/>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20" name="Sub-headline">
            <a:extLst>
              <a:ext uri="{FF2B5EF4-FFF2-40B4-BE49-F238E27FC236}">
                <a16:creationId xmlns:a16="http://schemas.microsoft.com/office/drawing/2014/main" id="{4EFE42CC-D228-601A-4787-83B0C635A0A9}"/>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21" name="Text Placeholder 2">
            <a:extLst>
              <a:ext uri="{FF2B5EF4-FFF2-40B4-BE49-F238E27FC236}">
                <a16:creationId xmlns:a16="http://schemas.microsoft.com/office/drawing/2014/main" id="{F7062BE4-F419-212C-0AD8-C214876B6D0D}"/>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2" name="Footnote">
            <a:extLst>
              <a:ext uri="{FF2B5EF4-FFF2-40B4-BE49-F238E27FC236}">
                <a16:creationId xmlns:a16="http://schemas.microsoft.com/office/drawing/2014/main" id="{86580864-B1EB-DB0F-0343-1FEE48C2EA9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23" name="Rectangle 22">
            <a:extLst>
              <a:ext uri="{FF2B5EF4-FFF2-40B4-BE49-F238E27FC236}">
                <a16:creationId xmlns:a16="http://schemas.microsoft.com/office/drawing/2014/main" id="{587B6FB3-C8A3-1F8D-C570-AD6F7974F252}"/>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tatement Photo">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23507B7-B09E-007D-99F3-EEE8EAD0BFFB}"/>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7" name="Picture Placeholder 7">
            <a:extLst>
              <a:ext uri="{FF2B5EF4-FFF2-40B4-BE49-F238E27FC236}">
                <a16:creationId xmlns:a16="http://schemas.microsoft.com/office/drawing/2014/main" id="{E3CF8E69-2C70-C8DF-0AD2-25CF38AE73FF}"/>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dirty="0"/>
              <a:t>[Click to insert photo and then “Send to back” to place photo in background and add statement text]</a:t>
            </a:r>
          </a:p>
        </p:txBody>
      </p:sp>
      <p:sp>
        <p:nvSpPr>
          <p:cNvPr id="8" name="Rectangle 7">
            <a:extLst>
              <a:ext uri="{FF2B5EF4-FFF2-40B4-BE49-F238E27FC236}">
                <a16:creationId xmlns:a16="http://schemas.microsoft.com/office/drawing/2014/main" id="{E47B9F5F-8FE9-2016-B06B-5853DC05EEE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Content Layout Test</a:t>
            </a:r>
            <a:endParaRPr lang="en-US" dirty="0"/>
          </a:p>
        </p:txBody>
      </p:sp>
      <p:sp>
        <p:nvSpPr>
          <p:cNvPr id="3" name="Text 0"/>
          <p:cNvSpPr/>
          <p:nvPr>
            <p:ph idx="17" type="body" hasCustomPrompt="1"/>
          </p:nvPr>
        </p:nvSpPr>
        <p:spPr/>
        <p:txBody>
          <a:bodyPr/>
          <a:lstStyle/>
          <a:p>
            <a:r>
              <a:rPr lang="en-US" dirty="0"/>
              <a:t>This is the main content area for testing placeholder positioning.</a:t>
            </a:r>
            <a:endParaRPr lang="en-US" dirty="0"/>
          </a:p>
        </p:txBody>
      </p:sp>
      <p:sp>
        <p:nvSpPr>
          <p:cNvPr id="4"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1: Content - no subtitle</a:t>
            </a:r>
            <a:endParaRPr lang="en-US" sz="800" dirty="0"/>
          </a:p>
        </p:txBody>
      </p:sp>
      <p:sp>
        <p:nvSpPr>
          <p:cNvPr id="5" name="Text 0"/>
          <p:cNvSpPr/>
          <p:nvPr>
            <p:ph idx="18" type="ftr" hasCustomPrompt="1"/>
          </p:nvPr>
        </p:nvSpPr>
        <p:spPr/>
        <p:txBody>
          <a:bodyP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Content with Subtitle</a:t>
            </a:r>
            <a:endParaRPr lang="en-US" dirty="0"/>
          </a:p>
        </p:txBody>
      </p:sp>
      <p:sp>
        <p:nvSpPr>
          <p:cNvPr id="3" name="Text 0"/>
          <p:cNvSpPr/>
          <p:nvPr>
            <p:ph idx="13" type="body" hasCustomPrompt="1"/>
          </p:nvPr>
        </p:nvSpPr>
        <p:spPr/>
        <p:txBody>
          <a:bodyPr/>
          <a:lstStyle/>
          <a:p>
            <a:r>
              <a:rPr lang="en-US" dirty="0"/>
              <a:t>Subtitle text goes here</a:t>
            </a:r>
            <a:endParaRPr lang="en-US" dirty="0"/>
          </a:p>
        </p:txBody>
      </p:sp>
      <p:sp>
        <p:nvSpPr>
          <p:cNvPr id="4" name="Text 0"/>
          <p:cNvSpPr/>
          <p:nvPr>
            <p:ph idx="17" type="body" hasCustomPrompt="1"/>
          </p:nvPr>
        </p:nvSpPr>
        <p:spPr/>
        <p:txBody>
          <a:bodyPr/>
          <a:lstStyle/>
          <a:p>
            <a:r>
              <a:rPr lang="en-US" dirty="0"/>
              <a:t>Main content area</a:t>
            </a:r>
            <a:endParaRPr lang="en-US" dirty="0"/>
          </a:p>
        </p:txBody>
      </p:sp>
      <p:sp>
        <p:nvSpPr>
          <p:cNvPr id="5"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2: Content w/Sub-headline</a:t>
            </a:r>
            <a:endParaRPr lang="en-US" sz="800" dirty="0"/>
          </a:p>
        </p:txBody>
      </p:sp>
      <p:sp>
        <p:nvSpPr>
          <p:cNvPr id="6" name="Text 0"/>
          <p:cNvSpPr/>
          <p:nvPr>
            <p:ph idx="20" type="ftr" hasCustomPrompt="1"/>
          </p:nvPr>
        </p:nvSpPr>
        <p:spPr/>
        <p:txBody>
          <a:bodyPr/>
          <a:lstStyle/>
          <a:p>
            <a:pPr indent="0" marL="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 Content w 2 Line Title and Sub-headline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Two Column Layout</a:t>
            </a:r>
            <a:endParaRPr lang="en-US" dirty="0"/>
          </a:p>
        </p:txBody>
      </p:sp>
      <p:sp>
        <p:nvSpPr>
          <p:cNvPr id="3" name="Text 0"/>
          <p:cNvSpPr/>
          <p:nvPr>
            <p:ph idx="13" type="body" hasCustomPrompt="1"/>
          </p:nvPr>
        </p:nvSpPr>
        <p:spPr/>
        <p:txBody>
          <a:bodyPr/>
          <a:lstStyle/>
          <a:p>
            <a:r>
              <a:rPr lang="en-US" dirty="0"/>
              <a:t>Comparing two topics</a:t>
            </a:r>
            <a:endParaRPr lang="en-US" dirty="0"/>
          </a:p>
        </p:txBody>
      </p:sp>
      <p:sp>
        <p:nvSpPr>
          <p:cNvPr id="4" name="Text 0"/>
          <p:cNvSpPr/>
          <p:nvPr>
            <p:ph idx="19" type="body" hasCustomPrompt="1"/>
          </p:nvPr>
        </p:nvSpPr>
        <p:spPr/>
        <p:txBody>
          <a:bodyPr/>
          <a:lstStyle/>
          <a:p>
            <a:r>
              <a:rPr lang="en-US" dirty="0"/>
              <a:t>Left column content</a:t>
            </a:r>
            <a:endParaRPr lang="en-US" dirty="0"/>
          </a:p>
        </p:txBody>
      </p:sp>
      <p:sp>
        <p:nvSpPr>
          <p:cNvPr id="5" name="Text 0"/>
          <p:cNvSpPr/>
          <p:nvPr>
            <p:ph idx="20" type="body" hasCustomPrompt="1"/>
          </p:nvPr>
        </p:nvSpPr>
        <p:spPr/>
        <p:txBody>
          <a:bodyPr/>
          <a:lstStyle/>
          <a:p>
            <a:r>
              <a:rPr lang="en-US" dirty="0"/>
              <a:t>Right column content</a:t>
            </a:r>
            <a:endParaRPr lang="en-US" dirty="0"/>
          </a:p>
        </p:txBody>
      </p:sp>
      <p:sp>
        <p:nvSpPr>
          <p:cNvPr id="6"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4: Two Content</a:t>
            </a:r>
            <a:endParaRPr lang="en-US" sz="800" dirty="0"/>
          </a:p>
        </p:txBody>
      </p:sp>
      <p:sp>
        <p:nvSpPr>
          <p:cNvPr id="7" name="Text 0"/>
          <p:cNvSpPr/>
          <p:nvPr>
            <p:ph idx="22" type="ftr" hasCustomPrompt="1"/>
          </p:nvPr>
        </p:nvSpPr>
        <p:spPr/>
        <p:txBody>
          <a:bodyP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5: Two Content + Subtitles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6: Content 4 Columns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7: Content 5 Columns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8: Content with Sidebar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9: Title Only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10: Blank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Content with Image</a:t>
            </a:r>
            <a:endParaRPr lang="en-US" dirty="0"/>
          </a:p>
        </p:txBody>
      </p:sp>
      <p:sp>
        <p:nvSpPr>
          <p:cNvPr id="3" name="Text 0"/>
          <p:cNvSpPr/>
          <p:nvPr>
            <p:ph idx="18" type="body" hasCustomPrompt="1"/>
          </p:nvPr>
        </p:nvSpPr>
        <p:spPr/>
        <p:txBody>
          <a:bodyPr/>
          <a:lstStyle/>
          <a:p>
            <a:r>
              <a:rPr lang="en-US" dirty="0"/>
              <a:t>Visual and text combined</a:t>
            </a:r>
            <a:endParaRPr lang="en-US" dirty="0"/>
          </a:p>
        </p:txBody>
      </p:sp>
      <p:sp>
        <p:nvSpPr>
          <p:cNvPr id="4" name="Text 0"/>
          <p:cNvSpPr/>
          <p:nvPr>
            <p:ph idx="23" type="body" hasCustomPrompt="1"/>
          </p:nvPr>
        </p:nvSpPr>
        <p:spPr/>
        <p:txBody>
          <a:bodyPr/>
          <a:lstStyle/>
          <a:p>
            <a:r>
              <a:rPr lang="en-US" dirty="0"/>
              <a:t>Content area next to image placeholder</a:t>
            </a:r>
            <a:endParaRPr lang="en-US" dirty="0"/>
          </a:p>
        </p:txBody>
      </p:sp>
      <p:sp>
        <p:nvSpPr>
          <p:cNvPr id="5"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11: Content + Image/Icon</a:t>
            </a:r>
            <a:endParaRPr lang="en-US" sz="800" dirty="0"/>
          </a:p>
        </p:txBody>
      </p:sp>
      <p:sp>
        <p:nvSpPr>
          <p:cNvPr id="6" name="Text 0"/>
          <p:cNvSpPr/>
          <p:nvPr>
            <p:ph idx="17" type="pic" hasCustomPrompt="1"/>
          </p:nvPr>
        </p:nvSpPr>
        <p:spPr/>
        <p:txBody>
          <a:bodyPr/>
          <a:lstStyle/>
          <a:p>
            <a:pPr indent="0" marL="0">
              <a:buNone/>
            </a:pPr>
            <a:endParaRPr lang="en-US" dirty="0"/>
          </a:p>
        </p:txBody>
      </p:sp>
      <p:sp>
        <p:nvSpPr>
          <p:cNvPr id="7" name="Text 0"/>
          <p:cNvSpPr/>
          <p:nvPr>
            <p:ph idx="24" type="ftr" hasCustomPrompt="1"/>
          </p:nvPr>
        </p:nvSpPr>
        <p:spPr/>
        <p:txBody>
          <a:bodyP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12: Content + Photo White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13: Content + Photo Black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14: Content + Photo Blue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Three Column Icons</a:t>
            </a:r>
            <a:endParaRPr lang="en-US" dirty="0"/>
          </a:p>
        </p:txBody>
      </p:sp>
      <p:sp>
        <p:nvSpPr>
          <p:cNvPr id="3" name="Text 0"/>
          <p:cNvSpPr/>
          <p:nvPr>
            <p:ph idx="13" type="body" hasCustomPrompt="1"/>
          </p:nvPr>
        </p:nvSpPr>
        <p:spPr/>
        <p:txBody>
          <a:bodyPr/>
          <a:lstStyle/>
          <a:p>
            <a:r>
              <a:rPr lang="en-US" dirty="0"/>
              <a:t>Key features</a:t>
            </a:r>
            <a:endParaRPr lang="en-US" dirty="0"/>
          </a:p>
        </p:txBody>
      </p:sp>
      <p:sp>
        <p:nvSpPr>
          <p:cNvPr id="4" name="Text 0"/>
          <p:cNvSpPr/>
          <p:nvPr>
            <p:ph idx="16" type="body" hasCustomPrompt="1"/>
          </p:nvPr>
        </p:nvSpPr>
        <p:spPr/>
        <p:txBody>
          <a:bodyPr/>
          <a:lstStyle/>
          <a:p>
            <a:r>
              <a:rPr lang="en-US" dirty="0"/>
              <a:t>Feature 1</a:t>
            </a:r>
            <a:endParaRPr lang="en-US" dirty="0"/>
          </a:p>
        </p:txBody>
      </p:sp>
      <p:sp>
        <p:nvSpPr>
          <p:cNvPr id="5" name="Text 0"/>
          <p:cNvSpPr/>
          <p:nvPr>
            <p:ph idx="24" type="body" hasCustomPrompt="1"/>
          </p:nvPr>
        </p:nvSpPr>
        <p:spPr/>
        <p:txBody>
          <a:bodyPr/>
          <a:lstStyle/>
          <a:p>
            <a:r>
              <a:rPr lang="en-US" dirty="0"/>
              <a:t>Description 1</a:t>
            </a:r>
            <a:endParaRPr lang="en-US" dirty="0"/>
          </a:p>
        </p:txBody>
      </p:sp>
      <p:sp>
        <p:nvSpPr>
          <p:cNvPr id="6" name="Text 0"/>
          <p:cNvSpPr/>
          <p:nvPr>
            <p:ph idx="17" type="body" hasCustomPrompt="1"/>
          </p:nvPr>
        </p:nvSpPr>
        <p:spPr/>
        <p:txBody>
          <a:bodyPr/>
          <a:lstStyle/>
          <a:p>
            <a:r>
              <a:rPr lang="en-US" dirty="0"/>
              <a:t>Feature 2</a:t>
            </a:r>
            <a:endParaRPr lang="en-US" dirty="0"/>
          </a:p>
        </p:txBody>
      </p:sp>
      <p:sp>
        <p:nvSpPr>
          <p:cNvPr id="7" name="Text 0"/>
          <p:cNvSpPr/>
          <p:nvPr>
            <p:ph idx="25" type="body" hasCustomPrompt="1"/>
          </p:nvPr>
        </p:nvSpPr>
        <p:spPr/>
        <p:txBody>
          <a:bodyPr/>
          <a:lstStyle/>
          <a:p>
            <a:r>
              <a:rPr lang="en-US" dirty="0"/>
              <a:t>Description 2</a:t>
            </a:r>
            <a:endParaRPr lang="en-US" dirty="0"/>
          </a:p>
        </p:txBody>
      </p:sp>
      <p:sp>
        <p:nvSpPr>
          <p:cNvPr id="8" name="Text 0"/>
          <p:cNvSpPr/>
          <p:nvPr>
            <p:ph idx="19" type="body" hasCustomPrompt="1"/>
          </p:nvPr>
        </p:nvSpPr>
        <p:spPr/>
        <p:txBody>
          <a:bodyPr/>
          <a:lstStyle/>
          <a:p>
            <a:r>
              <a:rPr lang="en-US" dirty="0"/>
              <a:t>Feature 3</a:t>
            </a:r>
            <a:endParaRPr lang="en-US" dirty="0"/>
          </a:p>
        </p:txBody>
      </p:sp>
      <p:sp>
        <p:nvSpPr>
          <p:cNvPr id="9" name="Text 0"/>
          <p:cNvSpPr/>
          <p:nvPr>
            <p:ph idx="26" type="body" hasCustomPrompt="1"/>
          </p:nvPr>
        </p:nvSpPr>
        <p:spPr/>
        <p:txBody>
          <a:bodyPr/>
          <a:lstStyle/>
          <a:p>
            <a:r>
              <a:rPr lang="en-US" dirty="0"/>
              <a:t>Description 3</a:t>
            </a:r>
            <a:endParaRPr lang="en-US" dirty="0"/>
          </a:p>
        </p:txBody>
      </p:sp>
      <p:sp>
        <p:nvSpPr>
          <p:cNvPr id="10"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16: Icons 3 Columns Vertical</a:t>
            </a:r>
            <a:endParaRPr lang="en-US" sz="800" dirty="0"/>
          </a:p>
        </p:txBody>
      </p:sp>
      <p:sp>
        <p:nvSpPr>
          <p:cNvPr id="11" name="Text 0"/>
          <p:cNvSpPr/>
          <p:nvPr>
            <p:ph idx="21" type="pic" hasCustomPrompt="1"/>
          </p:nvPr>
        </p:nvSpPr>
        <p:spPr/>
        <p:txBody>
          <a:bodyPr/>
          <a:lstStyle/>
          <a:p>
            <a:pPr indent="0" marL="0">
              <a:buNone/>
            </a:pPr>
            <a:endParaRPr lang="en-US" dirty="0"/>
          </a:p>
        </p:txBody>
      </p:sp>
      <p:sp>
        <p:nvSpPr>
          <p:cNvPr id="12" name="Text 0"/>
          <p:cNvSpPr/>
          <p:nvPr>
            <p:ph idx="22" type="pic" hasCustomPrompt="1"/>
          </p:nvPr>
        </p:nvSpPr>
        <p:spPr/>
        <p:txBody>
          <a:bodyPr/>
          <a:lstStyle/>
          <a:p>
            <a:pPr indent="0" marL="0">
              <a:buNone/>
            </a:pPr>
            <a:endParaRPr lang="en-US" dirty="0"/>
          </a:p>
        </p:txBody>
      </p:sp>
      <p:sp>
        <p:nvSpPr>
          <p:cNvPr id="13" name="Text 0"/>
          <p:cNvSpPr/>
          <p:nvPr>
            <p:ph idx="23" type="pic" hasCustomPrompt="1"/>
          </p:nvPr>
        </p:nvSpPr>
        <p:spPr/>
        <p:txBody>
          <a:bodyPr/>
          <a:lstStyle/>
          <a:p>
            <a:pPr indent="0" marL="0">
              <a:buNone/>
            </a:pPr>
            <a:endParaRPr lang="en-US" dirty="0"/>
          </a:p>
        </p:txBody>
      </p:sp>
      <p:sp>
        <p:nvSpPr>
          <p:cNvPr id="14" name="Text 0"/>
          <p:cNvSpPr/>
          <p:nvPr>
            <p:ph idx="31" type="ftr" hasCustomPrompt="1"/>
          </p:nvPr>
        </p:nvSpPr>
        <p:spPr/>
        <p:txBody>
          <a:bodyP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17: Icons 3 Columns Horizontal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18: Icons 4 Columns + Content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19: Icons 4 Columns + Content Black</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20: Icons 4 Columns + Content Blue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21: Icons 2 x 3 Columns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23: Content + Chart/Table 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24: Chart - Horizontal 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25: Chart + Statement 2</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26: Chart + Statement 3</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28: Statement Photo</a:t>
            </a:r>
            <a:endParaRPr lang="en-US" sz="800" dirty="0"/>
          </a:p>
        </p:txBody>
      </p:sp>
      <p:sp>
        <p:nvSpPr>
          <p:cNvPr id="3" name="Text 0"/>
          <p:cNvSpPr/>
          <p:nvPr>
            <p:ph idx="13" type="pic" hasCustomPrompt="1"/>
          </p:nvPr>
        </p:nvSpPr>
        <p:spPr/>
        <p:txBody>
          <a:bodyPr/>
          <a:lstStyle/>
          <a:p>
            <a:pPr indent="0" marL="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3" type="body" hasCustomPrompt="1"/>
          </p:nvPr>
        </p:nvSpPr>
        <p:spPr/>
        <p:txBody>
          <a:bodyPr/>
          <a:lstStyle/>
          <a:p>
            <a:r>
              <a:rPr lang="en-US" dirty="0"/>
              <a:t>A powerful statement that captures attention and communicates a key message.</a:t>
            </a:r>
            <a:endParaRPr lang="en-US" dirty="0"/>
          </a:p>
        </p:txBody>
      </p:sp>
      <p:sp>
        <p:nvSpPr>
          <p:cNvPr id="3"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29: Statement Black</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30: Statement White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4" type="body" hasCustomPrompt="1"/>
          </p:nvPr>
        </p:nvSpPr>
        <p:spPr/>
        <p:txBody>
          <a:bodyPr/>
          <a:lstStyle/>
          <a:p>
            <a:r>
              <a:rPr lang="en-US" dirty="0"/>
              <a:t>Section Title</a:t>
            </a:r>
            <a:endParaRPr lang="en-US" dirty="0"/>
          </a:p>
        </p:txBody>
      </p:sp>
      <p:sp>
        <p:nvSpPr>
          <p:cNvPr id="3"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32: Section Header</a:t>
            </a:r>
            <a:endParaRPr lang="en-US" sz="800" dirty="0"/>
          </a:p>
        </p:txBody>
      </p:sp>
      <p:sp>
        <p:nvSpPr>
          <p:cNvPr id="4" name="Text 0"/>
          <p:cNvSpPr/>
          <p:nvPr>
            <p:ph idx="15" type="pic" hasCustomPrompt="1"/>
          </p:nvPr>
        </p:nvSpPr>
        <p:spPr/>
        <p:txBody>
          <a:bodyPr/>
          <a:lstStyle/>
          <a:p>
            <a:pPr indent="0" marL="0">
              <a:buNone/>
            </a:pPr>
            <a:endParaRPr lang="en-US" dirty="0"/>
          </a:p>
        </p:txBody>
      </p:sp>
      <p:sp>
        <p:nvSpPr>
          <p:cNvPr id="5" name="Text 0"/>
          <p:cNvSpPr/>
          <p:nvPr>
            <p:ph idx="16" type="ftr" hasCustomPrompt="1"/>
          </p:nvPr>
        </p:nvSpPr>
        <p:spPr/>
        <p:txBody>
          <a:bodyPr/>
          <a:lstStyle/>
          <a:p>
            <a:pPr indent="0" marL="0">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33: Divider 4 Photo</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34: Divider 1</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35: Divider 2</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37: Two Placeholders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38: Three Placeholders 1</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39: Three Placeholders 2</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40: Three Placeholders 3</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41: Four Placeholders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43: Title Image Bottom</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Annual Report 2025</a:t>
            </a:r>
            <a:endParaRPr lang="en-US" dirty="0"/>
          </a:p>
        </p:txBody>
      </p:sp>
      <p:sp>
        <p:nvSpPr>
          <p:cNvPr id="3" name="Text 0"/>
          <p:cNvSpPr/>
          <p:nvPr>
            <p:ph idx="14" type="body" hasCustomPrompt="1"/>
          </p:nvPr>
        </p:nvSpPr>
        <p:spPr/>
        <p:txBody>
          <a:bodyPr/>
          <a:lstStyle/>
          <a:p>
            <a:r>
              <a:rPr lang="en-US" dirty="0"/>
              <a:t>Company Performance Overview</a:t>
            </a:r>
            <a:endParaRPr lang="en-US" dirty="0"/>
          </a:p>
        </p:txBody>
      </p:sp>
      <p:sp>
        <p:nvSpPr>
          <p:cNvPr id="4" name="Text 0"/>
          <p:cNvSpPr/>
          <p:nvPr>
            <p:ph idx="20" type="body" hasCustomPrompt="1"/>
          </p:nvPr>
        </p:nvSpPr>
        <p:spPr/>
        <p:txBody>
          <a:bodyPr/>
          <a:lstStyle/>
          <a:p>
            <a:r>
              <a:rPr lang="en-US" dirty="0"/>
              <a:t>John Smith / Finance / CFO</a:t>
            </a:r>
            <a:endParaRPr lang="en-US" dirty="0"/>
          </a:p>
        </p:txBody>
      </p:sp>
      <p:sp>
        <p:nvSpPr>
          <p:cNvPr id="5" name="Text 0"/>
          <p:cNvSpPr/>
          <p:nvPr>
            <p:ph idx="17" type="body" hasCustomPrompt="1"/>
          </p:nvPr>
        </p:nvSpPr>
        <p:spPr/>
        <p:txBody>
          <a:bodyPr/>
          <a:lstStyle/>
          <a:p>
            <a:r>
              <a:rPr lang="en-US" dirty="0"/>
              <a:t>December 11, 2025</a:t>
            </a:r>
            <a:endParaRPr lang="en-US" dirty="0"/>
          </a:p>
        </p:txBody>
      </p:sp>
      <p:sp>
        <p:nvSpPr>
          <p:cNvPr id="6" name="Text 0"/>
          <p:cNvSpPr/>
          <p:nvPr>
            <p:ph idx="18" type="body" hasCustomPrompt="1"/>
          </p:nvPr>
        </p:nvSpPr>
        <p:spPr/>
        <p:txBody>
          <a:bodyPr/>
          <a:lstStyle/>
          <a:p>
            <a:r>
              <a:rPr lang="en-US" dirty="0"/>
              <a:t>FINANCIAL REPORT</a:t>
            </a:r>
            <a:endParaRPr lang="en-US" dirty="0"/>
          </a:p>
        </p:txBody>
      </p:sp>
      <p:sp>
        <p:nvSpPr>
          <p:cNvPr id="7"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44: Title White - reports and presentations (hIHS)</a:t>
            </a:r>
            <a:endParaRPr lang="en-US" sz="800" dirty="0"/>
          </a:p>
        </p:txBody>
      </p:sp>
      <p:sp>
        <p:nvSpPr>
          <p:cNvPr id="8" name="Text 0"/>
          <p:cNvSpPr/>
          <p:nvPr>
            <p:ph idx="21" type="body" hasCustomPrompt="1"/>
          </p:nvPr>
        </p:nvSpPr>
        <p:spPr/>
        <p:txBody>
          <a:bodyPr/>
          <a:lstStyle/>
          <a:p>
            <a:pPr indent="0" marL="0">
              <a:buNone/>
            </a:pPr>
            <a:endParaRPr lang="en-US" dirty="0"/>
          </a:p>
        </p:txBody>
      </p:sp>
      <p:sp>
        <p:nvSpPr>
          <p:cNvPr id="9" name="Text 0"/>
          <p:cNvSpPr/>
          <p:nvPr>
            <p:ph idx="19" type="pic" hasCustomPrompt="1"/>
          </p:nvPr>
        </p:nvSpPr>
        <p:spPr/>
        <p:txBody>
          <a:bodyPr/>
          <a:lstStyle/>
          <a:p>
            <a:pPr indent="0" marL="0">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46: Divider Photo 2</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47: Agenda - presentations</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48: TOC - reports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type="title" hasCustomPrompt="1"/>
          </p:nvPr>
        </p:nvSpPr>
        <p:spPr/>
        <p:txBody>
          <a:bodyPr/>
          <a:lstStyle/>
          <a:p>
            <a:r>
              <a:rPr lang="en-US" dirty="0"/>
              <a:t>Meet Our Team</a:t>
            </a:r>
            <a:endParaRPr lang="en-US" dirty="0"/>
          </a:p>
        </p:txBody>
      </p:sp>
      <p:sp>
        <p:nvSpPr>
          <p:cNvPr id="3" name="Text 0"/>
          <p:cNvSpPr/>
          <p:nvPr>
            <p:ph idx="24" type="body" hasCustomPrompt="1"/>
          </p:nvPr>
        </p:nvSpPr>
        <p:spPr/>
        <p:txBody>
          <a:bodyPr/>
          <a:lstStyle/>
          <a:p>
            <a:r>
              <a:rPr lang="en-US" dirty="0"/>
              <a:t>Jane Doe</a:t>
            </a:r>
            <a:endParaRPr lang="en-US" dirty="0"/>
          </a:p>
        </p:txBody>
      </p:sp>
      <p:sp>
        <p:nvSpPr>
          <p:cNvPr id="4" name="Text 0"/>
          <p:cNvSpPr/>
          <p:nvPr>
            <p:ph idx="13" type="body" hasCustomPrompt="1"/>
          </p:nvPr>
        </p:nvSpPr>
        <p:spPr/>
        <p:txBody>
          <a:bodyPr/>
          <a:lstStyle/>
          <a:p>
            <a:r>
              <a:rPr lang="en-US" dirty="0"/>
              <a:t>Senior Director</a:t>
            </a:r>
            <a:endParaRPr lang="en-US" dirty="0"/>
          </a:p>
        </p:txBody>
      </p:sp>
      <p:sp>
        <p:nvSpPr>
          <p:cNvPr id="5" name="Text 0"/>
          <p:cNvSpPr/>
          <p:nvPr>
            <p:ph idx="14" type="body" hasCustomPrompt="1"/>
          </p:nvPr>
        </p:nvSpPr>
        <p:spPr/>
        <p:txBody>
          <a:bodyPr/>
          <a:lstStyle/>
          <a:p>
            <a:r>
              <a:rPr lang="en-US" dirty="0"/>
              <a:t>Marketing Department</a:t>
            </a:r>
            <a:endParaRPr lang="en-US" dirty="0"/>
          </a:p>
        </p:txBody>
      </p:sp>
      <p:sp>
        <p:nvSpPr>
          <p:cNvPr id="6" name="Text 0"/>
          <p:cNvSpPr/>
          <p:nvPr/>
        </p:nvSpPr>
        <p:spPr>
          <a:xfrm>
            <a:off x="91440" y="6583680"/>
            <a:ext cx="4572000" cy="182880"/>
          </a:xfrm>
          <a:prstGeom prst="rect">
            <a:avLst/>
          </a:prstGeom>
          <a:noFill/>
          <a:ln/>
        </p:spPr>
        <p:txBody>
          <a:bodyPr wrap="square" rtlCol="0" anchor="ctr"/>
          <a:lstStyle/>
          <a:p>
            <a:pPr indent="0" marL="0">
              <a:buNone/>
            </a:pPr>
            <a:r>
              <a:rPr lang="en-US" sz="800" dirty="0">
                <a:solidFill>
                  <a:srgbClr val="AAAAAA"/>
                </a:solidFill>
              </a:rPr>
              <a:t>Layout 50: Single Author</a:t>
            </a:r>
            <a:endParaRPr lang="en-US" sz="800" dirty="0"/>
          </a:p>
        </p:txBody>
      </p:sp>
      <p:sp>
        <p:nvSpPr>
          <p:cNvPr id="7" name="Text 0"/>
          <p:cNvSpPr/>
          <p:nvPr>
            <p:ph idx="23" type="pic" hasCustomPrompt="1"/>
          </p:nvPr>
        </p:nvSpPr>
        <p:spPr/>
        <p:txBody>
          <a:bodyPr/>
          <a:lstStyle/>
          <a:p>
            <a:pPr indent="0" marL="0">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51: 2 Authors</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52: 3 Authors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53: 4 Authors</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55: Energy</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182880"/>
            <a:ext cx="10972800" cy="365760"/>
          </a:xfrm>
          <a:prstGeom prst="rect">
            <a:avLst/>
          </a:prstGeom>
          <a:noFill/>
          <a:ln/>
        </p:spPr>
        <p:txBody>
          <a:bodyPr wrap="square" rtlCol="0" anchor="ctr"/>
          <a:lstStyle/>
          <a:p>
            <a:pPr indent="0" marL="0">
              <a:buNone/>
            </a:pPr>
            <a:r>
              <a:rPr lang="en-US" sz="1400" dirty="0">
                <a:solidFill>
                  <a:srgbClr val="666666"/>
                </a:solidFill>
              </a:rPr>
              <a:t>Layout 56: Companies &amp;amp; Transactions</a:t>
            </a:r>
            <a:endParaRPr lang="en-US" sz="1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